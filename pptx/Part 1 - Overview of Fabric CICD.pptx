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96"/>
  </p:notesMasterIdLst>
  <p:handoutMasterIdLst>
    <p:handoutMasterId r:id="rId97"/>
  </p:handoutMasterIdLst>
  <p:sldIdLst>
    <p:sldId id="2147482125" r:id="rId6"/>
    <p:sldId id="2147482159" r:id="rId7"/>
    <p:sldId id="2147482112" r:id="rId8"/>
    <p:sldId id="2147482217" r:id="rId9"/>
    <p:sldId id="2147482218" r:id="rId10"/>
    <p:sldId id="2147482219" r:id="rId11"/>
    <p:sldId id="2147482174" r:id="rId12"/>
    <p:sldId id="2147482220" r:id="rId13"/>
    <p:sldId id="2147482173" r:id="rId14"/>
    <p:sldId id="2147482113" r:id="rId15"/>
    <p:sldId id="2147482189" r:id="rId16"/>
    <p:sldId id="2147482188" r:id="rId17"/>
    <p:sldId id="2147482201" r:id="rId18"/>
    <p:sldId id="2147482202" r:id="rId19"/>
    <p:sldId id="2147482203" r:id="rId20"/>
    <p:sldId id="2147482172" r:id="rId21"/>
    <p:sldId id="2147482169" r:id="rId22"/>
    <p:sldId id="2147482193" r:id="rId23"/>
    <p:sldId id="2147482171" r:id="rId24"/>
    <p:sldId id="2147482167" r:id="rId25"/>
    <p:sldId id="2147482199" r:id="rId26"/>
    <p:sldId id="2147482195" r:id="rId27"/>
    <p:sldId id="2147482197" r:id="rId28"/>
    <p:sldId id="2147482196" r:id="rId29"/>
    <p:sldId id="2147482116" r:id="rId30"/>
    <p:sldId id="2147482118" r:id="rId31"/>
    <p:sldId id="2147482139" r:id="rId32"/>
    <p:sldId id="2147482124" r:id="rId33"/>
    <p:sldId id="2147482121" r:id="rId34"/>
    <p:sldId id="2147482122" r:id="rId35"/>
    <p:sldId id="2147482120" r:id="rId36"/>
    <p:sldId id="2147482119" r:id="rId37"/>
    <p:sldId id="2147482146" r:id="rId38"/>
    <p:sldId id="2147482200" r:id="rId39"/>
    <p:sldId id="2147482140" r:id="rId40"/>
    <p:sldId id="2147482204" r:id="rId41"/>
    <p:sldId id="2147482205" r:id="rId42"/>
    <p:sldId id="2147482206" r:id="rId43"/>
    <p:sldId id="2147482141" r:id="rId44"/>
    <p:sldId id="2147482187" r:id="rId45"/>
    <p:sldId id="2147482207" r:id="rId46"/>
    <p:sldId id="2147482208" r:id="rId47"/>
    <p:sldId id="2147482177" r:id="rId48"/>
    <p:sldId id="2147482221" r:id="rId49"/>
    <p:sldId id="2147482222" r:id="rId50"/>
    <p:sldId id="2147482223" r:id="rId51"/>
    <p:sldId id="2147482216" r:id="rId52"/>
    <p:sldId id="2147482179" r:id="rId53"/>
    <p:sldId id="2147482210" r:id="rId54"/>
    <p:sldId id="2147482132" r:id="rId55"/>
    <p:sldId id="2147482211" r:id="rId56"/>
    <p:sldId id="2147482178" r:id="rId57"/>
    <p:sldId id="2147482212" r:id="rId58"/>
    <p:sldId id="2147482213" r:id="rId59"/>
    <p:sldId id="2147482147" r:id="rId60"/>
    <p:sldId id="2147482214" r:id="rId61"/>
    <p:sldId id="2147482215" r:id="rId62"/>
    <p:sldId id="2147482161" r:id="rId63"/>
    <p:sldId id="2147482180" r:id="rId64"/>
    <p:sldId id="2147482160" r:id="rId65"/>
    <p:sldId id="2147482184" r:id="rId66"/>
    <p:sldId id="2147482185" r:id="rId67"/>
    <p:sldId id="2147482148" r:id="rId68"/>
    <p:sldId id="2147482155" r:id="rId69"/>
    <p:sldId id="2147482152" r:id="rId70"/>
    <p:sldId id="2147482150" r:id="rId71"/>
    <p:sldId id="2147482153" r:id="rId72"/>
    <p:sldId id="2147482154" r:id="rId73"/>
    <p:sldId id="2147482156" r:id="rId74"/>
    <p:sldId id="2147482151" r:id="rId75"/>
    <p:sldId id="2147482149" r:id="rId76"/>
    <p:sldId id="2147482157" r:id="rId77"/>
    <p:sldId id="2147482158" r:id="rId78"/>
    <p:sldId id="2147482175" r:id="rId79"/>
    <p:sldId id="2147482123" r:id="rId80"/>
    <p:sldId id="2147482100" r:id="rId81"/>
    <p:sldId id="2147482101" r:id="rId82"/>
    <p:sldId id="2147482186" r:id="rId83"/>
    <p:sldId id="2147482102" r:id="rId84"/>
    <p:sldId id="2147482162" r:id="rId85"/>
    <p:sldId id="2147482163" r:id="rId86"/>
    <p:sldId id="2147482168" r:id="rId87"/>
    <p:sldId id="2147482164" r:id="rId88"/>
    <p:sldId id="2147482165" r:id="rId89"/>
    <p:sldId id="2147482166" r:id="rId90"/>
    <p:sldId id="2147482182" r:id="rId91"/>
    <p:sldId id="2147482170" r:id="rId92"/>
    <p:sldId id="2147482183" r:id="rId93"/>
    <p:sldId id="2147482181" r:id="rId94"/>
    <p:sldId id="2147482198" r:id="rId95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217"/>
            <p14:sldId id="2147482218"/>
            <p14:sldId id="2147482219"/>
            <p14:sldId id="2147482174"/>
            <p14:sldId id="2147482220"/>
            <p14:sldId id="2147482173"/>
            <p14:sldId id="2147482113"/>
            <p14:sldId id="2147482189"/>
            <p14:sldId id="2147482188"/>
            <p14:sldId id="2147482201"/>
            <p14:sldId id="2147482202"/>
            <p14:sldId id="2147482203"/>
            <p14:sldId id="2147482172"/>
            <p14:sldId id="2147482169"/>
            <p14:sldId id="2147482193"/>
            <p14:sldId id="2147482171"/>
            <p14:sldId id="2147482167"/>
            <p14:sldId id="2147482199"/>
            <p14:sldId id="2147482195"/>
            <p14:sldId id="2147482197"/>
            <p14:sldId id="2147482196"/>
            <p14:sldId id="2147482116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6"/>
            <p14:sldId id="2147482200"/>
            <p14:sldId id="2147482140"/>
            <p14:sldId id="2147482204"/>
            <p14:sldId id="2147482205"/>
            <p14:sldId id="2147482206"/>
            <p14:sldId id="2147482141"/>
            <p14:sldId id="2147482187"/>
            <p14:sldId id="2147482207"/>
            <p14:sldId id="2147482208"/>
            <p14:sldId id="2147482177"/>
            <p14:sldId id="2147482221"/>
            <p14:sldId id="2147482222"/>
            <p14:sldId id="2147482223"/>
            <p14:sldId id="2147482216"/>
            <p14:sldId id="2147482179"/>
            <p14:sldId id="2147482210"/>
            <p14:sldId id="2147482132"/>
            <p14:sldId id="2147482211"/>
            <p14:sldId id="2147482178"/>
            <p14:sldId id="2147482212"/>
            <p14:sldId id="2147482213"/>
            <p14:sldId id="2147482147"/>
            <p14:sldId id="2147482214"/>
            <p14:sldId id="2147482215"/>
            <p14:sldId id="2147482161"/>
            <p14:sldId id="2147482180"/>
            <p14:sldId id="2147482160"/>
            <p14:sldId id="2147482184"/>
            <p14:sldId id="2147482185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  <p14:sldId id="2147482175"/>
            <p14:sldId id="2147482123"/>
            <p14:sldId id="2147482100"/>
            <p14:sldId id="2147482101"/>
            <p14:sldId id="2147482186"/>
            <p14:sldId id="2147482102"/>
            <p14:sldId id="2147482162"/>
            <p14:sldId id="2147482163"/>
            <p14:sldId id="2147482168"/>
            <p14:sldId id="2147482164"/>
            <p14:sldId id="2147482165"/>
            <p14:sldId id="2147482166"/>
            <p14:sldId id="2147482182"/>
            <p14:sldId id="2147482170"/>
            <p14:sldId id="2147482183"/>
            <p14:sldId id="2147482181"/>
            <p14:sldId id="214748219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0000"/>
    <a:srgbClr val="C00000"/>
    <a:srgbClr val="FFB9FF"/>
    <a:srgbClr val="FFFFFF"/>
    <a:srgbClr val="6C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85" d="100"/>
          <a:sy n="85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297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103" Type="http://schemas.microsoft.com/office/2018/10/relationships/authors" Target="author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commentAuthors" Target="commentAuthors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5/18/2026 7:24 AM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146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16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E7784-B8C7-2D26-DDA7-0A0655E7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975B70-9343-45D9-6384-375EC1351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794F-17F1-7108-7B2F-87826F286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7D98EFF-552A-051C-D9D6-04E46E8A8604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72C13-397F-55B2-F47D-299856B624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38BF3-DF0E-DE05-58FA-317456B19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30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09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svg"/><Relationship Id="rId1" Type="http://schemas.openxmlformats.org/officeDocument/2006/relationships/slideLayout" Target="../slideLayouts/slideLayout1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6911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71376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6020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6020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2218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893455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FA20437-8694-791F-60C9-44BBDF1326A0}"/>
              </a:ext>
            </a:extLst>
          </p:cNvPr>
          <p:cNvGrpSpPr/>
          <p:nvPr/>
        </p:nvGrpSpPr>
        <p:grpSpPr>
          <a:xfrm>
            <a:off x="1304597" y="2701399"/>
            <a:ext cx="4277086" cy="3309886"/>
            <a:chOff x="1304597" y="2701399"/>
            <a:chExt cx="4277086" cy="330988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F072A0-44ED-4CF5-6CD6-7D3A1C0E4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15525" y="3042186"/>
              <a:ext cx="4255708" cy="2969099"/>
            </a:xfrm>
            <a:prstGeom prst="rect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7E5D027-CAA7-3745-CFF1-906D87B657CA}"/>
                </a:ext>
              </a:extLst>
            </p:cNvPr>
            <p:cNvSpPr/>
            <p:nvPr/>
          </p:nvSpPr>
          <p:spPr bwMode="auto">
            <a:xfrm>
              <a:off x="1304597" y="2701399"/>
              <a:ext cx="4277086" cy="34078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solution 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860526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304F1-DCE9-082B-4798-46EFB66DE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4004CB-49FD-026A-AF15-6EF2C9DF8122}"/>
              </a:ext>
            </a:extLst>
          </p:cNvPr>
          <p:cNvSpPr/>
          <p:nvPr/>
        </p:nvSpPr>
        <p:spPr bwMode="auto">
          <a:xfrm>
            <a:off x="461168" y="387423"/>
            <a:ext cx="11172031" cy="51904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A3BAF9-40E5-9A38-F7E2-0BF88B3707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7577"/>
          <a:stretch>
            <a:fillRect/>
          </a:stretch>
        </p:blipFill>
        <p:spPr>
          <a:xfrm>
            <a:off x="747632" y="992229"/>
            <a:ext cx="5125165" cy="491131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BA7569-3965-E9AF-9DD1-7DE8793F76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72" t="7965"/>
          <a:stretch>
            <a:fillRect/>
          </a:stretch>
        </p:blipFill>
        <p:spPr>
          <a:xfrm>
            <a:off x="6364764" y="951589"/>
            <a:ext cx="5053094" cy="43837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8922431-F7AF-B822-6046-562224AE7F8C}"/>
              </a:ext>
            </a:extLst>
          </p:cNvPr>
          <p:cNvSpPr/>
          <p:nvPr/>
        </p:nvSpPr>
        <p:spPr bwMode="auto">
          <a:xfrm>
            <a:off x="676511" y="607667"/>
            <a:ext cx="5145486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presentation workspace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982FEB-26F9-FB41-F171-0808CEC3094E}"/>
              </a:ext>
            </a:extLst>
          </p:cNvPr>
          <p:cNvSpPr/>
          <p:nvPr/>
        </p:nvSpPr>
        <p:spPr bwMode="auto">
          <a:xfrm>
            <a:off x="6344442" y="599810"/>
            <a:ext cx="5073415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staging workspace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E35A62-78C7-D1B4-29EB-5407BDB83C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474"/>
          <a:stretch>
            <a:fillRect/>
          </a:stretch>
        </p:blipFill>
        <p:spPr>
          <a:xfrm>
            <a:off x="747632" y="1483360"/>
            <a:ext cx="5125165" cy="302541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5FFF870-63D6-8984-6176-A39125C79AB2}"/>
              </a:ext>
            </a:extLst>
          </p:cNvPr>
          <p:cNvSpPr/>
          <p:nvPr/>
        </p:nvSpPr>
        <p:spPr bwMode="auto">
          <a:xfrm>
            <a:off x="676511" y="951589"/>
            <a:ext cx="5145486" cy="3557187"/>
          </a:xfrm>
          <a:prstGeom prst="rect">
            <a:avLst/>
          </a:prstGeom>
          <a:noFill/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6658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164F52B3-3A76-0930-C427-C3E8952DF810}"/>
              </a:ext>
            </a:extLst>
          </p:cNvPr>
          <p:cNvGrpSpPr/>
          <p:nvPr/>
        </p:nvGrpSpPr>
        <p:grpSpPr>
          <a:xfrm>
            <a:off x="405816" y="578706"/>
            <a:ext cx="10252024" cy="2444545"/>
            <a:chOff x="101016" y="771746"/>
            <a:chExt cx="11847144" cy="282489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79A6CB7-1AA1-EF3C-8DBB-04F18D20A525}"/>
                </a:ext>
              </a:extLst>
            </p:cNvPr>
            <p:cNvSpPr/>
            <p:nvPr/>
          </p:nvSpPr>
          <p:spPr bwMode="auto">
            <a:xfrm>
              <a:off x="101016" y="771746"/>
              <a:ext cx="11847144" cy="28248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4318084D-0D67-9F5C-7610-34F30F7E98B9}"/>
                </a:ext>
              </a:extLst>
            </p:cNvPr>
            <p:cNvSpPr/>
            <p:nvPr/>
          </p:nvSpPr>
          <p:spPr bwMode="auto">
            <a:xfrm>
              <a:off x="3587955" y="1889828"/>
              <a:ext cx="752617" cy="563590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141D90F-0997-31C5-CB00-C3FD03E40945}"/>
                </a:ext>
              </a:extLst>
            </p:cNvPr>
            <p:cNvGrpSpPr/>
            <p:nvPr/>
          </p:nvGrpSpPr>
          <p:grpSpPr>
            <a:xfrm>
              <a:off x="254001" y="897388"/>
              <a:ext cx="3261359" cy="2548470"/>
              <a:chOff x="254001" y="824650"/>
              <a:chExt cx="3261359" cy="254847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2026257-22E9-C796-4ADD-3D7AFC0A1916}"/>
                  </a:ext>
                </a:extLst>
              </p:cNvPr>
              <p:cNvSpPr/>
              <p:nvPr/>
            </p:nvSpPr>
            <p:spPr bwMode="auto">
              <a:xfrm>
                <a:off x="254001" y="824650"/>
                <a:ext cx="3261359" cy="254847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environment</a:t>
                </a:r>
              </a:p>
            </p:txBody>
          </p:sp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4873E3F-3C1A-6F6F-0930-3E5FCE14E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4315" y="1158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6C10B5-CF4F-86BA-B6A3-7649EA8D5D1C}"/>
                </a:ext>
              </a:extLst>
            </p:cNvPr>
            <p:cNvGrpSpPr/>
            <p:nvPr/>
          </p:nvGrpSpPr>
          <p:grpSpPr>
            <a:xfrm>
              <a:off x="4413167" y="897388"/>
              <a:ext cx="3261359" cy="2548470"/>
              <a:chOff x="4587557" y="3272650"/>
              <a:chExt cx="3261359" cy="254847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28E7C84-7117-A395-D81D-663F93D1FC7B}"/>
                  </a:ext>
                </a:extLst>
              </p:cNvPr>
              <p:cNvSpPr/>
              <p:nvPr/>
            </p:nvSpPr>
            <p:spPr bwMode="auto">
              <a:xfrm>
                <a:off x="4587557" y="3272650"/>
                <a:ext cx="3261359" cy="254847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environment</a:t>
                </a: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A9C3CAE-3007-917A-0A44-EA52141E1B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07871" y="3606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302D7FC-C25D-BEC1-A5BC-941CF189D637}"/>
                </a:ext>
              </a:extLst>
            </p:cNvPr>
            <p:cNvGrpSpPr/>
            <p:nvPr/>
          </p:nvGrpSpPr>
          <p:grpSpPr>
            <a:xfrm>
              <a:off x="8572335" y="897388"/>
              <a:ext cx="3261359" cy="2548470"/>
              <a:chOff x="4587557" y="3272650"/>
              <a:chExt cx="3261359" cy="254847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0295818-7845-1260-6965-B370D4DAF6C1}"/>
                  </a:ext>
                </a:extLst>
              </p:cNvPr>
              <p:cNvSpPr/>
              <p:nvPr/>
            </p:nvSpPr>
            <p:spPr bwMode="auto">
              <a:xfrm>
                <a:off x="4587557" y="3272650"/>
                <a:ext cx="3261359" cy="254847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environment</a:t>
                </a:r>
              </a:p>
            </p:txBody>
          </p:sp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9DAAD2B-DF9D-F879-7A69-56460D713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07871" y="3606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05531E5D-497F-0D54-827D-5927866DCABE}"/>
                </a:ext>
              </a:extLst>
            </p:cNvPr>
            <p:cNvSpPr/>
            <p:nvPr/>
          </p:nvSpPr>
          <p:spPr bwMode="auto">
            <a:xfrm>
              <a:off x="7747121" y="1889828"/>
              <a:ext cx="752617" cy="563590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586689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6DEB0D-84D8-05A6-1192-3AFFB02D3339}"/>
              </a:ext>
            </a:extLst>
          </p:cNvPr>
          <p:cNvSpPr/>
          <p:nvPr/>
        </p:nvSpPr>
        <p:spPr bwMode="auto">
          <a:xfrm>
            <a:off x="367171" y="590155"/>
            <a:ext cx="3695245" cy="179445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C9560D-64AC-48D2-C6DC-30DD84EF2BBC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65DDEF-7F48-5E25-1570-C0ADF6801E9E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DC9BCE-6015-0059-97C7-BE2AC020554C}"/>
              </a:ext>
            </a:extLst>
          </p:cNvPr>
          <p:cNvSpPr/>
          <p:nvPr/>
        </p:nvSpPr>
        <p:spPr bwMode="auto">
          <a:xfrm>
            <a:off x="4276523" y="590155"/>
            <a:ext cx="3695245" cy="1794458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457AA95-0F2A-00F2-B7D9-C7E8D2F7407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48FFFD-FF7F-26D0-8C79-F6C1C0A30ABC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447EE76-D4D9-A92B-07E6-0F2CB4917821}"/>
              </a:ext>
            </a:extLst>
          </p:cNvPr>
          <p:cNvSpPr/>
          <p:nvPr/>
        </p:nvSpPr>
        <p:spPr bwMode="auto">
          <a:xfrm>
            <a:off x="8159952" y="590155"/>
            <a:ext cx="3695245" cy="179445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1B7C5D-8BC3-8081-5058-5C5F6C9145CE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1CEC61-EB4F-670F-65E3-CD60A6ECC845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182954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1D4C8-ECF6-3696-D807-AB8D759E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80EAB2-70B5-EB0C-9D7E-A91D0548D745}"/>
              </a:ext>
            </a:extLst>
          </p:cNvPr>
          <p:cNvSpPr/>
          <p:nvPr/>
        </p:nvSpPr>
        <p:spPr bwMode="auto">
          <a:xfrm>
            <a:off x="367171" y="590154"/>
            <a:ext cx="3695245" cy="30853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1A738F-3F2D-E1F4-FD9C-26B2A570662E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8DAA8B-164B-BD1A-3293-B632867294FE}"/>
              </a:ext>
            </a:extLst>
          </p:cNvPr>
          <p:cNvSpPr/>
          <p:nvPr/>
        </p:nvSpPr>
        <p:spPr bwMode="auto">
          <a:xfrm>
            <a:off x="581278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03B977-15B4-153C-A69C-1C21D1572155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025646-9568-6E8F-0398-1814BD048040}"/>
              </a:ext>
            </a:extLst>
          </p:cNvPr>
          <p:cNvSpPr/>
          <p:nvPr/>
        </p:nvSpPr>
        <p:spPr bwMode="auto">
          <a:xfrm>
            <a:off x="581278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E9FFB44-606B-1AA3-94F3-2AE9AEC5B350}"/>
              </a:ext>
            </a:extLst>
          </p:cNvPr>
          <p:cNvSpPr/>
          <p:nvPr/>
        </p:nvSpPr>
        <p:spPr bwMode="auto">
          <a:xfrm>
            <a:off x="4276523" y="590154"/>
            <a:ext cx="3695245" cy="3085373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AFF555F-ED12-529A-0D68-3038712CBA8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938BA9-09F2-ABE9-7B47-52D88392EB7E}"/>
              </a:ext>
            </a:extLst>
          </p:cNvPr>
          <p:cNvSpPr/>
          <p:nvPr/>
        </p:nvSpPr>
        <p:spPr bwMode="auto">
          <a:xfrm>
            <a:off x="4490630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3043F6F-6282-9B6B-8BAE-555BF5817B13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456399-447A-2544-6CF2-7587F0D8F2BA}"/>
              </a:ext>
            </a:extLst>
          </p:cNvPr>
          <p:cNvSpPr/>
          <p:nvPr/>
        </p:nvSpPr>
        <p:spPr bwMode="auto">
          <a:xfrm>
            <a:off x="4490630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19907E5-7069-E1B0-8BB2-00E9556C22D2}"/>
              </a:ext>
            </a:extLst>
          </p:cNvPr>
          <p:cNvSpPr/>
          <p:nvPr/>
        </p:nvSpPr>
        <p:spPr bwMode="auto">
          <a:xfrm>
            <a:off x="8159952" y="590154"/>
            <a:ext cx="3695245" cy="308537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B30B4A4-E3F8-5F8A-256B-83315F59A324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D9D2C2F-3136-8B83-20C3-6271122CFFEF}"/>
              </a:ext>
            </a:extLst>
          </p:cNvPr>
          <p:cNvSpPr/>
          <p:nvPr/>
        </p:nvSpPr>
        <p:spPr bwMode="auto">
          <a:xfrm>
            <a:off x="8374059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CAFE4A6-9CB4-09CD-670C-ED707824DEBC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666A40-BF4A-6054-AB85-BF14E54D406A}"/>
              </a:ext>
            </a:extLst>
          </p:cNvPr>
          <p:cNvSpPr/>
          <p:nvPr/>
        </p:nvSpPr>
        <p:spPr bwMode="auto">
          <a:xfrm>
            <a:off x="8374059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37589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B7D506D-9DB6-56C3-34A3-7025F65D4D7F}"/>
              </a:ext>
            </a:extLst>
          </p:cNvPr>
          <p:cNvSpPr/>
          <p:nvPr/>
        </p:nvSpPr>
        <p:spPr bwMode="auto">
          <a:xfrm>
            <a:off x="1908943" y="1981202"/>
            <a:ext cx="9126611" cy="25997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B41DF-AEF7-EACB-CBEF-B139B294F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723" y="2101698"/>
            <a:ext cx="2936796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504771-2B57-B0F9-4B5E-FFD242BF2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237" y="2101697"/>
            <a:ext cx="4627744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5BBD1075-1E6B-E13F-0345-41D668DC13C3}"/>
              </a:ext>
            </a:extLst>
          </p:cNvPr>
          <p:cNvSpPr/>
          <p:nvPr/>
        </p:nvSpPr>
        <p:spPr bwMode="auto">
          <a:xfrm>
            <a:off x="5015439" y="3168903"/>
            <a:ext cx="1166937" cy="475369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2524661-05B7-816A-3BB6-33B3D520B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601" y="1844444"/>
            <a:ext cx="6249272" cy="330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2655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11ED9-738A-F76D-BF98-7BEC528CF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0A41C63-A5C6-6E28-4FEC-5EB3B6E00003}"/>
              </a:ext>
            </a:extLst>
          </p:cNvPr>
          <p:cNvGrpSpPr/>
          <p:nvPr/>
        </p:nvGrpSpPr>
        <p:grpSpPr>
          <a:xfrm>
            <a:off x="1053583" y="708474"/>
            <a:ext cx="4621075" cy="958961"/>
            <a:chOff x="623277" y="717438"/>
            <a:chExt cx="4621075" cy="109343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2C8C80C-E0D0-AC3F-356D-930B960C3371}"/>
                </a:ext>
              </a:extLst>
            </p:cNvPr>
            <p:cNvSpPr/>
            <p:nvPr/>
          </p:nvSpPr>
          <p:spPr bwMode="auto">
            <a:xfrm>
              <a:off x="623277" y="717438"/>
              <a:ext cx="4621075" cy="10934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D30258E5-3A32-4FF5-D958-B1A72C737122}"/>
                </a:ext>
              </a:extLst>
            </p:cNvPr>
            <p:cNvSpPr/>
            <p:nvPr/>
          </p:nvSpPr>
          <p:spPr bwMode="auto">
            <a:xfrm flipH="1">
              <a:off x="2036715" y="985060"/>
              <a:ext cx="1779105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Update from GIT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11951-AD22-E515-0FC6-479E3C892FD5}"/>
                </a:ext>
              </a:extLst>
            </p:cNvPr>
            <p:cNvSpPr/>
            <p:nvPr/>
          </p:nvSpPr>
          <p:spPr bwMode="auto">
            <a:xfrm>
              <a:off x="3874960" y="836056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01BB4FC-1366-9464-EFA7-3D6987320FBC}"/>
                </a:ext>
              </a:extLst>
            </p:cNvPr>
            <p:cNvSpPr/>
            <p:nvPr/>
          </p:nvSpPr>
          <p:spPr bwMode="auto">
            <a:xfrm>
              <a:off x="747816" y="83605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998496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3C7A9A-4B84-3DBC-AD05-0C09E44FB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97" y="416434"/>
            <a:ext cx="7494267" cy="4191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2366376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25E6E77-8A30-D875-931D-E71AA2B6B47B}"/>
              </a:ext>
            </a:extLst>
          </p:cNvPr>
          <p:cNvSpPr/>
          <p:nvPr/>
        </p:nvSpPr>
        <p:spPr bwMode="auto">
          <a:xfrm>
            <a:off x="903103" y="594377"/>
            <a:ext cx="7387457" cy="27584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 solution design with Medallion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3EFDA4-0605-D094-B6DF-3F85940CE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463" y="961332"/>
            <a:ext cx="3449897" cy="18165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597693-3A42-51E6-9276-B711A4536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080" y="961332"/>
            <a:ext cx="3449897" cy="2283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16430065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F29E08-9B84-CF8A-4E2D-49BE8B6BE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99" y="223556"/>
            <a:ext cx="5042712" cy="51651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5575387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1CF3347-B2D3-274C-127B-32B4CC5052BE}"/>
              </a:ext>
            </a:extLst>
          </p:cNvPr>
          <p:cNvGrpSpPr/>
          <p:nvPr/>
        </p:nvGrpSpPr>
        <p:grpSpPr>
          <a:xfrm>
            <a:off x="856362" y="887768"/>
            <a:ext cx="4441780" cy="958961"/>
            <a:chOff x="1499629" y="3739975"/>
            <a:chExt cx="4170074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3245836-9D1C-9AC2-9968-EB8F1B468793}"/>
                </a:ext>
              </a:extLst>
            </p:cNvPr>
            <p:cNvSpPr/>
            <p:nvPr/>
          </p:nvSpPr>
          <p:spPr bwMode="auto">
            <a:xfrm>
              <a:off x="1499629" y="3739975"/>
              <a:ext cx="4170074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2F6D6202-FAE5-ADE6-0DA5-1224E10FC62D}"/>
                </a:ext>
              </a:extLst>
            </p:cNvPr>
            <p:cNvSpPr/>
            <p:nvPr/>
          </p:nvSpPr>
          <p:spPr bwMode="auto">
            <a:xfrm>
              <a:off x="2949384" y="4006166"/>
              <a:ext cx="1261062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931375-FE59-4EFC-6920-9D7802820302}"/>
                </a:ext>
              </a:extLst>
            </p:cNvPr>
            <p:cNvSpPr/>
            <p:nvPr/>
          </p:nvSpPr>
          <p:spPr bwMode="auto">
            <a:xfrm>
              <a:off x="4304880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05116C4-85B4-83E8-D877-38A71A8144D1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65BD47B-8F89-A94D-6193-922593C63FDA}"/>
              </a:ext>
            </a:extLst>
          </p:cNvPr>
          <p:cNvGrpSpPr/>
          <p:nvPr/>
        </p:nvGrpSpPr>
        <p:grpSpPr>
          <a:xfrm>
            <a:off x="999796" y="475392"/>
            <a:ext cx="4728651" cy="958961"/>
            <a:chOff x="1499628" y="3750283"/>
            <a:chExt cx="4439397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CE70D18-A46E-3353-F81D-8B99141106FA}"/>
                </a:ext>
              </a:extLst>
            </p:cNvPr>
            <p:cNvSpPr/>
            <p:nvPr/>
          </p:nvSpPr>
          <p:spPr bwMode="auto">
            <a:xfrm>
              <a:off x="1499628" y="3750283"/>
              <a:ext cx="4439397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0431711-4E9C-54BE-8982-303C7C24A803}"/>
                </a:ext>
              </a:extLst>
            </p:cNvPr>
            <p:cNvSpPr/>
            <p:nvPr/>
          </p:nvSpPr>
          <p:spPr bwMode="auto">
            <a:xfrm>
              <a:off x="2949384" y="4006166"/>
              <a:ext cx="1603938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2486A9C-506E-D23F-784F-75F2CB33B26A}"/>
                </a:ext>
              </a:extLst>
            </p:cNvPr>
            <p:cNvSpPr/>
            <p:nvPr/>
          </p:nvSpPr>
          <p:spPr bwMode="auto">
            <a:xfrm>
              <a:off x="4574203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9D1545-1B35-CDED-4887-B6796542A87B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FE26F-3C1D-8755-6A70-7311DE41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2A5646-53EF-CC91-5539-154467FA0970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C32AA54-935F-0A9A-07DC-D577321235D6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5E4E8C-2DB5-4BF9-48CF-EDFE240FAC15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28A12A-0CD5-635C-2146-70D3554B469E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CAB6515-99DD-781F-3CB0-24E9A9DE9906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B06631-2901-1BAF-6B0A-90B6646F3644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004167463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E7259A4-B068-D358-3746-E071FE213BC2}"/>
              </a:ext>
            </a:extLst>
          </p:cNvPr>
          <p:cNvGrpSpPr/>
          <p:nvPr/>
        </p:nvGrpSpPr>
        <p:grpSpPr>
          <a:xfrm>
            <a:off x="1334183" y="849630"/>
            <a:ext cx="7155393" cy="2647632"/>
            <a:chOff x="903877" y="552767"/>
            <a:chExt cx="7084299" cy="264763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68E41BF-198F-ADB2-976A-3D675BD4F4A3}"/>
                </a:ext>
              </a:extLst>
            </p:cNvPr>
            <p:cNvSpPr/>
            <p:nvPr/>
          </p:nvSpPr>
          <p:spPr bwMode="auto">
            <a:xfrm>
              <a:off x="903877" y="552767"/>
              <a:ext cx="7084299" cy="26476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F6A5552B-DB7D-6F2C-D43E-359301F3F785}"/>
                </a:ext>
              </a:extLst>
            </p:cNvPr>
            <p:cNvSpPr/>
            <p:nvPr/>
          </p:nvSpPr>
          <p:spPr bwMode="auto">
            <a:xfrm>
              <a:off x="2273039" y="783360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4A5E3C-6460-C90A-2236-7D9CC73FAC5D}"/>
                </a:ext>
              </a:extLst>
            </p:cNvPr>
            <p:cNvSpPr/>
            <p:nvPr/>
          </p:nvSpPr>
          <p:spPr bwMode="auto">
            <a:xfrm>
              <a:off x="3715678" y="668205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892E4E2-6A87-28AF-09B0-E47A47A426AB}"/>
                </a:ext>
              </a:extLst>
            </p:cNvPr>
            <p:cNvSpPr/>
            <p:nvPr/>
          </p:nvSpPr>
          <p:spPr bwMode="auto">
            <a:xfrm>
              <a:off x="1021976" y="668207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8412FFAF-0907-EB59-9520-B3B410ADD753}"/>
                </a:ext>
              </a:extLst>
            </p:cNvPr>
            <p:cNvSpPr/>
            <p:nvPr/>
          </p:nvSpPr>
          <p:spPr bwMode="auto">
            <a:xfrm>
              <a:off x="4957268" y="776070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64DB877-9ECF-4540-F069-230B4F3C13EE}"/>
                </a:ext>
              </a:extLst>
            </p:cNvPr>
            <p:cNvSpPr/>
            <p:nvPr/>
          </p:nvSpPr>
          <p:spPr bwMode="auto">
            <a:xfrm>
              <a:off x="6375842" y="668206"/>
              <a:ext cx="1469571" cy="240789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8" name="Arrow: Right 27">
              <a:extLst>
                <a:ext uri="{FF2B5EF4-FFF2-40B4-BE49-F238E27FC236}">
                  <a16:creationId xmlns:a16="http://schemas.microsoft.com/office/drawing/2014/main" id="{F5F65CC7-3AD5-CA86-92AD-825F78A88999}"/>
                </a:ext>
              </a:extLst>
            </p:cNvPr>
            <p:cNvSpPr/>
            <p:nvPr/>
          </p:nvSpPr>
          <p:spPr bwMode="auto">
            <a:xfrm>
              <a:off x="2273039" y="1551298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5AD9694-A812-8979-B114-9E3D37CB0181}"/>
                </a:ext>
              </a:extLst>
            </p:cNvPr>
            <p:cNvSpPr/>
            <p:nvPr/>
          </p:nvSpPr>
          <p:spPr bwMode="auto">
            <a:xfrm>
              <a:off x="3715678" y="1436143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1247A8C-069D-08DF-EC00-41649767EC9E}"/>
                </a:ext>
              </a:extLst>
            </p:cNvPr>
            <p:cNvSpPr/>
            <p:nvPr/>
          </p:nvSpPr>
          <p:spPr bwMode="auto">
            <a:xfrm>
              <a:off x="1021976" y="1436145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622F39B9-C40C-E76D-415D-39D24E90A9E0}"/>
                </a:ext>
              </a:extLst>
            </p:cNvPr>
            <p:cNvSpPr/>
            <p:nvPr/>
          </p:nvSpPr>
          <p:spPr bwMode="auto">
            <a:xfrm>
              <a:off x="4957268" y="1544008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3" name="Arrow: Right 32">
              <a:extLst>
                <a:ext uri="{FF2B5EF4-FFF2-40B4-BE49-F238E27FC236}">
                  <a16:creationId xmlns:a16="http://schemas.microsoft.com/office/drawing/2014/main" id="{8A8F427D-3877-42E6-742A-869B26BE2F75}"/>
                </a:ext>
              </a:extLst>
            </p:cNvPr>
            <p:cNvSpPr/>
            <p:nvPr/>
          </p:nvSpPr>
          <p:spPr bwMode="auto">
            <a:xfrm>
              <a:off x="2280160" y="2528897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0D25400-356C-46A4-1D4F-4513F75F1EE2}"/>
                </a:ext>
              </a:extLst>
            </p:cNvPr>
            <p:cNvSpPr/>
            <p:nvPr/>
          </p:nvSpPr>
          <p:spPr bwMode="auto">
            <a:xfrm>
              <a:off x="3722798" y="2413742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576AF5B-A037-0D34-D663-86CB7CEC6EC6}"/>
                </a:ext>
              </a:extLst>
            </p:cNvPr>
            <p:cNvSpPr/>
            <p:nvPr/>
          </p:nvSpPr>
          <p:spPr bwMode="auto">
            <a:xfrm>
              <a:off x="1029097" y="2413744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72D15B01-0B49-6915-16AD-CD44E7EB2277}"/>
                </a:ext>
              </a:extLst>
            </p:cNvPr>
            <p:cNvSpPr/>
            <p:nvPr/>
          </p:nvSpPr>
          <p:spPr bwMode="auto">
            <a:xfrm>
              <a:off x="4964388" y="2521607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41C3F50-C173-3212-672F-BA222726A61D}"/>
                </a:ext>
              </a:extLst>
            </p:cNvPr>
            <p:cNvCxnSpPr>
              <a:cxnSpLocks/>
            </p:cNvCxnSpPr>
            <p:nvPr/>
          </p:nvCxnSpPr>
          <p:spPr>
            <a:xfrm>
              <a:off x="1047027" y="2268071"/>
              <a:ext cx="5253470" cy="0"/>
            </a:xfrm>
            <a:prstGeom prst="line">
              <a:avLst/>
            </a:prstGeom>
            <a:ln w="19050">
              <a:solidFill>
                <a:schemeClr val="tx1">
                  <a:lumMod val="60000"/>
                  <a:lumOff val="40000"/>
                </a:schemeClr>
              </a:solidFill>
              <a:prstDash val="sysDot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B8B2D02-66AE-8312-7C68-D65660629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311" y="579525"/>
            <a:ext cx="4514843" cy="35621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FDF045-68AB-BA8E-F987-F193D151E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443" y="434547"/>
            <a:ext cx="6001588" cy="6125430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87376809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708E7-1FEB-5605-CF24-303D2CEC9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47DC44-79C7-AC2D-0257-5C3BD3FE0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059" y="890850"/>
            <a:ext cx="3370982" cy="1472504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E5FE1C-9106-3B81-48EF-11D49C3DF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13" y="568962"/>
            <a:ext cx="6154009" cy="4515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6519074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521B9-C16B-B9BE-5A0C-D0AC83891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848" y="917069"/>
            <a:ext cx="6830378" cy="552527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9121256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C8E1B4-C7B8-A398-459C-A9F370763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7" y="474937"/>
            <a:ext cx="10087722" cy="30223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977415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DB6E530-A653-DBDB-F8B4-EC82B216A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284" y="877528"/>
            <a:ext cx="9421906" cy="52394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Lakehouse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00842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897076" y="1078434"/>
            <a:ext cx="3969470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26066" y="1355423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5423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58642" y="135353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794995" y="1355423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BFF103F-7CAD-3170-F550-79B97989D138}"/>
              </a:ext>
            </a:extLst>
          </p:cNvPr>
          <p:cNvGrpSpPr/>
          <p:nvPr/>
        </p:nvGrpSpPr>
        <p:grpSpPr>
          <a:xfrm>
            <a:off x="1029424" y="1355423"/>
            <a:ext cx="657835" cy="654509"/>
            <a:chOff x="4850599" y="1353539"/>
            <a:chExt cx="657835" cy="65450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C54E8B4-09E1-FD08-8D18-7B240CA91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8026" t="13870" r="5038" b="6019"/>
            <a:stretch>
              <a:fillRect/>
            </a:stretch>
          </p:blipFill>
          <p:spPr>
            <a:xfrm>
              <a:off x="4959479" y="1414647"/>
              <a:ext cx="440073" cy="4322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823282D-B074-5213-F6AE-13DB249FC0E3}"/>
                </a:ext>
              </a:extLst>
            </p:cNvPr>
            <p:cNvSpPr/>
            <p:nvPr/>
          </p:nvSpPr>
          <p:spPr bwMode="auto">
            <a:xfrm>
              <a:off x="4850599" y="1353539"/>
              <a:ext cx="657835" cy="654509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EBB6EF5B-557D-2023-6AFD-A7517A01D008}"/>
              </a:ext>
            </a:extLst>
          </p:cNvPr>
          <p:cNvGrpSpPr/>
          <p:nvPr/>
        </p:nvGrpSpPr>
        <p:grpSpPr>
          <a:xfrm>
            <a:off x="1579297" y="1222316"/>
            <a:ext cx="3270369" cy="1673284"/>
            <a:chOff x="5389353" y="1249679"/>
            <a:chExt cx="3541287" cy="1811899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263C11A-349E-3159-0EAF-BAC4C7F2AB5E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11899"/>
              <a:chOff x="1446963" y="783951"/>
              <a:chExt cx="6390751" cy="4419287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18EFFD3-0105-CD44-3BFC-DBAD5B2BE883}"/>
                  </a:ext>
                </a:extLst>
              </p:cNvPr>
              <p:cNvSpPr/>
              <p:nvPr/>
            </p:nvSpPr>
            <p:spPr bwMode="auto">
              <a:xfrm>
                <a:off x="1446963" y="1389338"/>
                <a:ext cx="6390751" cy="3813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2DB75A4-117A-8569-07E4-4CABADC47C6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5484916-AB11-A0CF-0D32-1BA8A4BB7062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CBBA2384-5AA3-FF13-5403-2A35A19C5EE1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42CD4664-AD15-BB35-3A51-47ECB05534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428D6BC-66CA-B6AA-A305-FE155CCB6535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6CC0942-F384-6F7F-ED18-A99FEA2BB1CC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7EFB90B0-298D-9AA1-C6A3-5BB865DAD5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1D6437-8264-CF08-9EA9-66F6F45B129F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BCAAE14-88A5-AC0E-CF9C-72159B5945F0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F1191FD2-1170-96A6-0404-65F3778C16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7440647-B516-5D06-442D-19EE48DA5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0998B59D-E08F-AEB7-DD24-44E554B5C2C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9692384E-EF39-11C9-6F46-38956643C77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353D5-5C12-14FE-B8A3-6C352D2D4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C7265C4-A393-AC64-248D-530579392925}"/>
              </a:ext>
            </a:extLst>
          </p:cNvPr>
          <p:cNvSpPr/>
          <p:nvPr/>
        </p:nvSpPr>
        <p:spPr bwMode="auto">
          <a:xfrm>
            <a:off x="1477105" y="1139469"/>
            <a:ext cx="8388256" cy="3595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9DFC15D-DD84-AA39-1541-C86EE81E6A0D}"/>
              </a:ext>
            </a:extLst>
          </p:cNvPr>
          <p:cNvGrpSpPr/>
          <p:nvPr/>
        </p:nvGrpSpPr>
        <p:grpSpPr>
          <a:xfrm>
            <a:off x="1579297" y="1222316"/>
            <a:ext cx="3270369" cy="1717041"/>
            <a:chOff x="5389353" y="1249679"/>
            <a:chExt cx="3541287" cy="185928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3648B16-92A4-55E7-3DF4-74EC061FE821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C56671C-D348-3C5A-F2A7-BFED0CB752C3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0F62A0F-E48E-D378-5B17-7ACCAF9726E7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D21CC34-61C1-65FF-94F1-B21E2AE347DC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342D62E-2EEF-D359-3A83-7B2DA6BE127B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9CF8D613-0309-62A2-6CB6-568F06D691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9F7793B-0533-C118-1B8A-B9925A64DE1F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723F3AB-581D-6EBC-1839-C8994A366312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02FAC87A-EED8-EC73-A8BA-A102E9B36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08ECD60-DDC4-B35C-778D-06249727E26A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F8866A-A66C-D109-0B86-82235D0B10E2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9288A15A-01E7-9998-6865-E963F32510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0CA7CBB-2BF2-1751-22A4-FE78B1095B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B0F31AC5-44E3-0268-D4B8-5886DCE864E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05F7BE83-0574-8160-416F-557F04B5D0D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2F5F337D-84F1-52E6-8126-8589642CD780}"/>
              </a:ext>
            </a:extLst>
          </p:cNvPr>
          <p:cNvSpPr/>
          <p:nvPr/>
        </p:nvSpPr>
        <p:spPr bwMode="auto">
          <a:xfrm>
            <a:off x="4909891" y="4044510"/>
            <a:ext cx="1419789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A31C714-C7FB-104F-467A-4BE889219470}"/>
              </a:ext>
            </a:extLst>
          </p:cNvPr>
          <p:cNvSpPr/>
          <p:nvPr/>
        </p:nvSpPr>
        <p:spPr bwMode="auto">
          <a:xfrm>
            <a:off x="6402479" y="3958510"/>
            <a:ext cx="3270368" cy="6209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AB6541-F5E9-F7EC-5ED7-E3527D386D67}"/>
              </a:ext>
            </a:extLst>
          </p:cNvPr>
          <p:cNvSpPr/>
          <p:nvPr/>
        </p:nvSpPr>
        <p:spPr bwMode="auto">
          <a:xfrm>
            <a:off x="1591871" y="3995203"/>
            <a:ext cx="3245220" cy="62718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3C3AC7E7-8BE1-D972-3F3C-426DFF4C7D35}"/>
              </a:ext>
            </a:extLst>
          </p:cNvPr>
          <p:cNvSpPr/>
          <p:nvPr/>
        </p:nvSpPr>
        <p:spPr bwMode="auto">
          <a:xfrm>
            <a:off x="2742080" y="3000317"/>
            <a:ext cx="944802" cy="981637"/>
          </a:xfrm>
          <a:prstGeom prst="downArrow">
            <a:avLst>
              <a:gd name="adj1" fmla="val 76301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to GIT</a:t>
            </a:r>
          </a:p>
        </p:txBody>
      </p:sp>
      <p:sp>
        <p:nvSpPr>
          <p:cNvPr id="52" name="Arrow: Up 51">
            <a:extLst>
              <a:ext uri="{FF2B5EF4-FFF2-40B4-BE49-F238E27FC236}">
                <a16:creationId xmlns:a16="http://schemas.microsoft.com/office/drawing/2014/main" id="{5D6130B0-6534-7284-E60B-04C691FDDFA5}"/>
              </a:ext>
            </a:extLst>
          </p:cNvPr>
          <p:cNvSpPr/>
          <p:nvPr/>
        </p:nvSpPr>
        <p:spPr bwMode="auto">
          <a:xfrm>
            <a:off x="7565262" y="3013526"/>
            <a:ext cx="944802" cy="907467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B641573-75F2-AFD8-6A0B-DEC1D93BDA16}"/>
              </a:ext>
            </a:extLst>
          </p:cNvPr>
          <p:cNvGrpSpPr/>
          <p:nvPr/>
        </p:nvGrpSpPr>
        <p:grpSpPr>
          <a:xfrm>
            <a:off x="6402479" y="1222316"/>
            <a:ext cx="3270369" cy="1717041"/>
            <a:chOff x="5389353" y="1249679"/>
            <a:chExt cx="3541287" cy="1859281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382BEFB-EE9B-3C13-21DA-9FCD9741B3A2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974B960-492C-525C-2C81-2E327397EE3B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65A705E-EB28-1645-4E12-74E1720149D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feature workspace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4F78261-8382-BE0E-CCC7-33F0BA2A0FA8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9F4E9F2-5E64-6EEF-5748-E16E739EBFE4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66" name="Picture 65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3B419FD0-A031-354B-2D41-5E16512874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AB9E97C-7CB4-3C7B-408F-1A7CF48C5AF8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41BBF4E-4E87-1E60-F032-B7A4760A6720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4" name="Picture 63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ACA3F6B5-3D92-0742-0A26-95102791D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7531CF1C-C1B7-BB96-74B0-0CA2AED81BEB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048A1A3-8ED5-0CE6-7C8C-97BC38A60A7B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2" name="Picture 61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47A59C54-0AC7-FE29-86BA-9E336AA29C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178700E0-2A33-E040-6B97-4A206BCDA5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: Curved 58">
              <a:extLst>
                <a:ext uri="{FF2B5EF4-FFF2-40B4-BE49-F238E27FC236}">
                  <a16:creationId xmlns:a16="http://schemas.microsoft.com/office/drawing/2014/main" id="{84BC8937-43C4-2D2D-634A-6E9CAAE2CBF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: Curved 59">
              <a:extLst>
                <a:ext uri="{FF2B5EF4-FFF2-40B4-BE49-F238E27FC236}">
                  <a16:creationId xmlns:a16="http://schemas.microsoft.com/office/drawing/2014/main" id="{88BABD8D-2E56-359C-1472-19BD09F1015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091348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F13B54-D851-4DF9-3613-F3BAB9E4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733" y="1258575"/>
            <a:ext cx="2962688" cy="22386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1795737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85509-5D2A-57FF-03A8-D7A1110E2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28" y="775237"/>
            <a:ext cx="4001058" cy="14003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46D4D5-8583-3C79-9A65-1E953C744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117" y="3273900"/>
            <a:ext cx="8068801" cy="22958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6397614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8E32F5-E4B4-872A-0ED2-BD860DACA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9088"/>
          <a:stretch>
            <a:fillRect/>
          </a:stretch>
        </p:blipFill>
        <p:spPr>
          <a:xfrm>
            <a:off x="2094204" y="1633683"/>
            <a:ext cx="4915586" cy="17495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6498256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080BB8-3CFB-B1DB-E05C-BA0F1078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62" y="403412"/>
            <a:ext cx="3897583" cy="592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03E1A49-4F88-73FD-E183-80FA8F345C86}"/>
              </a:ext>
            </a:extLst>
          </p:cNvPr>
          <p:cNvSpPr/>
          <p:nvPr/>
        </p:nvSpPr>
        <p:spPr bwMode="auto">
          <a:xfrm>
            <a:off x="573741" y="1452283"/>
            <a:ext cx="10049435" cy="19811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7B11CD-8461-F939-3EA7-1F96F8460DB3}"/>
              </a:ext>
            </a:extLst>
          </p:cNvPr>
          <p:cNvSpPr/>
          <p:nvPr/>
        </p:nvSpPr>
        <p:spPr bwMode="auto">
          <a:xfrm>
            <a:off x="771143" y="2542428"/>
            <a:ext cx="9735671" cy="699247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REST APIs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EE0CB5-88C2-12A6-9319-BA18F4BC73E5}"/>
              </a:ext>
            </a:extLst>
          </p:cNvPr>
          <p:cNvSpPr/>
          <p:nvPr/>
        </p:nvSpPr>
        <p:spPr bwMode="auto">
          <a:xfrm>
            <a:off x="771143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Terraform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E50489-39F1-BB99-A6C2-5ECBEB640F59}"/>
              </a:ext>
            </a:extLst>
          </p:cNvPr>
          <p:cNvSpPr/>
          <p:nvPr/>
        </p:nvSpPr>
        <p:spPr bwMode="auto">
          <a:xfrm>
            <a:off x="2752343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CLI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7316A7-FC76-37FA-C31F-B2D5D2A41FA5}"/>
              </a:ext>
            </a:extLst>
          </p:cNvPr>
          <p:cNvSpPr/>
          <p:nvPr/>
        </p:nvSpPr>
        <p:spPr bwMode="auto">
          <a:xfrm>
            <a:off x="4706649" y="1635920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707ABE-3FD8-72DE-FF76-950B1020B531}"/>
              </a:ext>
            </a:extLst>
          </p:cNvPr>
          <p:cNvSpPr/>
          <p:nvPr/>
        </p:nvSpPr>
        <p:spPr bwMode="auto">
          <a:xfrm>
            <a:off x="8642155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Python SDK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B5EFF7-8952-8BC7-6830-DD035DB6E45B}"/>
              </a:ext>
            </a:extLst>
          </p:cNvPr>
          <p:cNvSpPr/>
          <p:nvPr/>
        </p:nvSpPr>
        <p:spPr bwMode="auto">
          <a:xfrm>
            <a:off x="6660955" y="1635921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.NET SDK</a:t>
            </a:r>
          </a:p>
        </p:txBody>
      </p:sp>
    </p:spTree>
    <p:extLst>
      <p:ext uri="{BB962C8B-B14F-4D97-AF65-F5344CB8AC3E}">
        <p14:creationId xmlns:p14="http://schemas.microsoft.com/office/powerpoint/2010/main" val="1223850847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7BDA-A624-B94F-35AA-CE3914C95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BC394F-0FAB-8798-DA4A-7B4E007AED18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2DB102E-C946-A642-1F02-3AE48A1E1859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371ADE-41C4-E256-0553-2570DC8B185C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5F946-3F1D-701C-1439-0C6CCBEEA15F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9048771-B599-5D89-4D88-244DAD5F93FD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13FDD-73A1-0061-1F3E-ED687457327E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764490707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811C-600E-7031-53D5-8A025AE90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415775C-62FF-6AE6-4234-819090D7AAE9}"/>
              </a:ext>
            </a:extLst>
          </p:cNvPr>
          <p:cNvSpPr/>
          <p:nvPr/>
        </p:nvSpPr>
        <p:spPr bwMode="auto">
          <a:xfrm>
            <a:off x="1355460" y="849630"/>
            <a:ext cx="9384258" cy="9343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9129EE1-6B91-2CB3-7B1D-95D01A018AFD}"/>
              </a:ext>
            </a:extLst>
          </p:cNvPr>
          <p:cNvSpPr/>
          <p:nvPr/>
        </p:nvSpPr>
        <p:spPr bwMode="auto">
          <a:xfrm>
            <a:off x="2690117" y="1076798"/>
            <a:ext cx="13936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3BA717-2C43-68C0-4023-86B2D99915A4}"/>
              </a:ext>
            </a:extLst>
          </p:cNvPr>
          <p:cNvSpPr/>
          <p:nvPr/>
        </p:nvSpPr>
        <p:spPr bwMode="auto">
          <a:xfrm>
            <a:off x="4122150" y="961205"/>
            <a:ext cx="1198226" cy="66236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93A881-CE3F-D1CA-F7B3-2CF3127E3D02}"/>
              </a:ext>
            </a:extLst>
          </p:cNvPr>
          <p:cNvSpPr/>
          <p:nvPr/>
        </p:nvSpPr>
        <p:spPr bwMode="auto">
          <a:xfrm>
            <a:off x="1453467" y="961205"/>
            <a:ext cx="1198226" cy="6623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1939891-4BDB-735D-0010-1D3F680655A8}"/>
              </a:ext>
            </a:extLst>
          </p:cNvPr>
          <p:cNvSpPr/>
          <p:nvPr/>
        </p:nvSpPr>
        <p:spPr bwMode="auto">
          <a:xfrm>
            <a:off x="5358800" y="1076798"/>
            <a:ext cx="13567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637F13-E84B-43AD-DCDD-BBE15BBC2A43}"/>
              </a:ext>
            </a:extLst>
          </p:cNvPr>
          <p:cNvSpPr/>
          <p:nvPr/>
        </p:nvSpPr>
        <p:spPr bwMode="auto">
          <a:xfrm>
            <a:off x="6753933" y="961205"/>
            <a:ext cx="1198226" cy="6623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8DD27C2-B90A-BD11-0E57-7542BD7968E5}"/>
              </a:ext>
            </a:extLst>
          </p:cNvPr>
          <p:cNvSpPr/>
          <p:nvPr/>
        </p:nvSpPr>
        <p:spPr bwMode="auto">
          <a:xfrm>
            <a:off x="7990583" y="1076798"/>
            <a:ext cx="13936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1E4A48-4AFE-14C4-C949-99E29A33E27D}"/>
              </a:ext>
            </a:extLst>
          </p:cNvPr>
          <p:cNvSpPr/>
          <p:nvPr/>
        </p:nvSpPr>
        <p:spPr bwMode="auto">
          <a:xfrm>
            <a:off x="9422615" y="961205"/>
            <a:ext cx="1198226" cy="6623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416705326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E2E86-1D04-C845-5544-2808F3F8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419FAB-0E38-1D7B-8C82-A8EB0E005EC5}"/>
              </a:ext>
            </a:extLst>
          </p:cNvPr>
          <p:cNvSpPr/>
          <p:nvPr/>
        </p:nvSpPr>
        <p:spPr bwMode="auto">
          <a:xfrm>
            <a:off x="764906" y="4319856"/>
            <a:ext cx="3395586" cy="3584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REST APIs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5CE493-0585-0B6A-CB84-CE41EE906223}"/>
              </a:ext>
            </a:extLst>
          </p:cNvPr>
          <p:cNvSpPr/>
          <p:nvPr/>
        </p:nvSpPr>
        <p:spPr bwMode="auto">
          <a:xfrm>
            <a:off x="764905" y="3409487"/>
            <a:ext cx="6880195" cy="415943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8CF931-A0D5-6849-23DB-E3D7C2E8CF3B}"/>
              </a:ext>
            </a:extLst>
          </p:cNvPr>
          <p:cNvSpPr/>
          <p:nvPr/>
        </p:nvSpPr>
        <p:spPr bwMode="auto">
          <a:xfrm>
            <a:off x="4246343" y="4319856"/>
            <a:ext cx="3395586" cy="358443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Azure REST APIs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BDBFCF-B6BA-D625-39ED-E5F611938D81}"/>
              </a:ext>
            </a:extLst>
          </p:cNvPr>
          <p:cNvSpPr/>
          <p:nvPr/>
        </p:nvSpPr>
        <p:spPr bwMode="auto">
          <a:xfrm>
            <a:off x="764905" y="536082"/>
            <a:ext cx="6880196" cy="27979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Your Terraform Configuration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B240C6-4013-EF18-B4C3-D5EA86066FBB}"/>
              </a:ext>
            </a:extLst>
          </p:cNvPr>
          <p:cNvSpPr/>
          <p:nvPr/>
        </p:nvSpPr>
        <p:spPr bwMode="auto">
          <a:xfrm>
            <a:off x="764906" y="3910663"/>
            <a:ext cx="3395586" cy="3584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Fabric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0AA33E-2912-B080-8E06-71A78ED57FA3}"/>
              </a:ext>
            </a:extLst>
          </p:cNvPr>
          <p:cNvSpPr/>
          <p:nvPr/>
        </p:nvSpPr>
        <p:spPr bwMode="auto">
          <a:xfrm>
            <a:off x="4246343" y="3910663"/>
            <a:ext cx="3395586" cy="35844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Azure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azurerm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78CDA-D30A-ABC6-7922-7233D3D78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6343" y="968663"/>
            <a:ext cx="3312904" cy="21159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A8E126-B68C-92CE-F0BF-02F91147B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909" y="983837"/>
            <a:ext cx="2955580" cy="21493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352CAE7D-05DC-2F01-1058-3C241147301A}"/>
              </a:ext>
            </a:extLst>
          </p:cNvPr>
          <p:cNvSpPr/>
          <p:nvPr/>
        </p:nvSpPr>
        <p:spPr bwMode="auto">
          <a:xfrm>
            <a:off x="2245441" y="3133188"/>
            <a:ext cx="517197" cy="591138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CCC5DDF-FD7F-802B-5DF8-F8DD216EDF01}"/>
              </a:ext>
            </a:extLst>
          </p:cNvPr>
          <p:cNvSpPr/>
          <p:nvPr/>
        </p:nvSpPr>
        <p:spPr bwMode="auto">
          <a:xfrm>
            <a:off x="5644197" y="3159516"/>
            <a:ext cx="517197" cy="564811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445950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B6052C-0D73-1343-DC00-C286871B4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91" y="809698"/>
            <a:ext cx="2591162" cy="16099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79575120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FAF46E-76D6-0971-2D0D-37D203FEF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405" y="927840"/>
            <a:ext cx="6344535" cy="2772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9688367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C43256B-DB78-579F-47C7-2C46B0F0C9AA}"/>
              </a:ext>
            </a:extLst>
          </p:cNvPr>
          <p:cNvGrpSpPr/>
          <p:nvPr/>
        </p:nvGrpSpPr>
        <p:grpSpPr>
          <a:xfrm>
            <a:off x="1006232" y="1025207"/>
            <a:ext cx="9025274" cy="4828745"/>
            <a:chOff x="1006232" y="1025208"/>
            <a:chExt cx="6308967" cy="28593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EFCFE45-6789-C5A4-DB49-C737ABDDF6E2}"/>
                </a:ext>
              </a:extLst>
            </p:cNvPr>
            <p:cNvSpPr/>
            <p:nvPr/>
          </p:nvSpPr>
          <p:spPr bwMode="auto">
            <a:xfrm>
              <a:off x="1006232" y="1025208"/>
              <a:ext cx="6308967" cy="2859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04130F3-26B8-CE71-0599-A1CDC1842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3394" y="1134732"/>
              <a:ext cx="1992863" cy="18863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771B3C-4E3E-4BBF-5BDE-D2425E9A4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83771" y="1134732"/>
              <a:ext cx="3930898" cy="265244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85F38182-AECE-1D75-5C44-16000E704A7F}"/>
                </a:ext>
              </a:extLst>
            </p:cNvPr>
            <p:cNvSpPr/>
            <p:nvPr/>
          </p:nvSpPr>
          <p:spPr bwMode="auto">
            <a:xfrm>
              <a:off x="2829367" y="2395142"/>
              <a:ext cx="633676" cy="245849"/>
            </a:xfrm>
            <a:prstGeom prst="rightArrow">
              <a:avLst/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2400" dirty="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7965543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95F5B8-9B48-0006-456F-31559B57B73C}"/>
              </a:ext>
            </a:extLst>
          </p:cNvPr>
          <p:cNvSpPr/>
          <p:nvPr/>
        </p:nvSpPr>
        <p:spPr bwMode="auto">
          <a:xfrm>
            <a:off x="1318218" y="575293"/>
            <a:ext cx="8114818" cy="25196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641C38C-B498-8777-A893-4519E6CD1066}"/>
              </a:ext>
            </a:extLst>
          </p:cNvPr>
          <p:cNvSpPr/>
          <p:nvPr/>
        </p:nvSpPr>
        <p:spPr bwMode="auto">
          <a:xfrm>
            <a:off x="6866976" y="673048"/>
            <a:ext cx="2514949" cy="236201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bg1"/>
                </a:solidFill>
                <a:ea typeface="Segoe UI" pitchFamily="34" charset="0"/>
                <a:cs typeface="Segoe UI" pitchFamily="34" charset="0"/>
              </a:rPr>
              <a:t>Terraform Deployment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DF0CD8-56AE-66A1-4978-884EF403875D}"/>
              </a:ext>
            </a:extLst>
          </p:cNvPr>
          <p:cNvSpPr/>
          <p:nvPr/>
        </p:nvSpPr>
        <p:spPr bwMode="auto">
          <a:xfrm>
            <a:off x="1492274" y="708479"/>
            <a:ext cx="2514949" cy="1677463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</a:t>
            </a:r>
            <a:r>
              <a:rPr lang="en-US" sz="1200" b="1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configurstion</a:t>
            </a:r>
            <a:endParaRPr lang="en-US" sz="1200" b="1" dirty="0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D5787E-00A2-F0F0-9ECE-0EC18E722961}"/>
              </a:ext>
            </a:extLst>
          </p:cNvPr>
          <p:cNvSpPr/>
          <p:nvPr/>
        </p:nvSpPr>
        <p:spPr bwMode="auto">
          <a:xfrm>
            <a:off x="4360044" y="1076957"/>
            <a:ext cx="1982086" cy="758169"/>
          </a:xfrm>
          <a:prstGeom prst="rect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remote state file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C1D7E0-68C7-2056-E755-397868EB1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112" y="1439685"/>
            <a:ext cx="1609950" cy="257211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55381D7-2A92-2EC8-7B43-82F64FCD1DFF}"/>
              </a:ext>
            </a:extLst>
          </p:cNvPr>
          <p:cNvSpPr/>
          <p:nvPr/>
        </p:nvSpPr>
        <p:spPr bwMode="auto">
          <a:xfrm>
            <a:off x="7101327" y="1571703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69A1FFF-87B5-E104-6485-0D4F9756751C}"/>
              </a:ext>
            </a:extLst>
          </p:cNvPr>
          <p:cNvSpPr/>
          <p:nvPr/>
        </p:nvSpPr>
        <p:spPr bwMode="auto">
          <a:xfrm>
            <a:off x="7101326" y="2022471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C0557C-6246-1545-BF30-CD3F6C6EFE6F}"/>
              </a:ext>
            </a:extLst>
          </p:cNvPr>
          <p:cNvSpPr/>
          <p:nvPr/>
        </p:nvSpPr>
        <p:spPr bwMode="auto">
          <a:xfrm>
            <a:off x="7101327" y="1101661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1583DB-52B5-7A1C-248B-2DC4101777ED}"/>
              </a:ext>
            </a:extLst>
          </p:cNvPr>
          <p:cNvSpPr/>
          <p:nvPr/>
        </p:nvSpPr>
        <p:spPr bwMode="auto">
          <a:xfrm>
            <a:off x="7101326" y="2475188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8FC893-D9E3-7316-E5E1-A373E1DC8F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390" b="33675"/>
          <a:stretch>
            <a:fillRect/>
          </a:stretch>
        </p:blipFill>
        <p:spPr>
          <a:xfrm>
            <a:off x="1611747" y="1162997"/>
            <a:ext cx="2114638" cy="106779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352EF3C0-D971-81A0-EC17-D8CB840378C5}"/>
              </a:ext>
            </a:extLst>
          </p:cNvPr>
          <p:cNvSpPr/>
          <p:nvPr/>
        </p:nvSpPr>
        <p:spPr bwMode="auto">
          <a:xfrm>
            <a:off x="4126696" y="1835126"/>
            <a:ext cx="3149319" cy="550816"/>
          </a:xfrm>
          <a:prstGeom prst="rightArrow">
            <a:avLst>
              <a:gd name="adj1" fmla="val 69884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apply</a:t>
            </a:r>
          </a:p>
        </p:txBody>
      </p:sp>
    </p:spTree>
    <p:extLst>
      <p:ext uri="{BB962C8B-B14F-4D97-AF65-F5344CB8AC3E}">
        <p14:creationId xmlns:p14="http://schemas.microsoft.com/office/powerpoint/2010/main" val="1834951837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61012B-6D84-61D7-101B-85C4C1471366}"/>
              </a:ext>
            </a:extLst>
          </p:cNvPr>
          <p:cNvSpPr/>
          <p:nvPr/>
        </p:nvSpPr>
        <p:spPr bwMode="auto">
          <a:xfrm>
            <a:off x="595008" y="551868"/>
            <a:ext cx="2314451" cy="207007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FCE9F-032B-C2B9-052A-CFDD62735807}"/>
              </a:ext>
            </a:extLst>
          </p:cNvPr>
          <p:cNvSpPr/>
          <p:nvPr/>
        </p:nvSpPr>
        <p:spPr bwMode="auto">
          <a:xfrm>
            <a:off x="729110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27E124-AFB9-8381-4D1A-967356346BEB}"/>
              </a:ext>
            </a:extLst>
          </p:cNvPr>
          <p:cNvSpPr/>
          <p:nvPr/>
        </p:nvSpPr>
        <p:spPr bwMode="auto">
          <a:xfrm>
            <a:off x="729110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836032-2882-ADA8-E75D-FAB8A6CD8319}"/>
              </a:ext>
            </a:extLst>
          </p:cNvPr>
          <p:cNvSpPr/>
          <p:nvPr/>
        </p:nvSpPr>
        <p:spPr bwMode="auto">
          <a:xfrm>
            <a:off x="729110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8A8962-AB6B-865F-02FA-62956E91344D}"/>
              </a:ext>
            </a:extLst>
          </p:cNvPr>
          <p:cNvSpPr/>
          <p:nvPr/>
        </p:nvSpPr>
        <p:spPr bwMode="auto">
          <a:xfrm>
            <a:off x="729110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386455-D837-F606-B72D-DFA87A67A2E3}"/>
              </a:ext>
            </a:extLst>
          </p:cNvPr>
          <p:cNvSpPr/>
          <p:nvPr/>
        </p:nvSpPr>
        <p:spPr bwMode="auto">
          <a:xfrm>
            <a:off x="3043562" y="551868"/>
            <a:ext cx="2314451" cy="2070075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BC68D-EC62-4AC1-FAC7-2307D4963C37}"/>
              </a:ext>
            </a:extLst>
          </p:cNvPr>
          <p:cNvSpPr/>
          <p:nvPr/>
        </p:nvSpPr>
        <p:spPr bwMode="auto">
          <a:xfrm>
            <a:off x="3177664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47BC48-FC74-6DF0-43E8-636B6728F4AC}"/>
              </a:ext>
            </a:extLst>
          </p:cNvPr>
          <p:cNvSpPr/>
          <p:nvPr/>
        </p:nvSpPr>
        <p:spPr bwMode="auto">
          <a:xfrm>
            <a:off x="3177664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709B47-2E1D-5902-754F-2DBECFA4398B}"/>
              </a:ext>
            </a:extLst>
          </p:cNvPr>
          <p:cNvSpPr/>
          <p:nvPr/>
        </p:nvSpPr>
        <p:spPr bwMode="auto">
          <a:xfrm>
            <a:off x="3177664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2E9923-346F-F5C3-7E6C-B29BBB08F59F}"/>
              </a:ext>
            </a:extLst>
          </p:cNvPr>
          <p:cNvSpPr/>
          <p:nvPr/>
        </p:nvSpPr>
        <p:spPr bwMode="auto">
          <a:xfrm>
            <a:off x="3177664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202A481-7AEE-C272-ABC1-27C9F0B3648D}"/>
              </a:ext>
            </a:extLst>
          </p:cNvPr>
          <p:cNvSpPr/>
          <p:nvPr/>
        </p:nvSpPr>
        <p:spPr bwMode="auto">
          <a:xfrm>
            <a:off x="5475879" y="551868"/>
            <a:ext cx="2314451" cy="207007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CDE74E-6B65-CD78-8A64-7246179EF447}"/>
              </a:ext>
            </a:extLst>
          </p:cNvPr>
          <p:cNvSpPr/>
          <p:nvPr/>
        </p:nvSpPr>
        <p:spPr bwMode="auto">
          <a:xfrm>
            <a:off x="5609981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D39DA6-16AD-F12D-CD81-EB8A742E868B}"/>
              </a:ext>
            </a:extLst>
          </p:cNvPr>
          <p:cNvSpPr/>
          <p:nvPr/>
        </p:nvSpPr>
        <p:spPr bwMode="auto">
          <a:xfrm>
            <a:off x="5609981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6E59A3F-15B0-7E3D-A595-97CF2638D82A}"/>
              </a:ext>
            </a:extLst>
          </p:cNvPr>
          <p:cNvSpPr/>
          <p:nvPr/>
        </p:nvSpPr>
        <p:spPr bwMode="auto">
          <a:xfrm>
            <a:off x="5609981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80F377-0412-EF79-FE71-872C4C87785E}"/>
              </a:ext>
            </a:extLst>
          </p:cNvPr>
          <p:cNvSpPr/>
          <p:nvPr/>
        </p:nvSpPr>
        <p:spPr bwMode="auto">
          <a:xfrm>
            <a:off x="5609981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BF3C2E3-16EB-72A2-1476-9ACB827F998D}"/>
              </a:ext>
            </a:extLst>
          </p:cNvPr>
          <p:cNvGrpSpPr/>
          <p:nvPr/>
        </p:nvGrpSpPr>
        <p:grpSpPr>
          <a:xfrm>
            <a:off x="973656" y="712134"/>
            <a:ext cx="6527293" cy="2437909"/>
            <a:chOff x="998219" y="2878366"/>
            <a:chExt cx="7734302" cy="28887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C060B8-7875-3A2D-DC77-6967E6E56932}"/>
                </a:ext>
              </a:extLst>
            </p:cNvPr>
            <p:cNvSpPr/>
            <p:nvPr/>
          </p:nvSpPr>
          <p:spPr bwMode="auto">
            <a:xfrm>
              <a:off x="998219" y="2878366"/>
              <a:ext cx="4869065" cy="288872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Development Process (CI)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E8957BC-E5B1-C3D6-BBB1-8DA6219E3A64}"/>
                </a:ext>
              </a:extLst>
            </p:cNvPr>
            <p:cNvSpPr/>
            <p:nvPr/>
          </p:nvSpPr>
          <p:spPr bwMode="auto">
            <a:xfrm>
              <a:off x="6030031" y="2878366"/>
              <a:ext cx="2702490" cy="2888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 Process (CD)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690C601-734B-5917-D0F2-E5F263A7346F}"/>
                </a:ext>
              </a:extLst>
            </p:cNvPr>
            <p:cNvGrpSpPr/>
            <p:nvPr/>
          </p:nvGrpSpPr>
          <p:grpSpPr>
            <a:xfrm>
              <a:off x="1138108" y="4282427"/>
              <a:ext cx="3113579" cy="975768"/>
              <a:chOff x="1854618" y="1506117"/>
              <a:chExt cx="3443987" cy="1392700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B9CA6C8-709F-8932-EEF5-41EC2AE308BA}"/>
                  </a:ext>
                </a:extLst>
              </p:cNvPr>
              <p:cNvGrpSpPr/>
              <p:nvPr/>
            </p:nvGrpSpPr>
            <p:grpSpPr>
              <a:xfrm>
                <a:off x="1854618" y="1506117"/>
                <a:ext cx="3443987" cy="614039"/>
                <a:chOff x="1194579" y="1506117"/>
                <a:chExt cx="4104026" cy="695707"/>
              </a:xfrm>
            </p:grpSpPr>
            <p:sp>
              <p:nvSpPr>
                <p:cNvPr id="19" name="Arrow: Right 18">
                  <a:extLst>
                    <a:ext uri="{FF2B5EF4-FFF2-40B4-BE49-F238E27FC236}">
                      <a16:creationId xmlns:a16="http://schemas.microsoft.com/office/drawing/2014/main" id="{E62D6ACE-54A5-62EF-50FA-5E61073CDABA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5235AC51-0E6C-11BA-7345-E0472F3839D3}"/>
                    </a:ext>
                  </a:extLst>
                </p:cNvPr>
                <p:cNvSpPr/>
                <p:nvPr/>
              </p:nvSpPr>
              <p:spPr bwMode="auto">
                <a:xfrm>
                  <a:off x="3504794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CC107B61-370E-68F5-C398-D2B6B2D93664}"/>
                    </a:ext>
                  </a:extLst>
                </p:cNvPr>
                <p:cNvSpPr/>
                <p:nvPr/>
              </p:nvSpPr>
              <p:spPr bwMode="auto">
                <a:xfrm>
                  <a:off x="1194579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22" name="Arrow: Left-Right 21">
                  <a:extLst>
                    <a:ext uri="{FF2B5EF4-FFF2-40B4-BE49-F238E27FC236}">
                      <a16:creationId xmlns:a16="http://schemas.microsoft.com/office/drawing/2014/main" id="{D0351745-356A-3550-3680-66E8E61FC2D8}"/>
                    </a:ext>
                  </a:extLst>
                </p:cNvPr>
                <p:cNvSpPr/>
                <p:nvPr/>
              </p:nvSpPr>
              <p:spPr bwMode="auto">
                <a:xfrm flipH="1">
                  <a:off x="2536213" y="1681008"/>
                  <a:ext cx="925970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49765A5-4371-AE7B-EF1A-C929161416B1}"/>
                  </a:ext>
                </a:extLst>
              </p:cNvPr>
              <p:cNvGrpSpPr/>
              <p:nvPr/>
            </p:nvGrpSpPr>
            <p:grpSpPr>
              <a:xfrm>
                <a:off x="1879901" y="2284778"/>
                <a:ext cx="3418704" cy="614039"/>
                <a:chOff x="1224707" y="1506117"/>
                <a:chExt cx="4073898" cy="695707"/>
              </a:xfrm>
            </p:grpSpPr>
            <p:sp>
              <p:nvSpPr>
                <p:cNvPr id="15" name="Arrow: Right 14">
                  <a:extLst>
                    <a:ext uri="{FF2B5EF4-FFF2-40B4-BE49-F238E27FC236}">
                      <a16:creationId xmlns:a16="http://schemas.microsoft.com/office/drawing/2014/main" id="{A96BB543-E456-9951-1952-0BAB398BE4AD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D218C03-09D0-726C-F6E0-97656D006BED}"/>
                    </a:ext>
                  </a:extLst>
                </p:cNvPr>
                <p:cNvSpPr/>
                <p:nvPr/>
              </p:nvSpPr>
              <p:spPr bwMode="auto">
                <a:xfrm>
                  <a:off x="3517172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921655E9-F651-A0A1-FAFA-6F3C424EF903}"/>
                    </a:ext>
                  </a:extLst>
                </p:cNvPr>
                <p:cNvSpPr/>
                <p:nvPr/>
              </p:nvSpPr>
              <p:spPr bwMode="auto">
                <a:xfrm>
                  <a:off x="1224707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18" name="Arrow: Left-Right 17">
                  <a:extLst>
                    <a:ext uri="{FF2B5EF4-FFF2-40B4-BE49-F238E27FC236}">
                      <a16:creationId xmlns:a16="http://schemas.microsoft.com/office/drawing/2014/main" id="{560E0A22-5591-D5FB-75ED-FAB37C1753E3}"/>
                    </a:ext>
                  </a:extLst>
                </p:cNvPr>
                <p:cNvSpPr/>
                <p:nvPr/>
              </p:nvSpPr>
              <p:spPr bwMode="auto">
                <a:xfrm flipH="1">
                  <a:off x="2536212" y="1681008"/>
                  <a:ext cx="920226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B39E56F-EEFF-10B9-EE3E-18CA219A316A}"/>
                </a:ext>
              </a:extLst>
            </p:cNvPr>
            <p:cNvGrpSpPr/>
            <p:nvPr/>
          </p:nvGrpSpPr>
          <p:grpSpPr>
            <a:xfrm>
              <a:off x="4386498" y="3042990"/>
              <a:ext cx="1140078" cy="2247676"/>
              <a:chOff x="5239777" y="695739"/>
              <a:chExt cx="1261062" cy="2601961"/>
            </a:xfrm>
            <a:solidFill>
              <a:schemeClr val="accent4"/>
            </a:solidFill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40E14FB-83D5-33B3-FC53-A6B9DAB0BDE6}"/>
                  </a:ext>
                </a:extLst>
              </p:cNvPr>
              <p:cNvSpPr/>
              <p:nvPr/>
            </p:nvSpPr>
            <p:spPr bwMode="auto">
              <a:xfrm>
                <a:off x="5239777" y="2022754"/>
                <a:ext cx="1261062" cy="1274946"/>
              </a:xfrm>
              <a:prstGeom prst="rect">
                <a:avLst/>
              </a:prstGeom>
              <a:grpFill/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integration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9AE5D25-898D-B931-8F02-24B053C9163F}"/>
                  </a:ext>
                </a:extLst>
              </p:cNvPr>
              <p:cNvSpPr/>
              <p:nvPr/>
            </p:nvSpPr>
            <p:spPr bwMode="auto">
              <a:xfrm>
                <a:off x="5239777" y="695739"/>
                <a:ext cx="1261062" cy="85380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12" name="Arrow: Right 11">
                <a:extLst>
                  <a:ext uri="{FF2B5EF4-FFF2-40B4-BE49-F238E27FC236}">
                    <a16:creationId xmlns:a16="http://schemas.microsoft.com/office/drawing/2014/main" id="{C364B072-63A4-9D0E-18A5-2D9315106A1F}"/>
                  </a:ext>
                </a:extLst>
              </p:cNvPr>
              <p:cNvSpPr/>
              <p:nvPr/>
            </p:nvSpPr>
            <p:spPr bwMode="auto">
              <a:xfrm rot="16200000">
                <a:off x="5666768" y="1663964"/>
                <a:ext cx="407079" cy="282097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DDF5720-7663-47B0-2F53-0D66B9B89079}"/>
                </a:ext>
              </a:extLst>
            </p:cNvPr>
            <p:cNvSpPr/>
            <p:nvPr/>
          </p:nvSpPr>
          <p:spPr bwMode="auto">
            <a:xfrm>
              <a:off x="7296447" y="3313589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73CEBA1B-474E-F3B3-573C-2CCD3AF060EF}"/>
                </a:ext>
              </a:extLst>
            </p:cNvPr>
            <p:cNvSpPr/>
            <p:nvPr/>
          </p:nvSpPr>
          <p:spPr bwMode="auto">
            <a:xfrm>
              <a:off x="6149302" y="3780544"/>
              <a:ext cx="1027873" cy="92721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2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?</a:t>
              </a:r>
              <a:endParaRPr lang="en-US" sz="3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9C40AA-26AA-4321-EDB1-9EBE307C4BD5}"/>
                </a:ext>
              </a:extLst>
            </p:cNvPr>
            <p:cNvSpPr/>
            <p:nvPr/>
          </p:nvSpPr>
          <p:spPr bwMode="auto">
            <a:xfrm>
              <a:off x="7296447" y="4371215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2366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8740D2-F051-D967-20A0-F49481439CFD}"/>
              </a:ext>
            </a:extLst>
          </p:cNvPr>
          <p:cNvSpPr/>
          <p:nvPr/>
        </p:nvSpPr>
        <p:spPr bwMode="auto">
          <a:xfrm>
            <a:off x="302953" y="238998"/>
            <a:ext cx="7560888" cy="32684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EDB799-4EDC-6DA7-6DC6-63624D4C63B5}"/>
              </a:ext>
            </a:extLst>
          </p:cNvPr>
          <p:cNvSpPr/>
          <p:nvPr/>
        </p:nvSpPr>
        <p:spPr bwMode="auto">
          <a:xfrm>
            <a:off x="401494" y="764984"/>
            <a:ext cx="7334961" cy="11356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CE019-1553-9442-81F3-76DDBE8CABC0}"/>
              </a:ext>
            </a:extLst>
          </p:cNvPr>
          <p:cNvSpPr/>
          <p:nvPr/>
        </p:nvSpPr>
        <p:spPr bwMode="auto">
          <a:xfrm>
            <a:off x="401494" y="351423"/>
            <a:ext cx="7334961" cy="402111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47363E60-D1DA-817E-3604-E073F0D14679}"/>
              </a:ext>
            </a:extLst>
          </p:cNvPr>
          <p:cNvSpPr/>
          <p:nvPr/>
        </p:nvSpPr>
        <p:spPr bwMode="auto">
          <a:xfrm>
            <a:off x="2218741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34F188-4935-E961-0E90-6ECEA88FA0F7}"/>
              </a:ext>
            </a:extLst>
          </p:cNvPr>
          <p:cNvSpPr/>
          <p:nvPr/>
        </p:nvSpPr>
        <p:spPr bwMode="auto">
          <a:xfrm>
            <a:off x="565725" y="2647841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B5F77E-BA4B-9C00-FCFA-9E63C98B134F}"/>
              </a:ext>
            </a:extLst>
          </p:cNvPr>
          <p:cNvSpPr/>
          <p:nvPr/>
        </p:nvSpPr>
        <p:spPr bwMode="auto">
          <a:xfrm>
            <a:off x="565725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EDF43A-17A1-AD45-A408-EC37B49A34DB}"/>
              </a:ext>
            </a:extLst>
          </p:cNvPr>
          <p:cNvSpPr/>
          <p:nvPr/>
        </p:nvSpPr>
        <p:spPr bwMode="auto">
          <a:xfrm>
            <a:off x="3212600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987B42C-D5C3-94B5-7A63-32067C41F033}"/>
              </a:ext>
            </a:extLst>
          </p:cNvPr>
          <p:cNvSpPr/>
          <p:nvPr/>
        </p:nvSpPr>
        <p:spPr bwMode="auto">
          <a:xfrm>
            <a:off x="5859475" y="94108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BA859621-4BBB-2D8A-D94D-AA4F3EDD56EE}"/>
              </a:ext>
            </a:extLst>
          </p:cNvPr>
          <p:cNvSpPr/>
          <p:nvPr/>
        </p:nvSpPr>
        <p:spPr bwMode="auto">
          <a:xfrm>
            <a:off x="4870529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" name="Arrow: Up-Down 1">
            <a:extLst>
              <a:ext uri="{FF2B5EF4-FFF2-40B4-BE49-F238E27FC236}">
                <a16:creationId xmlns:a16="http://schemas.microsoft.com/office/drawing/2014/main" id="{CB9EA47A-8CCC-5979-E2BB-5A0BF89A9739}"/>
              </a:ext>
            </a:extLst>
          </p:cNvPr>
          <p:cNvSpPr/>
          <p:nvPr/>
        </p:nvSpPr>
        <p:spPr bwMode="auto">
          <a:xfrm>
            <a:off x="1102649" y="1698117"/>
            <a:ext cx="560846" cy="950490"/>
          </a:xfrm>
          <a:prstGeom prst="upDownArrow">
            <a:avLst>
              <a:gd name="adj1" fmla="val 67960"/>
              <a:gd name="adj2" fmla="val 55238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sync</a:t>
            </a:r>
          </a:p>
        </p:txBody>
      </p:sp>
    </p:spTree>
    <p:extLst>
      <p:ext uri="{BB962C8B-B14F-4D97-AF65-F5344CB8AC3E}">
        <p14:creationId xmlns:p14="http://schemas.microsoft.com/office/powerpoint/2010/main" val="4035362271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24B017B2-8C5C-F312-8BCF-4038DB14AEF2}"/>
              </a:ext>
            </a:extLst>
          </p:cNvPr>
          <p:cNvSpPr/>
          <p:nvPr/>
        </p:nvSpPr>
        <p:spPr bwMode="auto">
          <a:xfrm>
            <a:off x="2508484" y="2268071"/>
            <a:ext cx="7603706" cy="24294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5D014D91-ED3A-1AB4-4797-E1572D72F754}"/>
              </a:ext>
            </a:extLst>
          </p:cNvPr>
          <p:cNvSpPr/>
          <p:nvPr/>
        </p:nvSpPr>
        <p:spPr bwMode="auto">
          <a:xfrm>
            <a:off x="4239220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7467B2-5BAF-E591-79BF-CCEA40C52123}"/>
              </a:ext>
            </a:extLst>
          </p:cNvPr>
          <p:cNvSpPr/>
          <p:nvPr/>
        </p:nvSpPr>
        <p:spPr bwMode="auto">
          <a:xfrm>
            <a:off x="2587682" y="381590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Arrow: Up 10">
            <a:extLst>
              <a:ext uri="{FF2B5EF4-FFF2-40B4-BE49-F238E27FC236}">
                <a16:creationId xmlns:a16="http://schemas.microsoft.com/office/drawing/2014/main" id="{9EFDCDA2-95FD-F09F-867A-2338D9CBE4F0}"/>
              </a:ext>
            </a:extLst>
          </p:cNvPr>
          <p:cNvSpPr/>
          <p:nvPr/>
        </p:nvSpPr>
        <p:spPr bwMode="auto">
          <a:xfrm>
            <a:off x="3045881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6EB9C3-EC3C-EE66-E4E2-E27EA7DE3F67}"/>
              </a:ext>
            </a:extLst>
          </p:cNvPr>
          <p:cNvSpPr/>
          <p:nvPr/>
        </p:nvSpPr>
        <p:spPr bwMode="auto">
          <a:xfrm>
            <a:off x="2587682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7D6C4EA-7ADB-E420-BAB2-DAE5010422AF}"/>
              </a:ext>
            </a:extLst>
          </p:cNvPr>
          <p:cNvSpPr/>
          <p:nvPr/>
        </p:nvSpPr>
        <p:spPr bwMode="auto">
          <a:xfrm>
            <a:off x="7118923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A350F9-A690-3153-17E4-9E97D9AC5536}"/>
              </a:ext>
            </a:extLst>
          </p:cNvPr>
          <p:cNvSpPr/>
          <p:nvPr/>
        </p:nvSpPr>
        <p:spPr bwMode="auto">
          <a:xfrm>
            <a:off x="5467385" y="381590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9" name="Arrow: Up 18">
            <a:extLst>
              <a:ext uri="{FF2B5EF4-FFF2-40B4-BE49-F238E27FC236}">
                <a16:creationId xmlns:a16="http://schemas.microsoft.com/office/drawing/2014/main" id="{54C74829-F391-7C28-0A03-467B4FCD0C33}"/>
              </a:ext>
            </a:extLst>
          </p:cNvPr>
          <p:cNvSpPr/>
          <p:nvPr/>
        </p:nvSpPr>
        <p:spPr bwMode="auto">
          <a:xfrm>
            <a:off x="5925584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5CE572-35D0-4771-1BC1-2D49FFC07A27}"/>
              </a:ext>
            </a:extLst>
          </p:cNvPr>
          <p:cNvSpPr/>
          <p:nvPr/>
        </p:nvSpPr>
        <p:spPr bwMode="auto">
          <a:xfrm>
            <a:off x="5467385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C72239-59A4-EC26-B4D3-B2446FB1A5D3}"/>
              </a:ext>
            </a:extLst>
          </p:cNvPr>
          <p:cNvSpPr/>
          <p:nvPr/>
        </p:nvSpPr>
        <p:spPr bwMode="auto">
          <a:xfrm>
            <a:off x="8347088" y="381590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7" name="Arrow: Up 26">
            <a:extLst>
              <a:ext uri="{FF2B5EF4-FFF2-40B4-BE49-F238E27FC236}">
                <a16:creationId xmlns:a16="http://schemas.microsoft.com/office/drawing/2014/main" id="{84EBFD1F-A53B-C8FF-E78F-AFC8CEB9216A}"/>
              </a:ext>
            </a:extLst>
          </p:cNvPr>
          <p:cNvSpPr/>
          <p:nvPr/>
        </p:nvSpPr>
        <p:spPr bwMode="auto">
          <a:xfrm>
            <a:off x="8805287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24CE80-49AA-EF8E-DEC7-396B209773F8}"/>
              </a:ext>
            </a:extLst>
          </p:cNvPr>
          <p:cNvSpPr/>
          <p:nvPr/>
        </p:nvSpPr>
        <p:spPr bwMode="auto">
          <a:xfrm>
            <a:off x="8347088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255497976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2EC8-C543-B01B-255A-8274FCD1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B3CE59-91FB-FD1E-5254-1F02B3829DB1}"/>
              </a:ext>
            </a:extLst>
          </p:cNvPr>
          <p:cNvSpPr/>
          <p:nvPr/>
        </p:nvSpPr>
        <p:spPr bwMode="auto">
          <a:xfrm>
            <a:off x="2698376" y="2481404"/>
            <a:ext cx="6171304" cy="12632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716621-77CA-1DAA-EF81-07D7C1ABA7AB}"/>
              </a:ext>
            </a:extLst>
          </p:cNvPr>
          <p:cNvSpPr/>
          <p:nvPr/>
        </p:nvSpPr>
        <p:spPr bwMode="auto">
          <a:xfrm>
            <a:off x="2841812" y="2591375"/>
            <a:ext cx="1951490" cy="1043333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custom code for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547F79-CF55-3D8C-A6B1-2E81F1B66ED9}"/>
              </a:ext>
            </a:extLst>
          </p:cNvPr>
          <p:cNvSpPr/>
          <p:nvPr/>
        </p:nvSpPr>
        <p:spPr bwMode="auto">
          <a:xfrm>
            <a:off x="7475325" y="2591375"/>
            <a:ext cx="1261061" cy="10433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8F8A8BF-6BD4-B004-BED9-AEA6A1A60FC8}"/>
              </a:ext>
            </a:extLst>
          </p:cNvPr>
          <p:cNvGrpSpPr/>
          <p:nvPr/>
        </p:nvGrpSpPr>
        <p:grpSpPr>
          <a:xfrm>
            <a:off x="4912660" y="2722880"/>
            <a:ext cx="2493980" cy="804862"/>
            <a:chOff x="4862504" y="2833855"/>
            <a:chExt cx="2033199" cy="663407"/>
          </a:xfrm>
        </p:grpSpPr>
        <p:sp>
          <p:nvSpPr>
            <p:cNvPr id="29" name="Arrow: Right 28">
              <a:extLst>
                <a:ext uri="{FF2B5EF4-FFF2-40B4-BE49-F238E27FC236}">
                  <a16:creationId xmlns:a16="http://schemas.microsoft.com/office/drawing/2014/main" id="{D8CB168B-B7ED-3D89-588F-7132701DE342}"/>
                </a:ext>
              </a:extLst>
            </p:cNvPr>
            <p:cNvSpPr/>
            <p:nvPr/>
          </p:nvSpPr>
          <p:spPr bwMode="auto">
            <a:xfrm>
              <a:off x="4862504" y="2833855"/>
              <a:ext cx="2021254" cy="279187"/>
            </a:xfrm>
            <a:prstGeom prst="rightArrow">
              <a:avLst>
                <a:gd name="adj1" fmla="val 73858"/>
                <a:gd name="adj2" fmla="val 773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1. Call Update from GIT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510EFE0B-5866-86CE-1CFB-519ED5BD9E1D}"/>
                </a:ext>
              </a:extLst>
            </p:cNvPr>
            <p:cNvSpPr/>
            <p:nvPr/>
          </p:nvSpPr>
          <p:spPr bwMode="auto">
            <a:xfrm>
              <a:off x="4874449" y="3218075"/>
              <a:ext cx="2021254" cy="279187"/>
            </a:xfrm>
            <a:prstGeom prst="rightArrow">
              <a:avLst>
                <a:gd name="adj1" fmla="val 73858"/>
                <a:gd name="adj2" fmla="val 76355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2. Run post-sync operations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8239690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67157F-85EA-D044-9F14-F5E15FBA436A}"/>
              </a:ext>
            </a:extLst>
          </p:cNvPr>
          <p:cNvSpPr/>
          <p:nvPr/>
        </p:nvSpPr>
        <p:spPr bwMode="auto">
          <a:xfrm>
            <a:off x="2442536" y="2178991"/>
            <a:ext cx="7727831" cy="29621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1DB50EC9-9740-659C-8957-32E4B8FF471F}"/>
              </a:ext>
            </a:extLst>
          </p:cNvPr>
          <p:cNvSpPr/>
          <p:nvPr/>
        </p:nvSpPr>
        <p:spPr bwMode="auto">
          <a:xfrm>
            <a:off x="4239220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BB4928-6E5F-9869-95A2-154A0655D81F}"/>
              </a:ext>
            </a:extLst>
          </p:cNvPr>
          <p:cNvSpPr/>
          <p:nvPr/>
        </p:nvSpPr>
        <p:spPr bwMode="auto">
          <a:xfrm>
            <a:off x="2587682" y="426449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3676B4-C9FF-B640-DB37-76FB8A829E7F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46778C45-FF03-5684-AD2D-604348DE87E5}"/>
              </a:ext>
            </a:extLst>
          </p:cNvPr>
          <p:cNvSpPr/>
          <p:nvPr/>
        </p:nvSpPr>
        <p:spPr bwMode="auto">
          <a:xfrm>
            <a:off x="7118923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78F321-4BDB-B5EA-A7D6-84E821FD29E2}"/>
              </a:ext>
            </a:extLst>
          </p:cNvPr>
          <p:cNvSpPr/>
          <p:nvPr/>
        </p:nvSpPr>
        <p:spPr bwMode="auto">
          <a:xfrm>
            <a:off x="5467385" y="426449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B86D77D-E4C0-D488-EB09-FC0145D2F073}"/>
              </a:ext>
            </a:extLst>
          </p:cNvPr>
          <p:cNvSpPr/>
          <p:nvPr/>
        </p:nvSpPr>
        <p:spPr bwMode="auto">
          <a:xfrm rot="16200000">
            <a:off x="2833045" y="3406667"/>
            <a:ext cx="1143971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4C30F2-F8D3-B3B0-1279-638178BFEBE7}"/>
              </a:ext>
            </a:extLst>
          </p:cNvPr>
          <p:cNvSpPr/>
          <p:nvPr/>
        </p:nvSpPr>
        <p:spPr bwMode="auto">
          <a:xfrm>
            <a:off x="5467385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F2AC5E-5AC5-ECB0-D777-E6120EB31082}"/>
              </a:ext>
            </a:extLst>
          </p:cNvPr>
          <p:cNvSpPr/>
          <p:nvPr/>
        </p:nvSpPr>
        <p:spPr bwMode="auto">
          <a:xfrm>
            <a:off x="8347088" y="426449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2EFC81-6367-7FA8-FB05-55309FACE575}"/>
              </a:ext>
            </a:extLst>
          </p:cNvPr>
          <p:cNvSpPr/>
          <p:nvPr/>
        </p:nvSpPr>
        <p:spPr bwMode="auto">
          <a:xfrm>
            <a:off x="8347088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D8FE3656-152A-10A8-D2F8-E00979F27A9D}"/>
              </a:ext>
            </a:extLst>
          </p:cNvPr>
          <p:cNvSpPr/>
          <p:nvPr/>
        </p:nvSpPr>
        <p:spPr bwMode="auto">
          <a:xfrm rot="16200000">
            <a:off x="5712747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54BB3283-0BC0-585B-62AB-352C4A028A92}"/>
              </a:ext>
            </a:extLst>
          </p:cNvPr>
          <p:cNvSpPr/>
          <p:nvPr/>
        </p:nvSpPr>
        <p:spPr bwMode="auto">
          <a:xfrm rot="16200000">
            <a:off x="8592450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</p:spTree>
    <p:extLst>
      <p:ext uri="{BB962C8B-B14F-4D97-AF65-F5344CB8AC3E}">
        <p14:creationId xmlns:p14="http://schemas.microsoft.com/office/powerpoint/2010/main" val="3243106548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2E68-172C-3322-CEFA-1E24E5604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C6B727A-614B-F18A-8B71-66DB6506732B}"/>
              </a:ext>
            </a:extLst>
          </p:cNvPr>
          <p:cNvSpPr/>
          <p:nvPr/>
        </p:nvSpPr>
        <p:spPr bwMode="auto">
          <a:xfrm>
            <a:off x="2489069" y="2172579"/>
            <a:ext cx="4799237" cy="36365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F699C7-CEDD-07FE-3CB9-8742279D93A6}"/>
              </a:ext>
            </a:extLst>
          </p:cNvPr>
          <p:cNvSpPr/>
          <p:nvPr/>
        </p:nvSpPr>
        <p:spPr bwMode="auto">
          <a:xfrm>
            <a:off x="2587682" y="3868455"/>
            <a:ext cx="1634694" cy="178157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F78946-78EE-2B0A-CDC4-832F17F6BC90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F89351-B777-D565-0982-D57B2ADE37D7}"/>
              </a:ext>
            </a:extLst>
          </p:cNvPr>
          <p:cNvSpPr/>
          <p:nvPr/>
        </p:nvSpPr>
        <p:spPr bwMode="auto">
          <a:xfrm>
            <a:off x="5489104" y="395627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5808A5-D3FA-D8E7-84F2-4942CF4F1240}"/>
              </a:ext>
            </a:extLst>
          </p:cNvPr>
          <p:cNvSpPr/>
          <p:nvPr/>
        </p:nvSpPr>
        <p:spPr bwMode="auto">
          <a:xfrm>
            <a:off x="5489104" y="490210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1752F503-7C1E-B75F-C6DC-B9A5E3C61823}"/>
              </a:ext>
            </a:extLst>
          </p:cNvPr>
          <p:cNvSpPr/>
          <p:nvPr/>
        </p:nvSpPr>
        <p:spPr bwMode="auto">
          <a:xfrm>
            <a:off x="4276399" y="4070660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78F3F7B8-982F-EF9D-49AE-446868456CD6}"/>
              </a:ext>
            </a:extLst>
          </p:cNvPr>
          <p:cNvSpPr/>
          <p:nvPr/>
        </p:nvSpPr>
        <p:spPr bwMode="auto">
          <a:xfrm>
            <a:off x="4283755" y="5012425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4" name="Arrow: Up 3">
            <a:extLst>
              <a:ext uri="{FF2B5EF4-FFF2-40B4-BE49-F238E27FC236}">
                <a16:creationId xmlns:a16="http://schemas.microsoft.com/office/drawing/2014/main" id="{2D26066D-ABB0-BEC7-92D2-02FB2AF37D08}"/>
              </a:ext>
            </a:extLst>
          </p:cNvPr>
          <p:cNvSpPr/>
          <p:nvPr/>
        </p:nvSpPr>
        <p:spPr bwMode="auto">
          <a:xfrm>
            <a:off x="3045881" y="3067983"/>
            <a:ext cx="718296" cy="747926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</p:spTree>
    <p:extLst>
      <p:ext uri="{BB962C8B-B14F-4D97-AF65-F5344CB8AC3E}">
        <p14:creationId xmlns:p14="http://schemas.microsoft.com/office/powerpoint/2010/main" val="3679389188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21A243-9727-9F05-65D5-228F2C85169F}"/>
              </a:ext>
            </a:extLst>
          </p:cNvPr>
          <p:cNvSpPr/>
          <p:nvPr/>
        </p:nvSpPr>
        <p:spPr bwMode="auto">
          <a:xfrm>
            <a:off x="708135" y="465608"/>
            <a:ext cx="8120905" cy="22736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A6B813-D356-65B8-CB63-AC2BFC4D741E}"/>
              </a:ext>
            </a:extLst>
          </p:cNvPr>
          <p:cNvSpPr/>
          <p:nvPr/>
        </p:nvSpPr>
        <p:spPr bwMode="auto">
          <a:xfrm>
            <a:off x="4260604" y="632613"/>
            <a:ext cx="2038595" cy="1980230"/>
          </a:xfrm>
          <a:prstGeom prst="round2SameRect">
            <a:avLst>
              <a:gd name="adj1" fmla="val 8009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73152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fabric-cicd </a:t>
            </a:r>
            <a:r>
              <a:rPr lang="en-US" sz="10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0C0A-88F9-5B96-6542-E1E12CAAA8E7}"/>
              </a:ext>
            </a:extLst>
          </p:cNvPr>
          <p:cNvSpPr/>
          <p:nvPr/>
        </p:nvSpPr>
        <p:spPr bwMode="auto">
          <a:xfrm>
            <a:off x="6404073" y="599319"/>
            <a:ext cx="2259959" cy="20047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39AA3D-26A3-3237-9A9B-1ABE3EF5F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84" r="39007" b="16195"/>
          <a:stretch>
            <a:fillRect/>
          </a:stretch>
        </p:blipFill>
        <p:spPr>
          <a:xfrm>
            <a:off x="6501093" y="941935"/>
            <a:ext cx="1996252" cy="15251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890D58-3EED-7469-67F4-88B905EA479E}"/>
              </a:ext>
            </a:extLst>
          </p:cNvPr>
          <p:cNvSpPr/>
          <p:nvPr/>
        </p:nvSpPr>
        <p:spPr bwMode="auto">
          <a:xfrm>
            <a:off x="807978" y="618120"/>
            <a:ext cx="3365767" cy="198900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Folder with Item Definitions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566F4C-DA4B-08EF-C3E5-E8490785A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8154"/>
          <a:stretch>
            <a:fillRect/>
          </a:stretch>
        </p:blipFill>
        <p:spPr>
          <a:xfrm>
            <a:off x="945276" y="962002"/>
            <a:ext cx="3091173" cy="150505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291F422-9C48-A878-D325-883A7785C9C5}"/>
              </a:ext>
            </a:extLst>
          </p:cNvPr>
          <p:cNvSpPr/>
          <p:nvPr/>
        </p:nvSpPr>
        <p:spPr bwMode="auto">
          <a:xfrm>
            <a:off x="4358220" y="997861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83B46A8-6969-267F-DCE3-8EA464EFDFE9}"/>
              </a:ext>
            </a:extLst>
          </p:cNvPr>
          <p:cNvSpPr/>
          <p:nvPr/>
        </p:nvSpPr>
        <p:spPr bwMode="auto">
          <a:xfrm>
            <a:off x="4358220" y="1311482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0A7F71E-E129-BCCD-923B-EA88E74719DB}"/>
              </a:ext>
            </a:extLst>
          </p:cNvPr>
          <p:cNvSpPr/>
          <p:nvPr/>
        </p:nvSpPr>
        <p:spPr bwMode="auto">
          <a:xfrm>
            <a:off x="4358220" y="162510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FE54A35-9C90-F51E-75F3-914880EC1ED8}"/>
              </a:ext>
            </a:extLst>
          </p:cNvPr>
          <p:cNvSpPr/>
          <p:nvPr/>
        </p:nvSpPr>
        <p:spPr bwMode="auto">
          <a:xfrm>
            <a:off x="4358220" y="1938724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8F56CC5-A4EC-B30F-F68A-AC29DD67FFB5}"/>
              </a:ext>
            </a:extLst>
          </p:cNvPr>
          <p:cNvSpPr/>
          <p:nvPr/>
        </p:nvSpPr>
        <p:spPr bwMode="auto">
          <a:xfrm>
            <a:off x="4358220" y="225234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BB35FD-6BDC-D8E1-F703-E285A7CB4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88" y="528917"/>
            <a:ext cx="4017718" cy="4078941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19086739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9758804"/>
      </p:ext>
    </p:extLst>
  </p:cSld>
  <p:clrMapOvr>
    <a:masterClrMapping/>
  </p:clrMapOvr>
  <p:transition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1102660" y="217216"/>
            <a:ext cx="9739598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988414" y="1972632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FD038-1BA4-BB33-13D9-8532F83DF339}"/>
              </a:ext>
            </a:extLst>
          </p:cNvPr>
          <p:cNvSpPr/>
          <p:nvPr/>
        </p:nvSpPr>
        <p:spPr bwMode="auto">
          <a:xfrm>
            <a:off x="1303462" y="343712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Your Code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951C4-C2FF-92FC-22F4-14F6824C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0" t="38099" r="29504" b="22737"/>
          <a:stretch>
            <a:fillRect/>
          </a:stretch>
        </p:blipFill>
        <p:spPr>
          <a:xfrm>
            <a:off x="2483224" y="2922494"/>
            <a:ext cx="5486400" cy="18915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605428"/>
      </p:ext>
    </p:extLst>
  </p:cSld>
  <p:clrMapOvr>
    <a:masterClrMapping/>
  </p:clrMapOvr>
  <p:transition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F193DB-5FDC-723C-D2DF-E2F27B0D6A5C}"/>
              </a:ext>
            </a:extLst>
          </p:cNvPr>
          <p:cNvSpPr/>
          <p:nvPr/>
        </p:nvSpPr>
        <p:spPr bwMode="auto">
          <a:xfrm>
            <a:off x="783570" y="806385"/>
            <a:ext cx="8919230" cy="28105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4B877A-65A5-93DF-3498-B3703CBB131E}"/>
              </a:ext>
            </a:extLst>
          </p:cNvPr>
          <p:cNvSpPr/>
          <p:nvPr/>
        </p:nvSpPr>
        <p:spPr bwMode="auto">
          <a:xfrm>
            <a:off x="948467" y="970615"/>
            <a:ext cx="2952973" cy="2526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8EA83-5A03-5784-E1C2-A3E365090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36" y="1262953"/>
            <a:ext cx="2754433" cy="2061668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1B60D661-BBD1-FA4C-9264-98EC813BFC4F}"/>
              </a:ext>
            </a:extLst>
          </p:cNvPr>
          <p:cNvSpPr/>
          <p:nvPr/>
        </p:nvSpPr>
        <p:spPr bwMode="auto">
          <a:xfrm>
            <a:off x="3901438" y="1996608"/>
            <a:ext cx="2133600" cy="635525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2B241-309C-EC20-83ED-0FE4555D610E}"/>
              </a:ext>
            </a:extLst>
          </p:cNvPr>
          <p:cNvSpPr/>
          <p:nvPr/>
        </p:nvSpPr>
        <p:spPr bwMode="auto">
          <a:xfrm>
            <a:off x="6035038" y="970614"/>
            <a:ext cx="3454402" cy="25266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7C88C79-09FB-F3D1-803F-DB897C26B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2" y="1254771"/>
            <a:ext cx="3163577" cy="206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FCB159-38E7-96CC-1742-12A4A7A17566}"/>
              </a:ext>
            </a:extLst>
          </p:cNvPr>
          <p:cNvSpPr/>
          <p:nvPr/>
        </p:nvSpPr>
        <p:spPr bwMode="auto">
          <a:xfrm>
            <a:off x="780440" y="880560"/>
            <a:ext cx="4194971" cy="34583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E9F250-624B-F6C4-CC97-F964E9677E47}"/>
              </a:ext>
            </a:extLst>
          </p:cNvPr>
          <p:cNvSpPr/>
          <p:nvPr/>
        </p:nvSpPr>
        <p:spPr bwMode="auto">
          <a:xfrm>
            <a:off x="921927" y="2492755"/>
            <a:ext cx="1261062" cy="1756516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1FD56A-5CAF-8C13-5FF0-F155E1438F0F}"/>
              </a:ext>
            </a:extLst>
          </p:cNvPr>
          <p:cNvSpPr/>
          <p:nvPr/>
        </p:nvSpPr>
        <p:spPr bwMode="auto">
          <a:xfrm>
            <a:off x="921927" y="103297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298BB-E057-804E-5B43-B1B7F300EF2B}"/>
              </a:ext>
            </a:extLst>
          </p:cNvPr>
          <p:cNvSpPr/>
          <p:nvPr/>
        </p:nvSpPr>
        <p:spPr bwMode="auto">
          <a:xfrm>
            <a:off x="3567681" y="2573440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92D57F7-84D1-03BD-D959-22CE7D8938B4}"/>
              </a:ext>
            </a:extLst>
          </p:cNvPr>
          <p:cNvSpPr/>
          <p:nvPr/>
        </p:nvSpPr>
        <p:spPr bwMode="auto">
          <a:xfrm>
            <a:off x="2276436" y="2770689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32E039CF-D10D-1B9A-2B15-2B6A1918167A}"/>
              </a:ext>
            </a:extLst>
          </p:cNvPr>
          <p:cNvSpPr/>
          <p:nvPr/>
        </p:nvSpPr>
        <p:spPr bwMode="auto">
          <a:xfrm>
            <a:off x="1206882" y="1777031"/>
            <a:ext cx="691152" cy="690715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98D3F6-CC81-FD23-E0D7-3F12180A2274}"/>
              </a:ext>
            </a:extLst>
          </p:cNvPr>
          <p:cNvSpPr/>
          <p:nvPr/>
        </p:nvSpPr>
        <p:spPr bwMode="auto">
          <a:xfrm>
            <a:off x="3580062" y="346514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696F8A8B-3683-E5D0-E7ED-24A7A82C6A0B}"/>
              </a:ext>
            </a:extLst>
          </p:cNvPr>
          <p:cNvSpPr/>
          <p:nvPr/>
        </p:nvSpPr>
        <p:spPr bwMode="auto">
          <a:xfrm>
            <a:off x="2294494" y="3611814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noProof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770261"/>
      </p:ext>
    </p:extLst>
  </p:cSld>
  <p:clrMapOvr>
    <a:masterClrMapping/>
  </p:clrMapOvr>
  <p:transition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1C3717-9C7A-5880-8F76-2B0A6644F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40" y="524238"/>
            <a:ext cx="3257604" cy="3599528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619123483"/>
      </p:ext>
    </p:extLst>
  </p:cSld>
  <p:clrMapOvr>
    <a:masterClrMapping/>
  </p:clrMapOvr>
  <p:transition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331110-5413-7009-35C6-AE5897A19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983" y="778995"/>
            <a:ext cx="9697803" cy="40201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5F5A-9845-5E89-E5FD-D047C1CA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FDBD1B-880F-663B-D471-B2DE746562A6}"/>
              </a:ext>
            </a:extLst>
          </p:cNvPr>
          <p:cNvSpPr/>
          <p:nvPr/>
        </p:nvSpPr>
        <p:spPr bwMode="auto">
          <a:xfrm>
            <a:off x="1941885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Dev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EBC1AE-8902-6432-81F3-4746F893F8DF}"/>
              </a:ext>
            </a:extLst>
          </p:cNvPr>
          <p:cNvGrpSpPr/>
          <p:nvPr/>
        </p:nvGrpSpPr>
        <p:grpSpPr>
          <a:xfrm>
            <a:off x="213187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FB22A1-9162-7D2F-D3AC-5B725D7D1805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8E0BC2AE-3AE0-E094-5105-C43E60442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EC2ACE-4FF2-B20F-0061-D40090714EA0}"/>
              </a:ext>
            </a:extLst>
          </p:cNvPr>
          <p:cNvGrpSpPr/>
          <p:nvPr/>
        </p:nvGrpSpPr>
        <p:grpSpPr>
          <a:xfrm>
            <a:off x="289083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A22345-4A0D-F77F-4FFF-B49051C7FE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0C5E69C6-9E50-4738-D020-CCF27398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8090DA-2D75-CF9E-0A43-21DD6DA266BC}"/>
              </a:ext>
            </a:extLst>
          </p:cNvPr>
          <p:cNvGrpSpPr/>
          <p:nvPr/>
        </p:nvGrpSpPr>
        <p:grpSpPr>
          <a:xfrm>
            <a:off x="2879884" y="216854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8DC213-1BAE-A9EB-9781-A4B1C96CD859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CE0FF270-E74F-A8BB-1B64-C2BAFBBE2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3B1245-6D16-29CB-E15E-6C96F7FE0039}"/>
              </a:ext>
            </a:extLst>
          </p:cNvPr>
          <p:cNvGrpSpPr/>
          <p:nvPr/>
        </p:nvGrpSpPr>
        <p:grpSpPr>
          <a:xfrm>
            <a:off x="2120924" y="2168548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3B5B3-3B57-713C-71B4-7DCF9D2593C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3011EC3-7B80-6FC6-092D-FFED5B6CA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2DE4400-1AB0-E791-E22A-64C96E8DA711}"/>
              </a:ext>
            </a:extLst>
          </p:cNvPr>
          <p:cNvSpPr/>
          <p:nvPr/>
        </p:nvSpPr>
        <p:spPr bwMode="auto">
          <a:xfrm>
            <a:off x="5017936" y="1050871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Test Workspace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F0DE3-6E73-8747-35DD-67168F67775B}"/>
              </a:ext>
            </a:extLst>
          </p:cNvPr>
          <p:cNvGrpSpPr/>
          <p:nvPr/>
        </p:nvGrpSpPr>
        <p:grpSpPr>
          <a:xfrm>
            <a:off x="5207926" y="1356903"/>
            <a:ext cx="655911" cy="654509"/>
            <a:chOff x="6295914" y="1428878"/>
            <a:chExt cx="1693119" cy="18253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EB100B-36B3-A710-58FD-EA24EAEF893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5" name="Picture 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EBBAF3A1-2229-B561-E426-084D23527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6CD15EF-B23B-B857-28D7-A22A65D8066E}"/>
              </a:ext>
            </a:extLst>
          </p:cNvPr>
          <p:cNvGrpSpPr/>
          <p:nvPr/>
        </p:nvGrpSpPr>
        <p:grpSpPr>
          <a:xfrm>
            <a:off x="5966886" y="1356903"/>
            <a:ext cx="657835" cy="654509"/>
            <a:chOff x="6503915" y="831583"/>
            <a:chExt cx="1229935" cy="13259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6BA4F5-69D8-D752-9A5B-B8EDEC7A4A8E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8" name="Picture 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92936BCB-5EA4-5D97-DF48-34C6AD6FE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593E4A-4ECF-8327-45DF-BAE074105A24}"/>
              </a:ext>
            </a:extLst>
          </p:cNvPr>
          <p:cNvGrpSpPr/>
          <p:nvPr/>
        </p:nvGrpSpPr>
        <p:grpSpPr>
          <a:xfrm>
            <a:off x="5955935" y="2171912"/>
            <a:ext cx="659688" cy="658278"/>
            <a:chOff x="1943154" y="2871362"/>
            <a:chExt cx="1229935" cy="132599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BABA33C-D171-BE59-D5A7-0DFDA6B24DFF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" name="Picture 1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75042CEC-DA51-7C65-F730-D9EB8933F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1EEB7C-83B2-21A6-D906-F632A34437A0}"/>
              </a:ext>
            </a:extLst>
          </p:cNvPr>
          <p:cNvGrpSpPr/>
          <p:nvPr/>
        </p:nvGrpSpPr>
        <p:grpSpPr>
          <a:xfrm>
            <a:off x="5196975" y="2171912"/>
            <a:ext cx="655911" cy="654509"/>
            <a:chOff x="540799" y="2865453"/>
            <a:chExt cx="1229935" cy="132599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203EB38-93B3-2810-7528-A1E3D440A81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7" name="Picture 26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04671681-8833-6786-CE6A-05A866D3E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4DB4231-7106-4165-0076-7D46A9055C3D}"/>
              </a:ext>
            </a:extLst>
          </p:cNvPr>
          <p:cNvSpPr/>
          <p:nvPr/>
        </p:nvSpPr>
        <p:spPr bwMode="auto">
          <a:xfrm>
            <a:off x="8104147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Prod Workspace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C755D2-DC79-DB88-7955-A368BA8361F3}"/>
              </a:ext>
            </a:extLst>
          </p:cNvPr>
          <p:cNvGrpSpPr/>
          <p:nvPr/>
        </p:nvGrpSpPr>
        <p:grpSpPr>
          <a:xfrm>
            <a:off x="8294137" y="1353539"/>
            <a:ext cx="655911" cy="654509"/>
            <a:chOff x="6295914" y="1428878"/>
            <a:chExt cx="1693119" cy="182535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C2A7C3-A0F5-B1F8-BF38-16E0A928668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31" name="Picture 3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A140B9E2-27C9-89DC-705B-F1348C972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C8694A7-9840-00B5-D659-30BD4055B85B}"/>
              </a:ext>
            </a:extLst>
          </p:cNvPr>
          <p:cNvGrpSpPr/>
          <p:nvPr/>
        </p:nvGrpSpPr>
        <p:grpSpPr>
          <a:xfrm>
            <a:off x="9053097" y="1353539"/>
            <a:ext cx="657835" cy="654509"/>
            <a:chOff x="6503915" y="831583"/>
            <a:chExt cx="1229935" cy="132599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E11D1F1-ED0A-220C-11E7-FB376654D3C7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4" name="Picture 33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2C0FD1C6-9C1C-8079-AC50-091835B0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326EE7-39D9-58D7-1768-F66F78865F6F}"/>
              </a:ext>
            </a:extLst>
          </p:cNvPr>
          <p:cNvGrpSpPr/>
          <p:nvPr/>
        </p:nvGrpSpPr>
        <p:grpSpPr>
          <a:xfrm>
            <a:off x="9042146" y="2168548"/>
            <a:ext cx="659688" cy="658278"/>
            <a:chOff x="1943154" y="2871362"/>
            <a:chExt cx="1229935" cy="132599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384C313-AAB7-9247-F7C3-348D4BB6EFD8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Picture 36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2BE7ACA8-3994-8662-88FE-C64F7BFA3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8737FB-EA6B-193B-4C43-25712BA4DF65}"/>
              </a:ext>
            </a:extLst>
          </p:cNvPr>
          <p:cNvGrpSpPr/>
          <p:nvPr/>
        </p:nvGrpSpPr>
        <p:grpSpPr>
          <a:xfrm>
            <a:off x="8283186" y="2168548"/>
            <a:ext cx="655911" cy="654509"/>
            <a:chOff x="540799" y="2865453"/>
            <a:chExt cx="1229935" cy="132599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6AF671-8B85-05C1-1778-0603DE3E3B0B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40" name="Picture 39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D9C4484-2301-DC95-08DD-C3DFDA670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02BE8EE-2C7D-03A6-2772-69DFA7FD869A}"/>
              </a:ext>
            </a:extLst>
          </p:cNvPr>
          <p:cNvSpPr/>
          <p:nvPr/>
        </p:nvSpPr>
        <p:spPr bwMode="auto">
          <a:xfrm>
            <a:off x="379395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91C9813-958B-F335-9A87-9343D5D35CA4}"/>
              </a:ext>
            </a:extLst>
          </p:cNvPr>
          <p:cNvSpPr/>
          <p:nvPr/>
        </p:nvSpPr>
        <p:spPr bwMode="auto">
          <a:xfrm>
            <a:off x="687243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2516019051"/>
      </p:ext>
    </p:extLst>
  </p:cSld>
  <p:clrMapOvr>
    <a:masterClrMapping/>
  </p:clrMapOvr>
  <p:transition>
    <p:fade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3BBD36-97C4-7689-7B3C-D3C478E59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89" y="792517"/>
            <a:ext cx="4867954" cy="2953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1321098"/>
      </p:ext>
    </p:extLst>
  </p:cSld>
  <p:clrMapOvr>
    <a:masterClrMapping/>
  </p:clrMapOvr>
  <p:transition>
    <p:fade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1684195" y="755569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1223624" y="1398108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9148-A402-0A53-5B9D-41F45EA5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656763-2773-FFB2-5324-1B6A122CC8B4}"/>
              </a:ext>
            </a:extLst>
          </p:cNvPr>
          <p:cNvSpPr/>
          <p:nvPr/>
        </p:nvSpPr>
        <p:spPr bwMode="auto">
          <a:xfrm>
            <a:off x="1013986" y="784412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DCA495-BDB3-81E6-CE19-C82FB8683FED}"/>
              </a:ext>
            </a:extLst>
          </p:cNvPr>
          <p:cNvSpPr/>
          <p:nvPr/>
        </p:nvSpPr>
        <p:spPr bwMode="auto">
          <a:xfrm>
            <a:off x="2933383" y="232859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BD3952-7650-3E96-9ABB-5194EC9DA85E}"/>
              </a:ext>
            </a:extLst>
          </p:cNvPr>
          <p:cNvSpPr/>
          <p:nvPr/>
        </p:nvSpPr>
        <p:spPr bwMode="auto">
          <a:xfrm>
            <a:off x="2919657" y="92214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38A0F9-97F1-7E53-82DE-DEC4746CCD68}"/>
              </a:ext>
            </a:extLst>
          </p:cNvPr>
          <p:cNvSpPr/>
          <p:nvPr/>
        </p:nvSpPr>
        <p:spPr bwMode="auto">
          <a:xfrm>
            <a:off x="1140219" y="232859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3C7667E-C286-443C-7103-E0716F698742}"/>
              </a:ext>
            </a:extLst>
          </p:cNvPr>
          <p:cNvSpPr/>
          <p:nvPr/>
        </p:nvSpPr>
        <p:spPr bwMode="auto">
          <a:xfrm rot="5400000" flipH="1" flipV="1">
            <a:off x="3283251" y="1848513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8C28B22-FF61-D55A-D371-7EA8B310DF75}"/>
              </a:ext>
            </a:extLst>
          </p:cNvPr>
          <p:cNvSpPr/>
          <p:nvPr/>
        </p:nvSpPr>
        <p:spPr bwMode="auto">
          <a:xfrm>
            <a:off x="2417207" y="2580064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724901"/>
      </p:ext>
    </p:extLst>
  </p:cSld>
  <p:clrMapOvr>
    <a:masterClrMapping/>
  </p:clrMapOvr>
  <p:transition>
    <p:fade/>
  </p:transition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BB03-3C62-8381-5E78-7D7B79FAC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6BF720-995B-6407-B753-644E91BC0FED}"/>
              </a:ext>
            </a:extLst>
          </p:cNvPr>
          <p:cNvSpPr/>
          <p:nvPr/>
        </p:nvSpPr>
        <p:spPr bwMode="auto">
          <a:xfrm>
            <a:off x="695787" y="643439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91F1BA-C32C-AE02-614D-9698D0EB0CD4}"/>
              </a:ext>
            </a:extLst>
          </p:cNvPr>
          <p:cNvSpPr/>
          <p:nvPr/>
        </p:nvSpPr>
        <p:spPr bwMode="auto">
          <a:xfrm>
            <a:off x="2615184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A87DD5-1117-4E34-DEFA-603111C935C4}"/>
              </a:ext>
            </a:extLst>
          </p:cNvPr>
          <p:cNvSpPr/>
          <p:nvPr/>
        </p:nvSpPr>
        <p:spPr bwMode="auto">
          <a:xfrm>
            <a:off x="2601458" y="78117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53E3CE-51ED-3A3D-638E-02E135D85226}"/>
              </a:ext>
            </a:extLst>
          </p:cNvPr>
          <p:cNvSpPr/>
          <p:nvPr/>
        </p:nvSpPr>
        <p:spPr bwMode="auto">
          <a:xfrm>
            <a:off x="822020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7BC9B9-C2D3-05AB-EC3A-F9318B407D54}"/>
              </a:ext>
            </a:extLst>
          </p:cNvPr>
          <p:cNvSpPr/>
          <p:nvPr/>
        </p:nvSpPr>
        <p:spPr bwMode="auto">
          <a:xfrm rot="16200000" flipH="1">
            <a:off x="2965052" y="1707540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EFAFF4E-8654-FA8B-0C1D-6BD3825349A8}"/>
              </a:ext>
            </a:extLst>
          </p:cNvPr>
          <p:cNvSpPr/>
          <p:nvPr/>
        </p:nvSpPr>
        <p:spPr bwMode="auto">
          <a:xfrm>
            <a:off x="2099008" y="2439091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9CB64DF4-1A32-19F6-DF29-F7B9F1DAE7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90399" y="2187623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511937"/>
      </p:ext>
    </p:extLst>
  </p:cSld>
  <p:clrMapOvr>
    <a:masterClrMapping/>
  </p:clrMapOvr>
  <p:transition>
    <p:fade/>
  </p:transition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BAB94-10D8-E957-01C7-DD74DDBBA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83ADA1-AAE7-9D4A-1627-2BF08F8C27A1}"/>
              </a:ext>
            </a:extLst>
          </p:cNvPr>
          <p:cNvSpPr/>
          <p:nvPr/>
        </p:nvSpPr>
        <p:spPr bwMode="auto">
          <a:xfrm>
            <a:off x="883253" y="468146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4B99BC0F-44EA-193A-AD86-02D17DA22805}"/>
              </a:ext>
            </a:extLst>
          </p:cNvPr>
          <p:cNvSpPr/>
          <p:nvPr/>
        </p:nvSpPr>
        <p:spPr bwMode="auto">
          <a:xfrm>
            <a:off x="2306042" y="780590"/>
            <a:ext cx="1796262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35C1A3-9612-9935-FD14-6BDB4E50581C}"/>
              </a:ext>
            </a:extLst>
          </p:cNvPr>
          <p:cNvSpPr/>
          <p:nvPr/>
        </p:nvSpPr>
        <p:spPr bwMode="auto">
          <a:xfrm>
            <a:off x="4134936" y="631588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8C327C-2EFB-6A5B-7E9B-E4A40DA0FF82}"/>
              </a:ext>
            </a:extLst>
          </p:cNvPr>
          <p:cNvSpPr/>
          <p:nvPr/>
        </p:nvSpPr>
        <p:spPr bwMode="auto">
          <a:xfrm>
            <a:off x="1007792" y="631591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existing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995931159"/>
      </p:ext>
    </p:extLst>
  </p:cSld>
  <p:clrMapOvr>
    <a:masterClrMapping/>
  </p:clrMapOvr>
  <p:transition>
    <p:fade/>
  </p:transition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AABE6-24B6-59A3-7C86-58C81472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D8FDFB0-692D-1D51-FFE1-B83E8C641A88}"/>
              </a:ext>
            </a:extLst>
          </p:cNvPr>
          <p:cNvSpPr/>
          <p:nvPr/>
        </p:nvSpPr>
        <p:spPr bwMode="auto">
          <a:xfrm flipH="1">
            <a:off x="6104965" y="381757"/>
            <a:ext cx="4930588" cy="321309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4F846D6-6BE1-6541-F374-9E75B1EA08B8}"/>
              </a:ext>
            </a:extLst>
          </p:cNvPr>
          <p:cNvSpPr/>
          <p:nvPr/>
        </p:nvSpPr>
        <p:spPr bwMode="auto">
          <a:xfrm>
            <a:off x="8698272" y="492342"/>
            <a:ext cx="1193192" cy="61641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998A8-BA0E-FC04-5AB1-84DF58D8D8E7}"/>
              </a:ext>
            </a:extLst>
          </p:cNvPr>
          <p:cNvSpPr/>
          <p:nvPr/>
        </p:nvSpPr>
        <p:spPr bwMode="auto">
          <a:xfrm>
            <a:off x="6221827" y="492342"/>
            <a:ext cx="1193192" cy="61641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5AB7379-BF4B-E143-9719-DE20D268119E}"/>
              </a:ext>
            </a:extLst>
          </p:cNvPr>
          <p:cNvSpPr/>
          <p:nvPr/>
        </p:nvSpPr>
        <p:spPr bwMode="auto">
          <a:xfrm>
            <a:off x="7404558" y="592166"/>
            <a:ext cx="12772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connection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49160F9-0E62-F487-F723-020DA6BCF4F6}"/>
              </a:ext>
            </a:extLst>
          </p:cNvPr>
          <p:cNvCxnSpPr>
            <a:cxnSpLocks/>
          </p:cNvCxnSpPr>
          <p:nvPr/>
        </p:nvCxnSpPr>
        <p:spPr>
          <a:xfrm>
            <a:off x="6814267" y="1100445"/>
            <a:ext cx="0" cy="2059052"/>
          </a:xfrm>
          <a:prstGeom prst="line">
            <a:avLst/>
          </a:prstGeom>
          <a:ln w="381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6FB7BBC-A6E2-2BBA-95BD-541D2FF76FDF}"/>
              </a:ext>
            </a:extLst>
          </p:cNvPr>
          <p:cNvGrpSpPr/>
          <p:nvPr/>
        </p:nvGrpSpPr>
        <p:grpSpPr>
          <a:xfrm>
            <a:off x="6814267" y="1281122"/>
            <a:ext cx="4097399" cy="616415"/>
            <a:chOff x="2379354" y="1539795"/>
            <a:chExt cx="4097399" cy="61641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F88F503-5CF3-18F5-5134-9AD9DF0D0323}"/>
                </a:ext>
              </a:extLst>
            </p:cNvPr>
            <p:cNvGrpSpPr/>
            <p:nvPr/>
          </p:nvGrpSpPr>
          <p:grpSpPr>
            <a:xfrm>
              <a:off x="2813090" y="1539795"/>
              <a:ext cx="3663663" cy="616415"/>
              <a:chOff x="1898690" y="1441182"/>
              <a:chExt cx="3663663" cy="616415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C6538C3-C9D6-34B8-48E1-18F7230DC61C}"/>
                  </a:ext>
                </a:extLst>
              </p:cNvPr>
              <p:cNvSpPr/>
              <p:nvPr/>
            </p:nvSpPr>
            <p:spPr bwMode="auto">
              <a:xfrm>
                <a:off x="4369161" y="1446935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69D75FE-37F9-92F2-8D39-953F03047DBF}"/>
                  </a:ext>
                </a:extLst>
              </p:cNvPr>
              <p:cNvSpPr/>
              <p:nvPr/>
            </p:nvSpPr>
            <p:spPr bwMode="auto">
              <a:xfrm>
                <a:off x="1898690" y="1441182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64A9AA23-BB70-940E-05E1-EA2775F53C94}"/>
                  </a:ext>
                </a:extLst>
              </p:cNvPr>
              <p:cNvSpPr/>
              <p:nvPr/>
            </p:nvSpPr>
            <p:spPr bwMode="auto">
              <a:xfrm>
                <a:off x="3091881" y="1541006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8D6ED5B-934A-5144-5DA1-45C0105736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1848002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67747E4-8D8F-DDF6-3ECC-F088A96A3D6E}"/>
              </a:ext>
            </a:extLst>
          </p:cNvPr>
          <p:cNvGrpSpPr/>
          <p:nvPr/>
        </p:nvGrpSpPr>
        <p:grpSpPr>
          <a:xfrm>
            <a:off x="6814267" y="2079910"/>
            <a:ext cx="4094007" cy="616415"/>
            <a:chOff x="2379354" y="2338583"/>
            <a:chExt cx="4094007" cy="61641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9410FDC-A685-67AD-5DC6-5B889A902227}"/>
                </a:ext>
              </a:extLst>
            </p:cNvPr>
            <p:cNvGrpSpPr/>
            <p:nvPr/>
          </p:nvGrpSpPr>
          <p:grpSpPr>
            <a:xfrm>
              <a:off x="2813089" y="2338583"/>
              <a:ext cx="3660272" cy="616415"/>
              <a:chOff x="1898689" y="2239970"/>
              <a:chExt cx="3660272" cy="61641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2039AFB-FDFE-257B-C0FD-DFEB20E662EB}"/>
                  </a:ext>
                </a:extLst>
              </p:cNvPr>
              <p:cNvSpPr/>
              <p:nvPr/>
            </p:nvSpPr>
            <p:spPr bwMode="auto">
              <a:xfrm>
                <a:off x="4365769" y="2245723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29213FB-A6EF-129A-5D0B-647C68D0F336}"/>
                  </a:ext>
                </a:extLst>
              </p:cNvPr>
              <p:cNvSpPr/>
              <p:nvPr/>
            </p:nvSpPr>
            <p:spPr bwMode="auto">
              <a:xfrm>
                <a:off x="1898689" y="2239970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2" name="Arrow: Right 21">
                <a:extLst>
                  <a:ext uri="{FF2B5EF4-FFF2-40B4-BE49-F238E27FC236}">
                    <a16:creationId xmlns:a16="http://schemas.microsoft.com/office/drawing/2014/main" id="{EA254DBF-0D84-BCDA-DCAA-D0D27971BC59}"/>
                  </a:ext>
                </a:extLst>
              </p:cNvPr>
              <p:cNvSpPr/>
              <p:nvPr/>
            </p:nvSpPr>
            <p:spPr bwMode="auto">
              <a:xfrm>
                <a:off x="3091881" y="2339794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6AF450D-767C-4BB2-C23A-F13FDF66C0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2646790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F6D3600-C007-3EE5-FDC4-FAC5F3449519}"/>
              </a:ext>
            </a:extLst>
          </p:cNvPr>
          <p:cNvGrpSpPr/>
          <p:nvPr/>
        </p:nvGrpSpPr>
        <p:grpSpPr>
          <a:xfrm>
            <a:off x="6814267" y="2842978"/>
            <a:ext cx="4094007" cy="616415"/>
            <a:chOff x="2379354" y="3101651"/>
            <a:chExt cx="4094007" cy="6164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69350DD-A0CE-EABA-94D1-EDCFB21FE28C}"/>
                </a:ext>
              </a:extLst>
            </p:cNvPr>
            <p:cNvGrpSpPr/>
            <p:nvPr/>
          </p:nvGrpSpPr>
          <p:grpSpPr>
            <a:xfrm>
              <a:off x="2813089" y="3101651"/>
              <a:ext cx="3660272" cy="616415"/>
              <a:chOff x="1898689" y="3003038"/>
              <a:chExt cx="3660272" cy="61641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BBA4F5D-9D18-8F86-3878-6D3AD2ED5876}"/>
                  </a:ext>
                </a:extLst>
              </p:cNvPr>
              <p:cNvSpPr/>
              <p:nvPr/>
            </p:nvSpPr>
            <p:spPr bwMode="auto">
              <a:xfrm>
                <a:off x="4365769" y="3008791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227C05-B66C-6C67-C998-0978894065A0}"/>
                  </a:ext>
                </a:extLst>
              </p:cNvPr>
              <p:cNvSpPr/>
              <p:nvPr/>
            </p:nvSpPr>
            <p:spPr bwMode="auto">
              <a:xfrm>
                <a:off x="1898689" y="3003038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C3471CA9-0AB5-5A65-18C6-D77BAA805839}"/>
                  </a:ext>
                </a:extLst>
              </p:cNvPr>
              <p:cNvSpPr/>
              <p:nvPr/>
            </p:nvSpPr>
            <p:spPr bwMode="auto">
              <a:xfrm>
                <a:off x="3091881" y="3102862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6496BD4-B36A-D300-9A0E-F4D7C08003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3409858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5462AFD-F25F-E2A1-B113-7A74926DC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968" y="934147"/>
            <a:ext cx="4598386" cy="2008655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5054941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customXml/itemProps3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24278</TotalTime>
  <Words>913</Words>
  <Application>Microsoft Office PowerPoint</Application>
  <PresentationFormat>Custom</PresentationFormat>
  <Paragraphs>494</Paragraphs>
  <Slides>90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90</vt:i4>
      </vt:variant>
    </vt:vector>
  </HeadingPairs>
  <TitlesOfParts>
    <vt:vector size="98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73</cp:revision>
  <cp:lastPrinted>2025-03-29T10:59:42Z</cp:lastPrinted>
  <dcterms:created xsi:type="dcterms:W3CDTF">2018-09-21T01:16:59Z</dcterms:created>
  <dcterms:modified xsi:type="dcterms:W3CDTF">2026-05-18T11:54:03Z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