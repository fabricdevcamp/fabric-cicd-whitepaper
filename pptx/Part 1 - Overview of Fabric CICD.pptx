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88"/>
  </p:notesMasterIdLst>
  <p:handoutMasterIdLst>
    <p:handoutMasterId r:id="rId89"/>
  </p:handoutMasterIdLst>
  <p:sldIdLst>
    <p:sldId id="2147482125" r:id="rId6"/>
    <p:sldId id="2147482159" r:id="rId7"/>
    <p:sldId id="2147482112" r:id="rId8"/>
    <p:sldId id="2147482173" r:id="rId9"/>
    <p:sldId id="2147482113" r:id="rId10"/>
    <p:sldId id="2147482189" r:id="rId11"/>
    <p:sldId id="2147482188" r:id="rId12"/>
    <p:sldId id="2147482201" r:id="rId13"/>
    <p:sldId id="2147482202" r:id="rId14"/>
    <p:sldId id="2147482203" r:id="rId15"/>
    <p:sldId id="2147482172" r:id="rId16"/>
    <p:sldId id="2147482169" r:id="rId17"/>
    <p:sldId id="2147482193" r:id="rId18"/>
    <p:sldId id="2147482171" r:id="rId19"/>
    <p:sldId id="2147482167" r:id="rId20"/>
    <p:sldId id="2147482199" r:id="rId21"/>
    <p:sldId id="2147482195" r:id="rId22"/>
    <p:sldId id="2147482197" r:id="rId23"/>
    <p:sldId id="2147482196" r:id="rId24"/>
    <p:sldId id="2147482116" r:id="rId25"/>
    <p:sldId id="2147482118" r:id="rId26"/>
    <p:sldId id="2147482139" r:id="rId27"/>
    <p:sldId id="2147482124" r:id="rId28"/>
    <p:sldId id="2147482121" r:id="rId29"/>
    <p:sldId id="2147482122" r:id="rId30"/>
    <p:sldId id="2147482120" r:id="rId31"/>
    <p:sldId id="2147482119" r:id="rId32"/>
    <p:sldId id="2147482146" r:id="rId33"/>
    <p:sldId id="2147482200" r:id="rId34"/>
    <p:sldId id="2147482140" r:id="rId35"/>
    <p:sldId id="2147482204" r:id="rId36"/>
    <p:sldId id="2147482205" r:id="rId37"/>
    <p:sldId id="2147482206" r:id="rId38"/>
    <p:sldId id="2147482141" r:id="rId39"/>
    <p:sldId id="2147482187" r:id="rId40"/>
    <p:sldId id="2147482207" r:id="rId41"/>
    <p:sldId id="2147482208" r:id="rId42"/>
    <p:sldId id="2147482177" r:id="rId43"/>
    <p:sldId id="2147482179" r:id="rId44"/>
    <p:sldId id="2147482216" r:id="rId45"/>
    <p:sldId id="2147482210" r:id="rId46"/>
    <p:sldId id="2147482211" r:id="rId47"/>
    <p:sldId id="2147482178" r:id="rId48"/>
    <p:sldId id="2147482132" r:id="rId49"/>
    <p:sldId id="2147482212" r:id="rId50"/>
    <p:sldId id="2147482213" r:id="rId51"/>
    <p:sldId id="2147482147" r:id="rId52"/>
    <p:sldId id="2147482214" r:id="rId53"/>
    <p:sldId id="2147482215" r:id="rId54"/>
    <p:sldId id="2147482161" r:id="rId55"/>
    <p:sldId id="2147482180" r:id="rId56"/>
    <p:sldId id="2147482160" r:id="rId57"/>
    <p:sldId id="2147482184" r:id="rId58"/>
    <p:sldId id="2147482185" r:id="rId59"/>
    <p:sldId id="2147482148" r:id="rId60"/>
    <p:sldId id="2147482155" r:id="rId61"/>
    <p:sldId id="2147482152" r:id="rId62"/>
    <p:sldId id="2147482150" r:id="rId63"/>
    <p:sldId id="2147482153" r:id="rId64"/>
    <p:sldId id="2147482154" r:id="rId65"/>
    <p:sldId id="2147482156" r:id="rId66"/>
    <p:sldId id="2147482151" r:id="rId67"/>
    <p:sldId id="2147482149" r:id="rId68"/>
    <p:sldId id="2147482157" r:id="rId69"/>
    <p:sldId id="2147482158" r:id="rId70"/>
    <p:sldId id="2147482175" r:id="rId71"/>
    <p:sldId id="2147482123" r:id="rId72"/>
    <p:sldId id="2147482100" r:id="rId73"/>
    <p:sldId id="2147482101" r:id="rId74"/>
    <p:sldId id="2147482186" r:id="rId75"/>
    <p:sldId id="2147482102" r:id="rId76"/>
    <p:sldId id="2147482162" r:id="rId77"/>
    <p:sldId id="2147482163" r:id="rId78"/>
    <p:sldId id="2147482168" r:id="rId79"/>
    <p:sldId id="2147482164" r:id="rId80"/>
    <p:sldId id="2147482165" r:id="rId81"/>
    <p:sldId id="2147482166" r:id="rId82"/>
    <p:sldId id="2147482182" r:id="rId83"/>
    <p:sldId id="2147482170" r:id="rId84"/>
    <p:sldId id="2147482183" r:id="rId85"/>
    <p:sldId id="2147482181" r:id="rId86"/>
    <p:sldId id="2147482198" r:id="rId87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59"/>
            <p14:sldId id="2147482112"/>
            <p14:sldId id="2147482173"/>
            <p14:sldId id="2147482113"/>
            <p14:sldId id="2147482189"/>
            <p14:sldId id="2147482188"/>
            <p14:sldId id="2147482201"/>
            <p14:sldId id="2147482202"/>
            <p14:sldId id="2147482203"/>
            <p14:sldId id="2147482172"/>
            <p14:sldId id="2147482169"/>
            <p14:sldId id="2147482193"/>
            <p14:sldId id="2147482171"/>
            <p14:sldId id="2147482167"/>
            <p14:sldId id="2147482199"/>
            <p14:sldId id="2147482195"/>
            <p14:sldId id="2147482197"/>
            <p14:sldId id="2147482196"/>
            <p14:sldId id="2147482116"/>
            <p14:sldId id="2147482118"/>
            <p14:sldId id="2147482139"/>
            <p14:sldId id="2147482124"/>
            <p14:sldId id="2147482121"/>
            <p14:sldId id="2147482122"/>
            <p14:sldId id="2147482120"/>
            <p14:sldId id="2147482119"/>
            <p14:sldId id="2147482146"/>
            <p14:sldId id="2147482200"/>
            <p14:sldId id="2147482140"/>
            <p14:sldId id="2147482204"/>
            <p14:sldId id="2147482205"/>
            <p14:sldId id="2147482206"/>
            <p14:sldId id="2147482141"/>
            <p14:sldId id="2147482187"/>
            <p14:sldId id="2147482207"/>
            <p14:sldId id="2147482208"/>
            <p14:sldId id="2147482177"/>
            <p14:sldId id="2147482179"/>
            <p14:sldId id="2147482216"/>
            <p14:sldId id="2147482210"/>
            <p14:sldId id="2147482211"/>
            <p14:sldId id="2147482178"/>
            <p14:sldId id="2147482132"/>
            <p14:sldId id="2147482212"/>
            <p14:sldId id="2147482213"/>
            <p14:sldId id="2147482147"/>
            <p14:sldId id="2147482214"/>
            <p14:sldId id="2147482215"/>
            <p14:sldId id="2147482161"/>
            <p14:sldId id="2147482180"/>
            <p14:sldId id="2147482160"/>
            <p14:sldId id="2147482184"/>
            <p14:sldId id="2147482185"/>
            <p14:sldId id="2147482148"/>
            <p14:sldId id="2147482155"/>
            <p14:sldId id="2147482152"/>
            <p14:sldId id="2147482150"/>
            <p14:sldId id="2147482153"/>
            <p14:sldId id="2147482154"/>
            <p14:sldId id="2147482156"/>
            <p14:sldId id="2147482151"/>
            <p14:sldId id="2147482149"/>
            <p14:sldId id="2147482157"/>
            <p14:sldId id="2147482158"/>
            <p14:sldId id="2147482175"/>
            <p14:sldId id="2147482123"/>
            <p14:sldId id="2147482100"/>
            <p14:sldId id="2147482101"/>
            <p14:sldId id="2147482186"/>
            <p14:sldId id="2147482102"/>
            <p14:sldId id="2147482162"/>
            <p14:sldId id="2147482163"/>
            <p14:sldId id="2147482168"/>
            <p14:sldId id="2147482164"/>
            <p14:sldId id="2147482165"/>
            <p14:sldId id="2147482166"/>
            <p14:sldId id="2147482182"/>
            <p14:sldId id="2147482170"/>
            <p14:sldId id="2147482183"/>
            <p14:sldId id="2147482181"/>
            <p14:sldId id="21474821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C00000"/>
    <a:srgbClr val="FFB9FF"/>
    <a:srgbClr val="FFFFFF"/>
    <a:srgbClr val="6C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24" autoAdjust="0"/>
  </p:normalViewPr>
  <p:slideViewPr>
    <p:cSldViewPr snapToGrid="0">
      <p:cViewPr varScale="1">
        <p:scale>
          <a:sx n="81" d="100"/>
          <a:sy n="81" d="100"/>
        </p:scale>
        <p:origin x="57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918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commentAuthors" Target="commentAuthors.xml"/><Relationship Id="rId95" Type="http://schemas.microsoft.com/office/2018/10/relationships/authors" Target="author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5/11/2026 7:46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3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4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84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16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7784-B8C7-2D26-DDA7-0A0655E7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75B70-9343-45D9-6384-375EC1351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8794F-17F1-7108-7B2F-87826F286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7D98EFF-552A-051C-D9D6-04E46E8A86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72C13-397F-55B2-F47D-299856B624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38BF3-DF0E-DE05-58FA-317456B19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30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09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8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svg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Chapter 1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8E04-D23A-A25B-F1EB-8E9F9E3F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7FFA56-CE0E-CFF5-B162-583DA80A914D}"/>
              </a:ext>
            </a:extLst>
          </p:cNvPr>
          <p:cNvSpPr/>
          <p:nvPr/>
        </p:nvSpPr>
        <p:spPr bwMode="auto">
          <a:xfrm>
            <a:off x="698157" y="1328512"/>
            <a:ext cx="5066539" cy="20691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4FBE6-79B5-FC66-133B-7E47E5765745}"/>
              </a:ext>
            </a:extLst>
          </p:cNvPr>
          <p:cNvSpPr/>
          <p:nvPr/>
        </p:nvSpPr>
        <p:spPr bwMode="auto">
          <a:xfrm>
            <a:off x="3699718" y="1506118"/>
            <a:ext cx="1886073" cy="171376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shared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codebase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516FAD5-2F91-29A4-A6E3-9A97FC9B5D67}"/>
              </a:ext>
            </a:extLst>
          </p:cNvPr>
          <p:cNvSpPr/>
          <p:nvPr/>
        </p:nvSpPr>
        <p:spPr bwMode="auto">
          <a:xfrm>
            <a:off x="2188867" y="153625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5661F-7FA0-1D15-6A83-4A38E66BFB70}"/>
              </a:ext>
            </a:extLst>
          </p:cNvPr>
          <p:cNvSpPr/>
          <p:nvPr/>
        </p:nvSpPr>
        <p:spPr bwMode="auto">
          <a:xfrm>
            <a:off x="855870" y="1506118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B4548C-BDCC-D32D-6DE5-8744F627A835}"/>
              </a:ext>
            </a:extLst>
          </p:cNvPr>
          <p:cNvSpPr/>
          <p:nvPr/>
        </p:nvSpPr>
        <p:spPr bwMode="auto">
          <a:xfrm>
            <a:off x="855870" y="206602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DDA63-B437-941E-F89B-82AE159FDC61}"/>
              </a:ext>
            </a:extLst>
          </p:cNvPr>
          <p:cNvSpPr/>
          <p:nvPr/>
        </p:nvSpPr>
        <p:spPr bwMode="auto">
          <a:xfrm>
            <a:off x="855870" y="276020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52EF814-C49C-2BDD-746A-35D92D467376}"/>
              </a:ext>
            </a:extLst>
          </p:cNvPr>
          <p:cNvSpPr/>
          <p:nvPr/>
        </p:nvSpPr>
        <p:spPr bwMode="auto">
          <a:xfrm>
            <a:off x="2188867" y="206602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C2C7C1-A356-D0EC-8558-427D50CA6645}"/>
              </a:ext>
            </a:extLst>
          </p:cNvPr>
          <p:cNvSpPr/>
          <p:nvPr/>
        </p:nvSpPr>
        <p:spPr bwMode="auto">
          <a:xfrm>
            <a:off x="2188867" y="276020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</p:spTree>
    <p:extLst>
      <p:ext uri="{BB962C8B-B14F-4D97-AF65-F5344CB8AC3E}">
        <p14:creationId xmlns:p14="http://schemas.microsoft.com/office/powerpoint/2010/main" val="2980331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8C485D-3A46-40D1-5373-DDF18F784091}"/>
              </a:ext>
            </a:extLst>
          </p:cNvPr>
          <p:cNvSpPr/>
          <p:nvPr/>
        </p:nvSpPr>
        <p:spPr bwMode="auto">
          <a:xfrm>
            <a:off x="1543736" y="615928"/>
            <a:ext cx="5622378" cy="1221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1A26D-EBCD-FB0A-ED1B-5BB31977E55B}"/>
              </a:ext>
            </a:extLst>
          </p:cNvPr>
          <p:cNvGrpSpPr/>
          <p:nvPr/>
        </p:nvGrpSpPr>
        <p:grpSpPr>
          <a:xfrm>
            <a:off x="1664104" y="773980"/>
            <a:ext cx="5320563" cy="893455"/>
            <a:chOff x="1664104" y="773980"/>
            <a:chExt cx="6857927" cy="16670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5316FA-3A99-1746-7388-C57FA01FDF73}"/>
                </a:ext>
              </a:extLst>
            </p:cNvPr>
            <p:cNvSpPr/>
            <p:nvPr/>
          </p:nvSpPr>
          <p:spPr bwMode="auto">
            <a:xfrm>
              <a:off x="1664104" y="773980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6F9DE8-BFD8-ED75-D80E-6643CBD92F41}"/>
                </a:ext>
              </a:extLst>
            </p:cNvPr>
            <p:cNvSpPr/>
            <p:nvPr/>
          </p:nvSpPr>
          <p:spPr bwMode="auto">
            <a:xfrm>
              <a:off x="4275308" y="797714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7E711A8B-74EF-8F35-800C-37539A4E8977}"/>
                </a:ext>
              </a:extLst>
            </p:cNvPr>
            <p:cNvSpPr/>
            <p:nvPr/>
          </p:nvSpPr>
          <p:spPr bwMode="auto">
            <a:xfrm>
              <a:off x="336361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6C167-CDFD-1E40-7D5A-871E02B6B79C}"/>
                </a:ext>
              </a:extLst>
            </p:cNvPr>
            <p:cNvSpPr/>
            <p:nvPr/>
          </p:nvSpPr>
          <p:spPr bwMode="auto">
            <a:xfrm>
              <a:off x="6896588" y="797714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55C7AC8-4247-2C70-2CDB-A7000BB82B63}"/>
                </a:ext>
              </a:extLst>
            </p:cNvPr>
            <p:cNvSpPr/>
            <p:nvPr/>
          </p:nvSpPr>
          <p:spPr bwMode="auto">
            <a:xfrm>
              <a:off x="598489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55D43-59C0-9C34-A078-23228550B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21" y="2244550"/>
            <a:ext cx="8297433" cy="2505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511317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7D506D-9DB6-56C3-34A3-7025F65D4D7F}"/>
              </a:ext>
            </a:extLst>
          </p:cNvPr>
          <p:cNvSpPr/>
          <p:nvPr/>
        </p:nvSpPr>
        <p:spPr bwMode="auto">
          <a:xfrm>
            <a:off x="1908943" y="1981202"/>
            <a:ext cx="9126611" cy="25997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B41DF-AEF7-EACB-CBEF-B139B294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723" y="2101698"/>
            <a:ext cx="2936796" cy="23413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504771-2B57-B0F9-4B5E-FFD242BF2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237" y="2101697"/>
            <a:ext cx="4627744" cy="23413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BBD1075-1E6B-E13F-0345-41D668DC13C3}"/>
              </a:ext>
            </a:extLst>
          </p:cNvPr>
          <p:cNvSpPr/>
          <p:nvPr/>
        </p:nvSpPr>
        <p:spPr bwMode="auto">
          <a:xfrm>
            <a:off x="5015439" y="3168903"/>
            <a:ext cx="1166937" cy="475369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24661-05B7-816A-3BB6-33B3D520B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01" y="1844444"/>
            <a:ext cx="6249272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655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1ED9-738A-F76D-BF98-7BEC528C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0A41C63-A5C6-6E28-4FEC-5EB3B6E00003}"/>
              </a:ext>
            </a:extLst>
          </p:cNvPr>
          <p:cNvGrpSpPr/>
          <p:nvPr/>
        </p:nvGrpSpPr>
        <p:grpSpPr>
          <a:xfrm>
            <a:off x="1053583" y="708474"/>
            <a:ext cx="4621075" cy="958961"/>
            <a:chOff x="623277" y="717438"/>
            <a:chExt cx="4621075" cy="109343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2C8C80C-E0D0-AC3F-356D-930B960C3371}"/>
                </a:ext>
              </a:extLst>
            </p:cNvPr>
            <p:cNvSpPr/>
            <p:nvPr/>
          </p:nvSpPr>
          <p:spPr bwMode="auto">
            <a:xfrm>
              <a:off x="623277" y="717438"/>
              <a:ext cx="4621075" cy="10934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D30258E5-3A32-4FF5-D958-B1A72C737122}"/>
                </a:ext>
              </a:extLst>
            </p:cNvPr>
            <p:cNvSpPr/>
            <p:nvPr/>
          </p:nvSpPr>
          <p:spPr bwMode="auto">
            <a:xfrm flipH="1">
              <a:off x="2036715" y="985060"/>
              <a:ext cx="1779105" cy="555803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Update from GIT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211951-AD22-E515-0FC6-479E3C892FD5}"/>
                </a:ext>
              </a:extLst>
            </p:cNvPr>
            <p:cNvSpPr/>
            <p:nvPr/>
          </p:nvSpPr>
          <p:spPr bwMode="auto">
            <a:xfrm>
              <a:off x="3874960" y="836056"/>
              <a:ext cx="1261062" cy="85380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1BB4FC-1366-9464-EFA7-3D6987320FBC}"/>
                </a:ext>
              </a:extLst>
            </p:cNvPr>
            <p:cNvSpPr/>
            <p:nvPr/>
          </p:nvSpPr>
          <p:spPr bwMode="auto">
            <a:xfrm>
              <a:off x="747816" y="83605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998496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3C7A9A-4B84-3DBC-AD05-0C09E44F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97" y="416434"/>
            <a:ext cx="7494267" cy="4191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36637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25E6E77-8A30-D875-931D-E71AA2B6B47B}"/>
              </a:ext>
            </a:extLst>
          </p:cNvPr>
          <p:cNvSpPr/>
          <p:nvPr/>
        </p:nvSpPr>
        <p:spPr bwMode="auto">
          <a:xfrm>
            <a:off x="903103" y="594377"/>
            <a:ext cx="7387457" cy="2758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Fabric solution design with Medallion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3EFDA4-0605-D094-B6DF-3F85940CE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63" y="961332"/>
            <a:ext cx="3449897" cy="18165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597693-3A42-51E6-9276-B711A4536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080" y="961332"/>
            <a:ext cx="3449897" cy="2283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643006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F29E08-9B84-CF8A-4E2D-49BE8B6BE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99" y="223556"/>
            <a:ext cx="5042712" cy="51651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575387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7AA8-FDDF-0FD1-6582-C416C5EF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CF3347-B2D3-274C-127B-32B4CC5052BE}"/>
              </a:ext>
            </a:extLst>
          </p:cNvPr>
          <p:cNvGrpSpPr/>
          <p:nvPr/>
        </p:nvGrpSpPr>
        <p:grpSpPr>
          <a:xfrm>
            <a:off x="856362" y="887768"/>
            <a:ext cx="4441780" cy="958961"/>
            <a:chOff x="1499629" y="3739975"/>
            <a:chExt cx="4170074" cy="11026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3245836-9D1C-9AC2-9968-EB8F1B468793}"/>
                </a:ext>
              </a:extLst>
            </p:cNvPr>
            <p:cNvSpPr/>
            <p:nvPr/>
          </p:nvSpPr>
          <p:spPr bwMode="auto">
            <a:xfrm>
              <a:off x="1499629" y="3739975"/>
              <a:ext cx="4170074" cy="1102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2F6D6202-FAE5-ADE6-0DA5-1224E10FC62D}"/>
                </a:ext>
              </a:extLst>
            </p:cNvPr>
            <p:cNvSpPr/>
            <p:nvPr/>
          </p:nvSpPr>
          <p:spPr bwMode="auto">
            <a:xfrm>
              <a:off x="2949384" y="4006166"/>
              <a:ext cx="1261062" cy="555803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931375-FE59-4EFC-6920-9D7802820302}"/>
                </a:ext>
              </a:extLst>
            </p:cNvPr>
            <p:cNvSpPr/>
            <p:nvPr/>
          </p:nvSpPr>
          <p:spPr bwMode="auto">
            <a:xfrm>
              <a:off x="4304880" y="3857162"/>
              <a:ext cx="1261062" cy="85380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5116C4-85B4-83E8-D877-38A71A8144D1}"/>
                </a:ext>
              </a:extLst>
            </p:cNvPr>
            <p:cNvSpPr/>
            <p:nvPr/>
          </p:nvSpPr>
          <p:spPr bwMode="auto">
            <a:xfrm>
              <a:off x="1590499" y="3857165"/>
              <a:ext cx="1261062" cy="853809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ts val="20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ts val="20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62724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65BD47B-8F89-A94D-6193-922593C63FDA}"/>
              </a:ext>
            </a:extLst>
          </p:cNvPr>
          <p:cNvGrpSpPr/>
          <p:nvPr/>
        </p:nvGrpSpPr>
        <p:grpSpPr>
          <a:xfrm>
            <a:off x="999796" y="475392"/>
            <a:ext cx="4728651" cy="958961"/>
            <a:chOff x="1499628" y="3750283"/>
            <a:chExt cx="4439397" cy="11026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CE70D18-A46E-3353-F81D-8B99141106FA}"/>
                </a:ext>
              </a:extLst>
            </p:cNvPr>
            <p:cNvSpPr/>
            <p:nvPr/>
          </p:nvSpPr>
          <p:spPr bwMode="auto">
            <a:xfrm>
              <a:off x="1499628" y="3750283"/>
              <a:ext cx="4439397" cy="1102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40431711-4E9C-54BE-8982-303C7C24A803}"/>
                </a:ext>
              </a:extLst>
            </p:cNvPr>
            <p:cNvSpPr/>
            <p:nvPr/>
          </p:nvSpPr>
          <p:spPr bwMode="auto">
            <a:xfrm>
              <a:off x="2949384" y="4006166"/>
              <a:ext cx="1603938" cy="555803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486A9C-506E-D23F-784F-75F2CB33B26A}"/>
                </a:ext>
              </a:extLst>
            </p:cNvPr>
            <p:cNvSpPr/>
            <p:nvPr/>
          </p:nvSpPr>
          <p:spPr bwMode="auto">
            <a:xfrm>
              <a:off x="4574203" y="3857162"/>
              <a:ext cx="1261062" cy="85380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9D1545-1B35-CDED-4887-B6796542A87B}"/>
                </a:ext>
              </a:extLst>
            </p:cNvPr>
            <p:cNvSpPr/>
            <p:nvPr/>
          </p:nvSpPr>
          <p:spPr bwMode="auto">
            <a:xfrm>
              <a:off x="1590499" y="3857165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ts val="20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27088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FE26F-3C1D-8755-6A70-7311DE41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2A5646-53EF-CC91-5539-154467FA0970}"/>
              </a:ext>
            </a:extLst>
          </p:cNvPr>
          <p:cNvSpPr/>
          <p:nvPr/>
        </p:nvSpPr>
        <p:spPr bwMode="auto">
          <a:xfrm>
            <a:off x="1275345" y="638804"/>
            <a:ext cx="7986164" cy="1050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C32AA54-935F-0A9A-07DC-D577321235D6}"/>
              </a:ext>
            </a:extLst>
          </p:cNvPr>
          <p:cNvSpPr/>
          <p:nvPr/>
        </p:nvSpPr>
        <p:spPr bwMode="auto">
          <a:xfrm>
            <a:off x="2855423" y="882149"/>
            <a:ext cx="1708445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5E4E8C-2DB5-4BF9-48CF-EDFE240FAC15}"/>
              </a:ext>
            </a:extLst>
          </p:cNvPr>
          <p:cNvSpPr/>
          <p:nvPr/>
        </p:nvSpPr>
        <p:spPr bwMode="auto">
          <a:xfrm>
            <a:off x="4586109" y="740446"/>
            <a:ext cx="1343228" cy="8119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8A12A-0CD5-635C-2146-70D3554B469E}"/>
              </a:ext>
            </a:extLst>
          </p:cNvPr>
          <p:cNvSpPr/>
          <p:nvPr/>
        </p:nvSpPr>
        <p:spPr bwMode="auto">
          <a:xfrm>
            <a:off x="1407998" y="740449"/>
            <a:ext cx="1343228" cy="8119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CAB6515-99DD-781F-3CB0-24E9A9DE9906}"/>
              </a:ext>
            </a:extLst>
          </p:cNvPr>
          <p:cNvSpPr/>
          <p:nvPr/>
        </p:nvSpPr>
        <p:spPr bwMode="auto">
          <a:xfrm>
            <a:off x="6002037" y="873179"/>
            <a:ext cx="1708445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 from GIT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B06631-2901-1BAF-6B0A-90B6646F3644}"/>
              </a:ext>
            </a:extLst>
          </p:cNvPr>
          <p:cNvSpPr/>
          <p:nvPr/>
        </p:nvSpPr>
        <p:spPr bwMode="auto">
          <a:xfrm>
            <a:off x="7783281" y="743543"/>
            <a:ext cx="1343228" cy="811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300416746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E7259A4-B068-D358-3746-E071FE213BC2}"/>
              </a:ext>
            </a:extLst>
          </p:cNvPr>
          <p:cNvGrpSpPr/>
          <p:nvPr/>
        </p:nvGrpSpPr>
        <p:grpSpPr>
          <a:xfrm>
            <a:off x="1334183" y="849630"/>
            <a:ext cx="7155393" cy="2647632"/>
            <a:chOff x="903877" y="552767"/>
            <a:chExt cx="7084299" cy="26476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68E41BF-198F-ADB2-976A-3D675BD4F4A3}"/>
                </a:ext>
              </a:extLst>
            </p:cNvPr>
            <p:cNvSpPr/>
            <p:nvPr/>
          </p:nvSpPr>
          <p:spPr bwMode="auto">
            <a:xfrm>
              <a:off x="903877" y="552767"/>
              <a:ext cx="7084299" cy="26476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F6A5552B-DB7D-6F2C-D43E-359301F3F785}"/>
                </a:ext>
              </a:extLst>
            </p:cNvPr>
            <p:cNvSpPr/>
            <p:nvPr/>
          </p:nvSpPr>
          <p:spPr bwMode="auto">
            <a:xfrm>
              <a:off x="2273039" y="783360"/>
              <a:ext cx="1379762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4A5E3C-6460-C90A-2236-7D9CC73FAC5D}"/>
                </a:ext>
              </a:extLst>
            </p:cNvPr>
            <p:cNvSpPr/>
            <p:nvPr/>
          </p:nvSpPr>
          <p:spPr bwMode="auto">
            <a:xfrm>
              <a:off x="3715678" y="668205"/>
              <a:ext cx="1186321" cy="66236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feature_1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92E4E2-6A87-28AF-09B0-E47A47A426AB}"/>
                </a:ext>
              </a:extLst>
            </p:cNvPr>
            <p:cNvSpPr/>
            <p:nvPr/>
          </p:nvSpPr>
          <p:spPr bwMode="auto">
            <a:xfrm>
              <a:off x="1021976" y="668207"/>
              <a:ext cx="1186321" cy="662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feature_1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8412FFAF-0907-EB59-9520-B3B410ADD753}"/>
                </a:ext>
              </a:extLst>
            </p:cNvPr>
            <p:cNvSpPr/>
            <p:nvPr/>
          </p:nvSpPr>
          <p:spPr bwMode="auto">
            <a:xfrm>
              <a:off x="4957268" y="776070"/>
              <a:ext cx="1343229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64DB877-9ECF-4540-F069-230B4F3C13EE}"/>
                </a:ext>
              </a:extLst>
            </p:cNvPr>
            <p:cNvSpPr/>
            <p:nvPr/>
          </p:nvSpPr>
          <p:spPr bwMode="auto">
            <a:xfrm>
              <a:off x="6375842" y="668206"/>
              <a:ext cx="1469571" cy="240789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F5F65CC7-3AD5-CA86-92AD-825F78A88999}"/>
                </a:ext>
              </a:extLst>
            </p:cNvPr>
            <p:cNvSpPr/>
            <p:nvPr/>
          </p:nvSpPr>
          <p:spPr bwMode="auto">
            <a:xfrm>
              <a:off x="2273039" y="1551298"/>
              <a:ext cx="1379762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AD9694-A812-8979-B114-9E3D37CB0181}"/>
                </a:ext>
              </a:extLst>
            </p:cNvPr>
            <p:cNvSpPr/>
            <p:nvPr/>
          </p:nvSpPr>
          <p:spPr bwMode="auto">
            <a:xfrm>
              <a:off x="3715678" y="1436143"/>
              <a:ext cx="1186321" cy="66236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feature_2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247A8C-069D-08DF-EC00-41649767EC9E}"/>
                </a:ext>
              </a:extLst>
            </p:cNvPr>
            <p:cNvSpPr/>
            <p:nvPr/>
          </p:nvSpPr>
          <p:spPr bwMode="auto">
            <a:xfrm>
              <a:off x="1021976" y="1436145"/>
              <a:ext cx="1186321" cy="662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feature_2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622F39B9-C40C-E76D-415D-39D24E90A9E0}"/>
                </a:ext>
              </a:extLst>
            </p:cNvPr>
            <p:cNvSpPr/>
            <p:nvPr/>
          </p:nvSpPr>
          <p:spPr bwMode="auto">
            <a:xfrm>
              <a:off x="4957268" y="1544008"/>
              <a:ext cx="1343229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8A8F427D-3877-42E6-742A-869B26BE2F75}"/>
                </a:ext>
              </a:extLst>
            </p:cNvPr>
            <p:cNvSpPr/>
            <p:nvPr/>
          </p:nvSpPr>
          <p:spPr bwMode="auto">
            <a:xfrm>
              <a:off x="2280160" y="2528897"/>
              <a:ext cx="1379762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D25400-356C-46A4-1D4F-4513F75F1EE2}"/>
                </a:ext>
              </a:extLst>
            </p:cNvPr>
            <p:cNvSpPr/>
            <p:nvPr/>
          </p:nvSpPr>
          <p:spPr bwMode="auto">
            <a:xfrm>
              <a:off x="3722798" y="2413742"/>
              <a:ext cx="1186321" cy="66236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576AF5B-A037-0D34-D663-86CB7CEC6EC6}"/>
                </a:ext>
              </a:extLst>
            </p:cNvPr>
            <p:cNvSpPr/>
            <p:nvPr/>
          </p:nvSpPr>
          <p:spPr bwMode="auto">
            <a:xfrm>
              <a:off x="1029097" y="2413744"/>
              <a:ext cx="1186321" cy="662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feature_N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72D15B01-0B49-6915-16AD-CD44E7EB2277}"/>
                </a:ext>
              </a:extLst>
            </p:cNvPr>
            <p:cNvSpPr/>
            <p:nvPr/>
          </p:nvSpPr>
          <p:spPr bwMode="auto">
            <a:xfrm>
              <a:off x="4964388" y="2521607"/>
              <a:ext cx="1343229" cy="431177"/>
            </a:xfrm>
            <a:prstGeom prst="rightArrow">
              <a:avLst>
                <a:gd name="adj1" fmla="val 62678"/>
                <a:gd name="adj2" fmla="val 5833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1C3F50-C173-3212-672F-BA222726A61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027" y="2268071"/>
              <a:ext cx="5253470" cy="0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82793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8B2D02-66AE-8312-7C68-D65660629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311" y="579525"/>
            <a:ext cx="4514843" cy="35621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146032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FDF045-68AB-BA8E-F987-F193D151E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443" y="434547"/>
            <a:ext cx="6001588" cy="6125430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737680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708E7-1FEB-5605-CF24-303D2CEC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7DC44-79C7-AC2D-0257-5C3BD3FE0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059" y="890850"/>
            <a:ext cx="3370982" cy="1472504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E5FE1C-9106-3B81-48EF-11D49C3DF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13" y="568962"/>
            <a:ext cx="6154009" cy="4515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65190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521B9-C16B-B9BE-5A0C-D0AC83891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848" y="917069"/>
            <a:ext cx="6830378" cy="552527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912125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C8E1B4-C7B8-A398-459C-A9F37076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7" y="474937"/>
            <a:ext cx="10087722" cy="3022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977415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DB6E530-A653-DBDB-F8B4-EC82B216A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284" y="877528"/>
            <a:ext cx="9421906" cy="52394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000CA16-DD7F-3FFC-6CE8-27CCD2E52A0F}"/>
              </a:ext>
            </a:extLst>
          </p:cNvPr>
          <p:cNvGrpSpPr/>
          <p:nvPr/>
        </p:nvGrpSpPr>
        <p:grpSpPr>
          <a:xfrm>
            <a:off x="1446963" y="981175"/>
            <a:ext cx="6903218" cy="3531190"/>
            <a:chOff x="1446963" y="783953"/>
            <a:chExt cx="6390751" cy="45348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DE0593-E92A-B4AF-067E-88990EC25C23}"/>
                </a:ext>
              </a:extLst>
            </p:cNvPr>
            <p:cNvSpPr/>
            <p:nvPr/>
          </p:nvSpPr>
          <p:spPr bwMode="auto">
            <a:xfrm>
              <a:off x="1446963" y="1317204"/>
              <a:ext cx="6390751" cy="40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B96C0-05B9-467B-0AE5-F84ED0A49675}"/>
                </a:ext>
              </a:extLst>
            </p:cNvPr>
            <p:cNvSpPr/>
            <p:nvPr/>
          </p:nvSpPr>
          <p:spPr bwMode="auto">
            <a:xfrm>
              <a:off x="1446963" y="783953"/>
              <a:ext cx="6390751" cy="5332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0EFEF8-50CB-18EA-9929-4AE399C06E90}"/>
              </a:ext>
            </a:extLst>
          </p:cNvPr>
          <p:cNvGrpSpPr/>
          <p:nvPr/>
        </p:nvGrpSpPr>
        <p:grpSpPr>
          <a:xfrm>
            <a:off x="1563619" y="1540713"/>
            <a:ext cx="4300599" cy="2810223"/>
            <a:chOff x="1734441" y="1741680"/>
            <a:chExt cx="4300599" cy="368336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E05B73-3815-B0BE-9A65-3E8720EBF8DD}"/>
                </a:ext>
              </a:extLst>
            </p:cNvPr>
            <p:cNvGrpSpPr/>
            <p:nvPr/>
          </p:nvGrpSpPr>
          <p:grpSpPr>
            <a:xfrm>
              <a:off x="1734441" y="1741680"/>
              <a:ext cx="2349433" cy="3683367"/>
              <a:chOff x="1734441" y="1741680"/>
              <a:chExt cx="2349433" cy="368336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E8789E-C083-1E95-B1F8-2B3A91218B73}"/>
                  </a:ext>
                </a:extLst>
              </p:cNvPr>
              <p:cNvSpPr/>
              <p:nvPr/>
            </p:nvSpPr>
            <p:spPr bwMode="auto">
              <a:xfrm>
                <a:off x="1734443" y="2515196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Pipeline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41B282-8C89-52C8-7FD4-871B7B8F640D}"/>
                  </a:ext>
                </a:extLst>
              </p:cNvPr>
              <p:cNvSpPr/>
              <p:nvPr/>
            </p:nvSpPr>
            <p:spPr bwMode="auto">
              <a:xfrm>
                <a:off x="1734443" y="1741680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Notebook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22DC64C-305C-F2CF-9ECE-638CE90AF008}"/>
                  </a:ext>
                </a:extLst>
              </p:cNvPr>
              <p:cNvSpPr/>
              <p:nvPr/>
            </p:nvSpPr>
            <p:spPr bwMode="auto">
              <a:xfrm>
                <a:off x="1734443" y="3288712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Copyjob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C9D02-A88E-2BE4-6643-058D6FBAC13E}"/>
                  </a:ext>
                </a:extLst>
              </p:cNvPr>
              <p:cNvSpPr/>
              <p:nvPr/>
            </p:nvSpPr>
            <p:spPr bwMode="auto">
              <a:xfrm>
                <a:off x="1734442" y="4062228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Dataflow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4DCB22-DFF6-0664-8481-CB833696C445}"/>
                  </a:ext>
                </a:extLst>
              </p:cNvPr>
              <p:cNvSpPr/>
              <p:nvPr/>
            </p:nvSpPr>
            <p:spPr bwMode="auto">
              <a:xfrm>
                <a:off x="1734441" y="4835743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Lakehouse Shortcut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ADED1FF-0783-31E6-3C4C-A433E4FB1F3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083874" y="2036332"/>
              <a:ext cx="1951166" cy="9026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C40E68-C70C-C089-3408-C58644FF9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3872" y="3615894"/>
              <a:ext cx="17341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D2B30A7-045F-9314-CFE5-AF0CE9E851C3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4083874" y="2809848"/>
              <a:ext cx="1814508" cy="4075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0E49DD-D107-BCAE-1242-9B9C232D908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4083873" y="3960451"/>
              <a:ext cx="1765607" cy="39642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F4B33AA-4001-FD2B-17AA-3F8C59CE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8066" y="4276562"/>
              <a:ext cx="1900702" cy="8538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AE63BF-BD04-8C63-D239-D13099D85110}"/>
              </a:ext>
            </a:extLst>
          </p:cNvPr>
          <p:cNvGrpSpPr/>
          <p:nvPr/>
        </p:nvGrpSpPr>
        <p:grpSpPr>
          <a:xfrm>
            <a:off x="6077397" y="2490399"/>
            <a:ext cx="1919206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849CE5-FB11-3825-5F47-373265281DDE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var1 - string - 'foo'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var2 - string - 'bar'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var3 - integer - 42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1F01C4-3B54-FBE4-1E80-1583D6C74469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01B015-973F-06CE-FD81-00149E6E17F4}"/>
              </a:ext>
            </a:extLst>
          </p:cNvPr>
          <p:cNvSpPr/>
          <p:nvPr/>
        </p:nvSpPr>
        <p:spPr bwMode="auto">
          <a:xfrm>
            <a:off x="1520534" y="1931276"/>
            <a:ext cx="7333768" cy="27500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9AF17D-1D9B-436B-5614-B0D9C658D335}"/>
              </a:ext>
            </a:extLst>
          </p:cNvPr>
          <p:cNvSpPr/>
          <p:nvPr/>
        </p:nvSpPr>
        <p:spPr bwMode="auto">
          <a:xfrm rot="5400000">
            <a:off x="7544354" y="3376453"/>
            <a:ext cx="528689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A0A-CAB9-EDA1-F4A0-51C0BA509F9C}"/>
              </a:ext>
            </a:extLst>
          </p:cNvPr>
          <p:cNvSpPr/>
          <p:nvPr/>
        </p:nvSpPr>
        <p:spPr bwMode="auto">
          <a:xfrm>
            <a:off x="1763495" y="2095884"/>
            <a:ext cx="1632212" cy="12436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D3E5D-8480-2E3B-57B6-0E47E533F981}"/>
              </a:ext>
            </a:extLst>
          </p:cNvPr>
          <p:cNvSpPr/>
          <p:nvPr/>
        </p:nvSpPr>
        <p:spPr bwMode="auto">
          <a:xfrm>
            <a:off x="4374699" y="2113590"/>
            <a:ext cx="1625443" cy="12259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A7539D-2D62-62A9-0A25-2046C96F48EE}"/>
              </a:ext>
            </a:extLst>
          </p:cNvPr>
          <p:cNvSpPr/>
          <p:nvPr/>
        </p:nvSpPr>
        <p:spPr bwMode="auto">
          <a:xfrm>
            <a:off x="346300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DFEE4-419D-F5DF-51D6-AD80EF95AEC2}"/>
              </a:ext>
            </a:extLst>
          </p:cNvPr>
          <p:cNvSpPr/>
          <p:nvPr/>
        </p:nvSpPr>
        <p:spPr bwMode="auto">
          <a:xfrm>
            <a:off x="6995979" y="2113590"/>
            <a:ext cx="1625443" cy="122595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5749CE5-BE50-45C7-AB51-976A6A8BE75C}"/>
              </a:ext>
            </a:extLst>
          </p:cNvPr>
          <p:cNvSpPr/>
          <p:nvPr/>
        </p:nvSpPr>
        <p:spPr bwMode="auto">
          <a:xfrm>
            <a:off x="608428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EB11C1E-650E-D561-CC26-EA7B7C47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2399" y="3916017"/>
            <a:ext cx="914400" cy="587721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0274E0E5-2194-0DB1-EA46-B717AFE84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4644" y="3806169"/>
            <a:ext cx="1185548" cy="70802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BF15019-DA71-DB66-A01E-86779A610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0359" y="3793467"/>
            <a:ext cx="1625443" cy="8063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DC86ED-0D20-0559-3154-EF9A107C860E}"/>
              </a:ext>
            </a:extLst>
          </p:cNvPr>
          <p:cNvSpPr/>
          <p:nvPr/>
        </p:nvSpPr>
        <p:spPr bwMode="auto">
          <a:xfrm rot="5400000">
            <a:off x="2291365" y="3438927"/>
            <a:ext cx="576468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0BD12D-627A-E3BA-E877-45EEBC3DDBC7}"/>
              </a:ext>
            </a:extLst>
          </p:cNvPr>
          <p:cNvSpPr/>
          <p:nvPr/>
        </p:nvSpPr>
        <p:spPr bwMode="auto">
          <a:xfrm rot="5400000">
            <a:off x="4936453" y="3389834"/>
            <a:ext cx="501930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F8D9D-4981-2158-E260-5A58588E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3" y="1901602"/>
            <a:ext cx="10307488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622680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0B4B1-4927-ED10-E291-459DB7E0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54241"/>
              </p:ext>
            </p:extLst>
          </p:nvPr>
        </p:nvGraphicFramePr>
        <p:xfrm>
          <a:off x="938002" y="769646"/>
          <a:ext cx="621179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18698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43951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449144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25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BBEE-745B-2785-F381-4F9608C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327FB1-9162-9A00-B432-7F75D4063645}"/>
              </a:ext>
            </a:extLst>
          </p:cNvPr>
          <p:cNvSpPr/>
          <p:nvPr/>
        </p:nvSpPr>
        <p:spPr bwMode="auto">
          <a:xfrm>
            <a:off x="523888" y="904352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9033-571B-BAB1-DC72-DCFD70AED744}"/>
              </a:ext>
            </a:extLst>
          </p:cNvPr>
          <p:cNvSpPr/>
          <p:nvPr/>
        </p:nvSpPr>
        <p:spPr bwMode="auto">
          <a:xfrm>
            <a:off x="5351867" y="1316334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EA7F7-02CF-5F56-A6BD-59624063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4252"/>
              </p:ext>
            </p:extLst>
          </p:nvPr>
        </p:nvGraphicFramePr>
        <p:xfrm>
          <a:off x="5698762" y="1487447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42D2D-8C4F-B36D-3B19-2EA999389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03789"/>
              </p:ext>
            </p:extLst>
          </p:nvPr>
        </p:nvGraphicFramePr>
        <p:xfrm>
          <a:off x="7589527" y="1497931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F63ACF-DA37-0B04-2BA8-F496FBF0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08420"/>
              </p:ext>
            </p:extLst>
          </p:nvPr>
        </p:nvGraphicFramePr>
        <p:xfrm>
          <a:off x="730675" y="1487447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6062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F632949-FEEC-DEF6-1199-411E30FFD8E8}"/>
              </a:ext>
            </a:extLst>
          </p:cNvPr>
          <p:cNvGrpSpPr/>
          <p:nvPr/>
        </p:nvGrpSpPr>
        <p:grpSpPr>
          <a:xfrm>
            <a:off x="1351722" y="1182756"/>
            <a:ext cx="10183786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4C53AC-84B0-43CF-E373-F2E7FFC9CF3E}"/>
              </a:ext>
            </a:extLst>
          </p:cNvPr>
          <p:cNvSpPr/>
          <p:nvPr/>
        </p:nvSpPr>
        <p:spPr bwMode="auto">
          <a:xfrm>
            <a:off x="1687259" y="1087263"/>
            <a:ext cx="3969470" cy="10390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82296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 Solution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A8F121-49B8-7EDB-521B-435EC6A3B551}"/>
              </a:ext>
            </a:extLst>
          </p:cNvPr>
          <p:cNvGrpSpPr/>
          <p:nvPr/>
        </p:nvGrpSpPr>
        <p:grpSpPr>
          <a:xfrm>
            <a:off x="3330755" y="1353539"/>
            <a:ext cx="655911" cy="654509"/>
            <a:chOff x="6295914" y="1428878"/>
            <a:chExt cx="1693119" cy="18253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231FBD-030F-AEFF-DBB7-361376186B2D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15" name="Picture 14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6B41BEDF-C5B7-E371-C150-6F03E7DAA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29B994-E364-1FBC-4BEC-B464A0229BAC}"/>
              </a:ext>
            </a:extLst>
          </p:cNvPr>
          <p:cNvGrpSpPr/>
          <p:nvPr/>
        </p:nvGrpSpPr>
        <p:grpSpPr>
          <a:xfrm>
            <a:off x="4089715" y="1353539"/>
            <a:ext cx="657835" cy="654509"/>
            <a:chOff x="6503915" y="831583"/>
            <a:chExt cx="1229935" cy="13259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C0E4FA9-9874-0421-00A7-094E40E45F4A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18" name="Picture 17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1A32AF3E-612A-DB91-644A-24DB597D0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A92DD1-3300-EDFB-AFC6-9495E4C269EF}"/>
              </a:ext>
            </a:extLst>
          </p:cNvPr>
          <p:cNvGrpSpPr/>
          <p:nvPr/>
        </p:nvGrpSpPr>
        <p:grpSpPr>
          <a:xfrm>
            <a:off x="2568018" y="1353539"/>
            <a:ext cx="659688" cy="658278"/>
            <a:chOff x="1943154" y="2871362"/>
            <a:chExt cx="1229935" cy="132599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F3EFBF-FC88-E9E9-D520-FAA3C58CD650}"/>
                </a:ext>
              </a:extLst>
            </p:cNvPr>
            <p:cNvSpPr/>
            <p:nvPr/>
          </p:nvSpPr>
          <p:spPr bwMode="auto">
            <a:xfrm>
              <a:off x="1943154" y="2871362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Notebook</a:t>
              </a:r>
              <a:endParaRPr lang="en-US" sz="11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Picture 20" descr="A white book with a green symbol&#10;&#10;Description automatically generated">
              <a:extLst>
                <a:ext uri="{FF2B5EF4-FFF2-40B4-BE49-F238E27FC236}">
                  <a16:creationId xmlns:a16="http://schemas.microsoft.com/office/drawing/2014/main" id="{AB9A7A44-E49B-8A50-9FA3-D22D9703F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6583" y="3033143"/>
              <a:ext cx="838189" cy="834835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7EC404-EBA5-2E5E-1CEE-0B19E6008845}"/>
              </a:ext>
            </a:extLst>
          </p:cNvPr>
          <p:cNvGrpSpPr/>
          <p:nvPr/>
        </p:nvGrpSpPr>
        <p:grpSpPr>
          <a:xfrm>
            <a:off x="1809058" y="1353539"/>
            <a:ext cx="655911" cy="654509"/>
            <a:chOff x="540799" y="2865453"/>
            <a:chExt cx="1229935" cy="132599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0ACF54E-DF94-8A04-BCCD-0ACB270425F3}"/>
                </a:ext>
              </a:extLst>
            </p:cNvPr>
            <p:cNvSpPr/>
            <p:nvPr/>
          </p:nvSpPr>
          <p:spPr bwMode="auto">
            <a:xfrm>
              <a:off x="540799" y="286545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Lakehouse</a:t>
              </a:r>
            </a:p>
          </p:txBody>
        </p:sp>
        <p:pic>
          <p:nvPicPr>
            <p:cNvPr id="24" name="Picture 23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669F21DF-6B63-E20B-E993-410F040F2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453" y="2962982"/>
              <a:ext cx="908459" cy="904825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C54E8B4-09E1-FD08-8D18-7B240CA9141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026" t="13870" r="5038" b="6019"/>
          <a:stretch>
            <a:fillRect/>
          </a:stretch>
        </p:blipFill>
        <p:spPr>
          <a:xfrm>
            <a:off x="4959479" y="1414647"/>
            <a:ext cx="440073" cy="4322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23282D-B074-5213-F6AE-13DB249FC0E3}"/>
              </a:ext>
            </a:extLst>
          </p:cNvPr>
          <p:cNvSpPr/>
          <p:nvPr/>
        </p:nvSpPr>
        <p:spPr bwMode="auto">
          <a:xfrm>
            <a:off x="4850599" y="1353539"/>
            <a:ext cx="657835" cy="654509"/>
          </a:xfrm>
          <a:prstGeom prst="rect">
            <a:avLst/>
          </a:prstGeom>
          <a:solidFill>
            <a:schemeClr val="bg1">
              <a:alpha val="45000"/>
            </a:schemeClr>
          </a:solidFill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Variable Library</a:t>
            </a:r>
          </a:p>
        </p:txBody>
      </p:sp>
    </p:spTree>
    <p:extLst>
      <p:ext uri="{BB962C8B-B14F-4D97-AF65-F5344CB8AC3E}">
        <p14:creationId xmlns:p14="http://schemas.microsoft.com/office/powerpoint/2010/main" val="44492167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EBB6EF5B-557D-2023-6AFD-A7517A01D008}"/>
              </a:ext>
            </a:extLst>
          </p:cNvPr>
          <p:cNvGrpSpPr/>
          <p:nvPr/>
        </p:nvGrpSpPr>
        <p:grpSpPr>
          <a:xfrm>
            <a:off x="1579297" y="1222316"/>
            <a:ext cx="3270369" cy="1673284"/>
            <a:chOff x="5389353" y="1249679"/>
            <a:chExt cx="3541287" cy="181189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263C11A-349E-3159-0EAF-BAC4C7F2AB5E}"/>
                </a:ext>
              </a:extLst>
            </p:cNvPr>
            <p:cNvGrpSpPr/>
            <p:nvPr/>
          </p:nvGrpSpPr>
          <p:grpSpPr>
            <a:xfrm>
              <a:off x="5389353" y="1249679"/>
              <a:ext cx="3541287" cy="1811899"/>
              <a:chOff x="1446963" y="783951"/>
              <a:chExt cx="6390751" cy="441928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18EFFD3-0105-CD44-3BFC-DBAD5B2BE883}"/>
                  </a:ext>
                </a:extLst>
              </p:cNvPr>
              <p:cNvSpPr/>
              <p:nvPr/>
            </p:nvSpPr>
            <p:spPr bwMode="auto">
              <a:xfrm>
                <a:off x="1446963" y="1389338"/>
                <a:ext cx="6390751" cy="3813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2DB75A4-117A-8569-07E4-4CABADC47C6B}"/>
                  </a:ext>
                </a:extLst>
              </p:cNvPr>
              <p:cNvSpPr/>
              <p:nvPr/>
            </p:nvSpPr>
            <p:spPr bwMode="auto">
              <a:xfrm>
                <a:off x="1446963" y="783951"/>
                <a:ext cx="6390751" cy="6053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5484916-AB11-A0CF-0D32-1BA8A4BB7062}"/>
                </a:ext>
              </a:extLst>
            </p:cNvPr>
            <p:cNvGrpSpPr/>
            <p:nvPr/>
          </p:nvGrpSpPr>
          <p:grpSpPr>
            <a:xfrm>
              <a:off x="5524534" y="2266374"/>
              <a:ext cx="655911" cy="654509"/>
              <a:chOff x="540799" y="2865453"/>
              <a:chExt cx="1229935" cy="132599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BBA2384-5AA3-FF13-5403-2A35A19C5EE1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12" name="Picture 11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42CD4664-AD15-BB35-3A51-47ECB05534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428D6BC-66CA-B6AA-A305-FE155CCB6535}"/>
                </a:ext>
              </a:extLst>
            </p:cNvPr>
            <p:cNvGrpSpPr/>
            <p:nvPr/>
          </p:nvGrpSpPr>
          <p:grpSpPr>
            <a:xfrm>
              <a:off x="8122371" y="2305755"/>
              <a:ext cx="659688" cy="658278"/>
              <a:chOff x="2677038" y="4875290"/>
              <a:chExt cx="659688" cy="65827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6CC0942-F384-6F7F-ED18-A99FEA2BB1CC}"/>
                  </a:ext>
                </a:extLst>
              </p:cNvPr>
              <p:cNvSpPr/>
              <p:nvPr/>
            </p:nvSpPr>
            <p:spPr bwMode="auto">
              <a:xfrm>
                <a:off x="2677038" y="4875290"/>
                <a:ext cx="659688" cy="658278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Pipeline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" name="Picture 5" descr="A green and white button&#10;&#10;AI-generated content may be incorrect.">
                <a:extLst>
                  <a:ext uri="{FF2B5EF4-FFF2-40B4-BE49-F238E27FC236}">
                    <a16:creationId xmlns:a16="http://schemas.microsoft.com/office/drawing/2014/main" id="{7EFB90B0-298D-9AA1-C6A3-5BB865DAD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1511" y="4966847"/>
                <a:ext cx="442784" cy="399677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E1D6437-8264-CF08-9EA9-66F6F45B129F}"/>
                </a:ext>
              </a:extLst>
            </p:cNvPr>
            <p:cNvGrpSpPr/>
            <p:nvPr/>
          </p:nvGrpSpPr>
          <p:grpSpPr>
            <a:xfrm>
              <a:off x="6865269" y="1608096"/>
              <a:ext cx="659688" cy="658278"/>
              <a:chOff x="1943154" y="2871362"/>
              <a:chExt cx="1229935" cy="132599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BCAAE14-88A5-AC0E-CF9C-72159B5945F0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9" name="Picture 8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F1191FD2-1170-96A6-0404-65F3778C16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583" y="3033143"/>
                <a:ext cx="838189" cy="834835"/>
              </a:xfrm>
              <a:prstGeom prst="rect">
                <a:avLst/>
              </a:prstGeom>
            </p:spPr>
          </p:pic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7440647-B516-5D06-442D-19EE48DA5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4957" y="2706014"/>
              <a:ext cx="1810863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0998B59D-E08F-AEB7-DD24-44E554B5C2C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524958" y="194697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9692384E-EF39-11C9-6F46-38956643C77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254958" y="196729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874087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53D5-5C12-14FE-B8A3-6C352D2D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C7265C4-A393-AC64-248D-530579392925}"/>
              </a:ext>
            </a:extLst>
          </p:cNvPr>
          <p:cNvSpPr/>
          <p:nvPr/>
        </p:nvSpPr>
        <p:spPr bwMode="auto">
          <a:xfrm>
            <a:off x="1477105" y="1139469"/>
            <a:ext cx="8388256" cy="35950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9DFC15D-DD84-AA39-1541-C86EE81E6A0D}"/>
              </a:ext>
            </a:extLst>
          </p:cNvPr>
          <p:cNvGrpSpPr/>
          <p:nvPr/>
        </p:nvGrpSpPr>
        <p:grpSpPr>
          <a:xfrm>
            <a:off x="1579297" y="1222316"/>
            <a:ext cx="3270369" cy="1717041"/>
            <a:chOff x="5389353" y="1249679"/>
            <a:chExt cx="3541287" cy="185928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3648B16-92A4-55E7-3DF4-74EC061FE821}"/>
                </a:ext>
              </a:extLst>
            </p:cNvPr>
            <p:cNvGrpSpPr/>
            <p:nvPr/>
          </p:nvGrpSpPr>
          <p:grpSpPr>
            <a:xfrm>
              <a:off x="5389353" y="1249679"/>
              <a:ext cx="3541287" cy="1859281"/>
              <a:chOff x="1446963" y="783951"/>
              <a:chExt cx="6390751" cy="4534853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C56671C-D348-3C5A-F2A7-BFED0CB752C3}"/>
                  </a:ext>
                </a:extLst>
              </p:cNvPr>
              <p:cNvSpPr/>
              <p:nvPr/>
            </p:nvSpPr>
            <p:spPr bwMode="auto">
              <a:xfrm>
                <a:off x="1446963" y="1389337"/>
                <a:ext cx="6390751" cy="39294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0F62A0F-E48E-D378-5B17-7ACCAF9726E7}"/>
                  </a:ext>
                </a:extLst>
              </p:cNvPr>
              <p:cNvSpPr/>
              <p:nvPr/>
            </p:nvSpPr>
            <p:spPr bwMode="auto">
              <a:xfrm>
                <a:off x="1446963" y="783951"/>
                <a:ext cx="6390751" cy="6053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D21CC34-61C1-65FF-94F1-B21E2AE347DC}"/>
                </a:ext>
              </a:extLst>
            </p:cNvPr>
            <p:cNvGrpSpPr/>
            <p:nvPr/>
          </p:nvGrpSpPr>
          <p:grpSpPr>
            <a:xfrm>
              <a:off x="5524534" y="2266374"/>
              <a:ext cx="655911" cy="654509"/>
              <a:chOff x="540799" y="2865453"/>
              <a:chExt cx="1229935" cy="132599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42D62E-2EEF-D359-3A83-7B2DA6BE127B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12" name="Picture 11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9CF8D613-0309-62A2-6CB6-568F06D69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F7793B-0533-C118-1B8A-B9925A64DE1F}"/>
                </a:ext>
              </a:extLst>
            </p:cNvPr>
            <p:cNvGrpSpPr/>
            <p:nvPr/>
          </p:nvGrpSpPr>
          <p:grpSpPr>
            <a:xfrm>
              <a:off x="8122371" y="2305755"/>
              <a:ext cx="659688" cy="658278"/>
              <a:chOff x="2677038" y="4875290"/>
              <a:chExt cx="659688" cy="65827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723F3AB-581D-6EBC-1839-C8994A366312}"/>
                  </a:ext>
                </a:extLst>
              </p:cNvPr>
              <p:cNvSpPr/>
              <p:nvPr/>
            </p:nvSpPr>
            <p:spPr bwMode="auto">
              <a:xfrm>
                <a:off x="2677038" y="4875290"/>
                <a:ext cx="659688" cy="658278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Pipeline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" name="Picture 5" descr="A green and white button&#10;&#10;AI-generated content may be incorrect.">
                <a:extLst>
                  <a:ext uri="{FF2B5EF4-FFF2-40B4-BE49-F238E27FC236}">
                    <a16:creationId xmlns:a16="http://schemas.microsoft.com/office/drawing/2014/main" id="{02FAC87A-EED8-EC73-A8BA-A102E9B36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1511" y="4966847"/>
                <a:ext cx="442784" cy="399677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08ECD60-DDC4-B35C-778D-06249727E26A}"/>
                </a:ext>
              </a:extLst>
            </p:cNvPr>
            <p:cNvGrpSpPr/>
            <p:nvPr/>
          </p:nvGrpSpPr>
          <p:grpSpPr>
            <a:xfrm>
              <a:off x="6865269" y="1608096"/>
              <a:ext cx="659688" cy="658278"/>
              <a:chOff x="1943154" y="2871362"/>
              <a:chExt cx="1229935" cy="132599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F8866A-A66C-D109-0B86-82235D0B10E2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9" name="Picture 8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9288A15A-01E7-9998-6865-E963F3251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583" y="3033143"/>
                <a:ext cx="838189" cy="834835"/>
              </a:xfrm>
              <a:prstGeom prst="rect">
                <a:avLst/>
              </a:prstGeom>
            </p:spPr>
          </p:pic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0CA7CBB-2BF2-1751-22A4-FE78B1095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4957" y="2706014"/>
              <a:ext cx="1810863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B0F31AC5-44E3-0268-D4B8-5886DCE864E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524958" y="194697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05F7BE83-0574-8160-416F-557F04B5D0D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254958" y="196729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F5F337D-84F1-52E6-8126-8589642CD780}"/>
              </a:ext>
            </a:extLst>
          </p:cNvPr>
          <p:cNvSpPr/>
          <p:nvPr/>
        </p:nvSpPr>
        <p:spPr bwMode="auto">
          <a:xfrm>
            <a:off x="4909891" y="4044510"/>
            <a:ext cx="1419789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31C714-C7FB-104F-467A-4BE889219470}"/>
              </a:ext>
            </a:extLst>
          </p:cNvPr>
          <p:cNvSpPr/>
          <p:nvPr/>
        </p:nvSpPr>
        <p:spPr bwMode="auto">
          <a:xfrm>
            <a:off x="6402479" y="3958510"/>
            <a:ext cx="3270368" cy="62094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AB6541-F5E9-F7EC-5ED7-E3527D386D67}"/>
              </a:ext>
            </a:extLst>
          </p:cNvPr>
          <p:cNvSpPr/>
          <p:nvPr/>
        </p:nvSpPr>
        <p:spPr bwMode="auto">
          <a:xfrm>
            <a:off x="1591871" y="3995203"/>
            <a:ext cx="3245220" cy="6271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3C3AC7E7-8BE1-D972-3F3C-426DFF4C7D35}"/>
              </a:ext>
            </a:extLst>
          </p:cNvPr>
          <p:cNvSpPr/>
          <p:nvPr/>
        </p:nvSpPr>
        <p:spPr bwMode="auto">
          <a:xfrm>
            <a:off x="2742080" y="3000317"/>
            <a:ext cx="944802" cy="981637"/>
          </a:xfrm>
          <a:prstGeom prst="downArrow">
            <a:avLst>
              <a:gd name="adj1" fmla="val 76301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to GIT</a:t>
            </a:r>
          </a:p>
        </p:txBody>
      </p:sp>
      <p:sp>
        <p:nvSpPr>
          <p:cNvPr id="52" name="Arrow: Up 51">
            <a:extLst>
              <a:ext uri="{FF2B5EF4-FFF2-40B4-BE49-F238E27FC236}">
                <a16:creationId xmlns:a16="http://schemas.microsoft.com/office/drawing/2014/main" id="{5D6130B0-6534-7284-E60B-04C691FDDFA5}"/>
              </a:ext>
            </a:extLst>
          </p:cNvPr>
          <p:cNvSpPr/>
          <p:nvPr/>
        </p:nvSpPr>
        <p:spPr bwMode="auto">
          <a:xfrm>
            <a:off x="7565262" y="3013526"/>
            <a:ext cx="944802" cy="907467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B641573-75F2-AFD8-6A0B-DEC1D93BDA16}"/>
              </a:ext>
            </a:extLst>
          </p:cNvPr>
          <p:cNvGrpSpPr/>
          <p:nvPr/>
        </p:nvGrpSpPr>
        <p:grpSpPr>
          <a:xfrm>
            <a:off x="6402479" y="1222316"/>
            <a:ext cx="3270369" cy="1717041"/>
            <a:chOff x="5389353" y="1249679"/>
            <a:chExt cx="3541287" cy="185928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382BEFB-EE9B-3C13-21DA-9FCD9741B3A2}"/>
                </a:ext>
              </a:extLst>
            </p:cNvPr>
            <p:cNvGrpSpPr/>
            <p:nvPr/>
          </p:nvGrpSpPr>
          <p:grpSpPr>
            <a:xfrm>
              <a:off x="5389353" y="1249679"/>
              <a:ext cx="3541287" cy="1859281"/>
              <a:chOff x="1446963" y="783951"/>
              <a:chExt cx="6390751" cy="4534853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974B960-492C-525C-2C81-2E327397EE3B}"/>
                  </a:ext>
                </a:extLst>
              </p:cNvPr>
              <p:cNvSpPr/>
              <p:nvPr/>
            </p:nvSpPr>
            <p:spPr bwMode="auto">
              <a:xfrm>
                <a:off x="1446963" y="1389337"/>
                <a:ext cx="6390751" cy="39294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65A705E-EB28-1645-4E12-74E1720149DB}"/>
                  </a:ext>
                </a:extLst>
              </p:cNvPr>
              <p:cNvSpPr/>
              <p:nvPr/>
            </p:nvSpPr>
            <p:spPr bwMode="auto">
              <a:xfrm>
                <a:off x="1446963" y="783951"/>
                <a:ext cx="6390751" cy="6053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bg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feature workspace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4F78261-8382-BE0E-CCC7-33F0BA2A0FA8}"/>
                </a:ext>
              </a:extLst>
            </p:cNvPr>
            <p:cNvGrpSpPr/>
            <p:nvPr/>
          </p:nvGrpSpPr>
          <p:grpSpPr>
            <a:xfrm>
              <a:off x="5524534" y="2266374"/>
              <a:ext cx="655911" cy="654509"/>
              <a:chOff x="540799" y="2865453"/>
              <a:chExt cx="1229935" cy="1325994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9F4E9F2-5E64-6EEF-5748-E16E739EBFE4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66" name="Picture 65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3B419FD0-A031-354B-2D41-5E1651287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AB9E97C-7CB4-3C7B-408F-1A7CF48C5AF8}"/>
                </a:ext>
              </a:extLst>
            </p:cNvPr>
            <p:cNvGrpSpPr/>
            <p:nvPr/>
          </p:nvGrpSpPr>
          <p:grpSpPr>
            <a:xfrm>
              <a:off x="8122371" y="2305755"/>
              <a:ext cx="659688" cy="658278"/>
              <a:chOff x="2677038" y="4875290"/>
              <a:chExt cx="659688" cy="658278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41BBF4E-4E87-1E60-F032-B7A4760A6720}"/>
                  </a:ext>
                </a:extLst>
              </p:cNvPr>
              <p:cNvSpPr/>
              <p:nvPr/>
            </p:nvSpPr>
            <p:spPr bwMode="auto">
              <a:xfrm>
                <a:off x="2677038" y="4875290"/>
                <a:ext cx="659688" cy="658278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Pipeline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4" name="Picture 63" descr="A green and white button&#10;&#10;AI-generated content may be incorrect.">
                <a:extLst>
                  <a:ext uri="{FF2B5EF4-FFF2-40B4-BE49-F238E27FC236}">
                    <a16:creationId xmlns:a16="http://schemas.microsoft.com/office/drawing/2014/main" id="{ACA3F6B5-3D92-0742-0A26-95102791DF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1511" y="4966847"/>
                <a:ext cx="442784" cy="399677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531CF1C-C1B7-BB96-74B0-0CA2AED81BEB}"/>
                </a:ext>
              </a:extLst>
            </p:cNvPr>
            <p:cNvGrpSpPr/>
            <p:nvPr/>
          </p:nvGrpSpPr>
          <p:grpSpPr>
            <a:xfrm>
              <a:off x="6865269" y="1608096"/>
              <a:ext cx="659688" cy="658278"/>
              <a:chOff x="1943154" y="2871362"/>
              <a:chExt cx="1229935" cy="1325994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048A1A3-8ED5-0CE6-7C8C-97BC38A60A7B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solidFill>
                <a:schemeClr val="bg1">
                  <a:alpha val="45000"/>
                </a:schemeClr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2" name="Picture 61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47A59C54-0AC7-FE29-86BA-9E336AA29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583" y="3033143"/>
                <a:ext cx="838189" cy="834835"/>
              </a:xfrm>
              <a:prstGeom prst="rect">
                <a:avLst/>
              </a:prstGeom>
            </p:spPr>
          </p:pic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78700E0-2A33-E040-6B97-4A206BCDA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4957" y="2706014"/>
              <a:ext cx="1810863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Curved 58">
              <a:extLst>
                <a:ext uri="{FF2B5EF4-FFF2-40B4-BE49-F238E27FC236}">
                  <a16:creationId xmlns:a16="http://schemas.microsoft.com/office/drawing/2014/main" id="{84BC8937-43C4-2D2D-634A-6E9CAAE2CBF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524958" y="194697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Curved 59">
              <a:extLst>
                <a:ext uri="{FF2B5EF4-FFF2-40B4-BE49-F238E27FC236}">
                  <a16:creationId xmlns:a16="http://schemas.microsoft.com/office/drawing/2014/main" id="{88BABD8D-2E56-359C-1472-19BD09F10151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254958" y="1967299"/>
              <a:ext cx="556262" cy="56851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509134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53" y="509531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13B54-D851-4DF9-3613-F3BAB9E4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733" y="1258575"/>
            <a:ext cx="2962688" cy="22386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1795737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85509-5D2A-57FF-03A8-D7A1110E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28" y="775237"/>
            <a:ext cx="4001058" cy="14003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46D4D5-8583-3C79-9A65-1E953C744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117" y="3273900"/>
            <a:ext cx="8068801" cy="22958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639761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E32F5-E4B4-872A-0ED2-BD860DACA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29088"/>
          <a:stretch>
            <a:fillRect/>
          </a:stretch>
        </p:blipFill>
        <p:spPr>
          <a:xfrm>
            <a:off x="2094204" y="1633683"/>
            <a:ext cx="4915586" cy="17495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649825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080BB8-3CFB-B1DB-E05C-BA0F10783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62" y="403412"/>
            <a:ext cx="3897583" cy="59210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3E1A49-4F88-73FD-E183-80FA8F345C86}"/>
              </a:ext>
            </a:extLst>
          </p:cNvPr>
          <p:cNvSpPr/>
          <p:nvPr/>
        </p:nvSpPr>
        <p:spPr bwMode="auto">
          <a:xfrm>
            <a:off x="573741" y="1452283"/>
            <a:ext cx="10049435" cy="1981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7B11CD-8461-F939-3EA7-1F96F8460DB3}"/>
              </a:ext>
            </a:extLst>
          </p:cNvPr>
          <p:cNvSpPr/>
          <p:nvPr/>
        </p:nvSpPr>
        <p:spPr bwMode="auto">
          <a:xfrm>
            <a:off x="771143" y="2542428"/>
            <a:ext cx="9735671" cy="69924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REST APIs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0CB5-88C2-12A6-9319-BA18F4BC73E5}"/>
              </a:ext>
            </a:extLst>
          </p:cNvPr>
          <p:cNvSpPr/>
          <p:nvPr/>
        </p:nvSpPr>
        <p:spPr bwMode="auto">
          <a:xfrm>
            <a:off x="771143" y="163592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Terraform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50489-39F1-BB99-A6C2-5ECBEB640F59}"/>
              </a:ext>
            </a:extLst>
          </p:cNvPr>
          <p:cNvSpPr/>
          <p:nvPr/>
        </p:nvSpPr>
        <p:spPr bwMode="auto">
          <a:xfrm>
            <a:off x="2752343" y="163592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CLI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316A7-FC76-37FA-C31F-B2D5D2A41FA5}"/>
              </a:ext>
            </a:extLst>
          </p:cNvPr>
          <p:cNvSpPr/>
          <p:nvPr/>
        </p:nvSpPr>
        <p:spPr bwMode="auto">
          <a:xfrm>
            <a:off x="4706649" y="1635920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07ABE-3FD8-72DE-FF76-950B1020B531}"/>
              </a:ext>
            </a:extLst>
          </p:cNvPr>
          <p:cNvSpPr/>
          <p:nvPr/>
        </p:nvSpPr>
        <p:spPr bwMode="auto">
          <a:xfrm>
            <a:off x="8642155" y="163592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Python SDK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5EFF7-8952-8BC7-6830-DD035DB6E45B}"/>
              </a:ext>
            </a:extLst>
          </p:cNvPr>
          <p:cNvSpPr/>
          <p:nvPr/>
        </p:nvSpPr>
        <p:spPr bwMode="auto">
          <a:xfrm>
            <a:off x="6660955" y="1635921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.NET SDK</a:t>
            </a:r>
          </a:p>
        </p:txBody>
      </p:sp>
    </p:spTree>
    <p:extLst>
      <p:ext uri="{BB962C8B-B14F-4D97-AF65-F5344CB8AC3E}">
        <p14:creationId xmlns:p14="http://schemas.microsoft.com/office/powerpoint/2010/main" val="122385084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7BDA-A624-B94F-35AA-CE3914C9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BC394F-0FAB-8798-DA4A-7B4E007AED18}"/>
              </a:ext>
            </a:extLst>
          </p:cNvPr>
          <p:cNvSpPr/>
          <p:nvPr/>
        </p:nvSpPr>
        <p:spPr bwMode="auto">
          <a:xfrm>
            <a:off x="1275345" y="638804"/>
            <a:ext cx="7986164" cy="1050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2DB102E-C946-A642-1F02-3AE48A1E1859}"/>
              </a:ext>
            </a:extLst>
          </p:cNvPr>
          <p:cNvSpPr/>
          <p:nvPr/>
        </p:nvSpPr>
        <p:spPr bwMode="auto">
          <a:xfrm>
            <a:off x="2855423" y="882149"/>
            <a:ext cx="1708445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71ADE-41C4-E256-0553-2570DC8B185C}"/>
              </a:ext>
            </a:extLst>
          </p:cNvPr>
          <p:cNvSpPr/>
          <p:nvPr/>
        </p:nvSpPr>
        <p:spPr bwMode="auto">
          <a:xfrm>
            <a:off x="4586109" y="740446"/>
            <a:ext cx="1343228" cy="8119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95F946-3F1D-701C-1439-0C6CCBEEA15F}"/>
              </a:ext>
            </a:extLst>
          </p:cNvPr>
          <p:cNvSpPr/>
          <p:nvPr/>
        </p:nvSpPr>
        <p:spPr bwMode="auto">
          <a:xfrm>
            <a:off x="1407998" y="740449"/>
            <a:ext cx="1343228" cy="81197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9048771-B599-5D89-4D88-244DAD5F93FD}"/>
              </a:ext>
            </a:extLst>
          </p:cNvPr>
          <p:cNvSpPr/>
          <p:nvPr/>
        </p:nvSpPr>
        <p:spPr bwMode="auto">
          <a:xfrm>
            <a:off x="6002037" y="873179"/>
            <a:ext cx="1708445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 from GIT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13FDD-73A1-0061-1F3E-ED687457327E}"/>
              </a:ext>
            </a:extLst>
          </p:cNvPr>
          <p:cNvSpPr/>
          <p:nvPr/>
        </p:nvSpPr>
        <p:spPr bwMode="auto">
          <a:xfrm>
            <a:off x="7783281" y="743543"/>
            <a:ext cx="1343228" cy="811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764490707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811C-600E-7031-53D5-8A025AE9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415775C-62FF-6AE6-4234-819090D7AAE9}"/>
              </a:ext>
            </a:extLst>
          </p:cNvPr>
          <p:cNvSpPr/>
          <p:nvPr/>
        </p:nvSpPr>
        <p:spPr bwMode="auto">
          <a:xfrm>
            <a:off x="1355460" y="849630"/>
            <a:ext cx="9384258" cy="934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129EE1-6B91-2CB3-7B1D-95D01A018AFD}"/>
              </a:ext>
            </a:extLst>
          </p:cNvPr>
          <p:cNvSpPr/>
          <p:nvPr/>
        </p:nvSpPr>
        <p:spPr bwMode="auto">
          <a:xfrm>
            <a:off x="2690117" y="1076798"/>
            <a:ext cx="1393609" cy="431177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BA717-2C43-68C0-4023-86B2D99915A4}"/>
              </a:ext>
            </a:extLst>
          </p:cNvPr>
          <p:cNvSpPr/>
          <p:nvPr/>
        </p:nvSpPr>
        <p:spPr bwMode="auto">
          <a:xfrm>
            <a:off x="4122150" y="961205"/>
            <a:ext cx="1198226" cy="6623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93A881-CE3F-D1CA-F7B3-2CF3127E3D02}"/>
              </a:ext>
            </a:extLst>
          </p:cNvPr>
          <p:cNvSpPr/>
          <p:nvPr/>
        </p:nvSpPr>
        <p:spPr bwMode="auto">
          <a:xfrm>
            <a:off x="1453467" y="961205"/>
            <a:ext cx="1198226" cy="662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1939891-4BDB-735D-0010-1D3F680655A8}"/>
              </a:ext>
            </a:extLst>
          </p:cNvPr>
          <p:cNvSpPr/>
          <p:nvPr/>
        </p:nvSpPr>
        <p:spPr bwMode="auto">
          <a:xfrm>
            <a:off x="5358800" y="1076798"/>
            <a:ext cx="1356709" cy="431177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637F13-E84B-43AD-DCDD-BBE15BBC2A43}"/>
              </a:ext>
            </a:extLst>
          </p:cNvPr>
          <p:cNvSpPr/>
          <p:nvPr/>
        </p:nvSpPr>
        <p:spPr bwMode="auto">
          <a:xfrm>
            <a:off x="6753933" y="961205"/>
            <a:ext cx="1198226" cy="6623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8DD27C2-B90A-BD11-0E57-7542BD7968E5}"/>
              </a:ext>
            </a:extLst>
          </p:cNvPr>
          <p:cNvSpPr/>
          <p:nvPr/>
        </p:nvSpPr>
        <p:spPr bwMode="auto">
          <a:xfrm>
            <a:off x="7990583" y="1076798"/>
            <a:ext cx="1393609" cy="431177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 from GIT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1E4A48-4AFE-14C4-C949-99E29A33E27D}"/>
              </a:ext>
            </a:extLst>
          </p:cNvPr>
          <p:cNvSpPr/>
          <p:nvPr/>
        </p:nvSpPr>
        <p:spPr bwMode="auto">
          <a:xfrm>
            <a:off x="9422615" y="961205"/>
            <a:ext cx="1198226" cy="662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3416705326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2E86-1D04-C845-5544-2808F3F8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419FAB-0E38-1D7B-8C82-A8EB0E005EC5}"/>
              </a:ext>
            </a:extLst>
          </p:cNvPr>
          <p:cNvSpPr/>
          <p:nvPr/>
        </p:nvSpPr>
        <p:spPr bwMode="auto">
          <a:xfrm>
            <a:off x="764906" y="4319856"/>
            <a:ext cx="3395586" cy="35844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REST APIs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5CE493-0585-0B6A-CB84-CE41EE906223}"/>
              </a:ext>
            </a:extLst>
          </p:cNvPr>
          <p:cNvSpPr/>
          <p:nvPr/>
        </p:nvSpPr>
        <p:spPr bwMode="auto">
          <a:xfrm>
            <a:off x="764905" y="3409487"/>
            <a:ext cx="6880195" cy="415943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Terraform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8CF931-A0D5-6849-23DB-E3D7C2E8CF3B}"/>
              </a:ext>
            </a:extLst>
          </p:cNvPr>
          <p:cNvSpPr/>
          <p:nvPr/>
        </p:nvSpPr>
        <p:spPr bwMode="auto">
          <a:xfrm>
            <a:off x="4246343" y="4319856"/>
            <a:ext cx="3395586" cy="35844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Azure REST APIs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BDBFCF-B6BA-D625-39ED-E5F611938D81}"/>
              </a:ext>
            </a:extLst>
          </p:cNvPr>
          <p:cNvSpPr/>
          <p:nvPr/>
        </p:nvSpPr>
        <p:spPr bwMode="auto">
          <a:xfrm>
            <a:off x="764905" y="536082"/>
            <a:ext cx="6880196" cy="2797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Your Terraform Configuration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B240C6-4013-EF18-B4C3-D5EA86066FBB}"/>
              </a:ext>
            </a:extLst>
          </p:cNvPr>
          <p:cNvSpPr/>
          <p:nvPr/>
        </p:nvSpPr>
        <p:spPr bwMode="auto">
          <a:xfrm>
            <a:off x="764906" y="3910663"/>
            <a:ext cx="3395586" cy="358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Terraform provider for Fabric (</a:t>
            </a: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fabric</a:t>
            </a: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0AA33E-2912-B080-8E06-71A78ED57FA3}"/>
              </a:ext>
            </a:extLst>
          </p:cNvPr>
          <p:cNvSpPr/>
          <p:nvPr/>
        </p:nvSpPr>
        <p:spPr bwMode="auto">
          <a:xfrm>
            <a:off x="4246343" y="3910663"/>
            <a:ext cx="3395586" cy="358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Terraform provider for Azure (</a:t>
            </a: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azurerm</a:t>
            </a:r>
            <a:r>
              <a:rPr lang="en-US" sz="12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78CDA-D30A-ABC6-7922-7233D3D7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343" y="968663"/>
            <a:ext cx="3312904" cy="21159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A8E126-B68C-92CE-F0BF-02F91147B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9" y="983837"/>
            <a:ext cx="2955580" cy="21493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352CAE7D-05DC-2F01-1058-3C241147301A}"/>
              </a:ext>
            </a:extLst>
          </p:cNvPr>
          <p:cNvSpPr/>
          <p:nvPr/>
        </p:nvSpPr>
        <p:spPr bwMode="auto">
          <a:xfrm>
            <a:off x="2245441" y="3133188"/>
            <a:ext cx="517197" cy="591138"/>
          </a:xfrm>
          <a:prstGeom prst="downArrow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CCC5DDF-FD7F-802B-5DF8-F8DD216EDF01}"/>
              </a:ext>
            </a:extLst>
          </p:cNvPr>
          <p:cNvSpPr/>
          <p:nvPr/>
        </p:nvSpPr>
        <p:spPr bwMode="auto">
          <a:xfrm>
            <a:off x="5644197" y="3159516"/>
            <a:ext cx="517197" cy="564811"/>
          </a:xfrm>
          <a:prstGeom prst="downArrow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445950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06FE-4E5B-8171-CEC6-FC35AA66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61012B-6D84-61D7-101B-85C4C1471366}"/>
              </a:ext>
            </a:extLst>
          </p:cNvPr>
          <p:cNvSpPr/>
          <p:nvPr/>
        </p:nvSpPr>
        <p:spPr bwMode="auto">
          <a:xfrm>
            <a:off x="595008" y="551868"/>
            <a:ext cx="2314451" cy="207007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FCE9F-032B-C2B9-052A-CFDD62735807}"/>
              </a:ext>
            </a:extLst>
          </p:cNvPr>
          <p:cNvSpPr/>
          <p:nvPr/>
        </p:nvSpPr>
        <p:spPr bwMode="auto">
          <a:xfrm>
            <a:off x="729110" y="1289146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(F4)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27E124-AFB9-8381-4D1A-967356346BEB}"/>
              </a:ext>
            </a:extLst>
          </p:cNvPr>
          <p:cNvSpPr/>
          <p:nvPr/>
        </p:nvSpPr>
        <p:spPr bwMode="auto">
          <a:xfrm>
            <a:off x="729110" y="1718237"/>
            <a:ext cx="2046247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dev data files</a:t>
            </a:r>
            <a:endParaRPr lang="en-US" sz="6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836032-2882-ADA8-E75D-FAB8A6CD8319}"/>
              </a:ext>
            </a:extLst>
          </p:cNvPr>
          <p:cNvSpPr/>
          <p:nvPr/>
        </p:nvSpPr>
        <p:spPr bwMode="auto">
          <a:xfrm>
            <a:off x="729110" y="860054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8A8962-AB6B-865F-02FA-62956E91344D}"/>
              </a:ext>
            </a:extLst>
          </p:cNvPr>
          <p:cNvSpPr/>
          <p:nvPr/>
        </p:nvSpPr>
        <p:spPr bwMode="auto">
          <a:xfrm>
            <a:off x="729110" y="2147330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dev storage account</a:t>
            </a:r>
            <a:endParaRPr lang="en-US" sz="5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386455-D837-F606-B72D-DFA87A67A2E3}"/>
              </a:ext>
            </a:extLst>
          </p:cNvPr>
          <p:cNvSpPr/>
          <p:nvPr/>
        </p:nvSpPr>
        <p:spPr bwMode="auto">
          <a:xfrm>
            <a:off x="3043562" y="551868"/>
            <a:ext cx="2314451" cy="207007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5BC68D-EC62-4AC1-FAC7-2307D4963C37}"/>
              </a:ext>
            </a:extLst>
          </p:cNvPr>
          <p:cNvSpPr/>
          <p:nvPr/>
        </p:nvSpPr>
        <p:spPr bwMode="auto">
          <a:xfrm>
            <a:off x="3177664" y="1289146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(F16)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47BC48-FC74-6DF0-43E8-636B6728F4AC}"/>
              </a:ext>
            </a:extLst>
          </p:cNvPr>
          <p:cNvSpPr/>
          <p:nvPr/>
        </p:nvSpPr>
        <p:spPr bwMode="auto">
          <a:xfrm>
            <a:off x="3177664" y="1718237"/>
            <a:ext cx="2046247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test data files</a:t>
            </a:r>
            <a:endParaRPr lang="en-US" sz="6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709B47-2E1D-5902-754F-2DBECFA4398B}"/>
              </a:ext>
            </a:extLst>
          </p:cNvPr>
          <p:cNvSpPr/>
          <p:nvPr/>
        </p:nvSpPr>
        <p:spPr bwMode="auto">
          <a:xfrm>
            <a:off x="3177664" y="860054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2E9923-346F-F5C3-7E6C-B29BBB08F59F}"/>
              </a:ext>
            </a:extLst>
          </p:cNvPr>
          <p:cNvSpPr/>
          <p:nvPr/>
        </p:nvSpPr>
        <p:spPr bwMode="auto">
          <a:xfrm>
            <a:off x="3177664" y="2147330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test storage account</a:t>
            </a:r>
            <a:endParaRPr lang="en-US" sz="5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02A481-7AEE-C272-ABC1-27C9F0B3648D}"/>
              </a:ext>
            </a:extLst>
          </p:cNvPr>
          <p:cNvSpPr/>
          <p:nvPr/>
        </p:nvSpPr>
        <p:spPr bwMode="auto">
          <a:xfrm>
            <a:off x="5475879" y="551868"/>
            <a:ext cx="2314451" cy="20700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CDE74E-6B65-CD78-8A64-7246179EF447}"/>
              </a:ext>
            </a:extLst>
          </p:cNvPr>
          <p:cNvSpPr/>
          <p:nvPr/>
        </p:nvSpPr>
        <p:spPr bwMode="auto">
          <a:xfrm>
            <a:off x="5609981" y="1289146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(F64)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D39DA6-16AD-F12D-CD81-EB8A742E868B}"/>
              </a:ext>
            </a:extLst>
          </p:cNvPr>
          <p:cNvSpPr/>
          <p:nvPr/>
        </p:nvSpPr>
        <p:spPr bwMode="auto">
          <a:xfrm>
            <a:off x="5609981" y="1718237"/>
            <a:ext cx="2046247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prod data files</a:t>
            </a:r>
            <a:endParaRPr lang="en-US" sz="6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E59A3F-15B0-7E3D-A595-97CF2638D82A}"/>
              </a:ext>
            </a:extLst>
          </p:cNvPr>
          <p:cNvSpPr/>
          <p:nvPr/>
        </p:nvSpPr>
        <p:spPr bwMode="auto">
          <a:xfrm>
            <a:off x="5609981" y="860054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80F377-0412-EF79-FE71-872C4C87785E}"/>
              </a:ext>
            </a:extLst>
          </p:cNvPr>
          <p:cNvSpPr/>
          <p:nvPr/>
        </p:nvSpPr>
        <p:spPr bwMode="auto">
          <a:xfrm>
            <a:off x="5609981" y="2147330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prod storage account</a:t>
            </a:r>
            <a:endParaRPr lang="en-US" sz="5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694079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95F5B8-9B48-0006-456F-31559B57B73C}"/>
              </a:ext>
            </a:extLst>
          </p:cNvPr>
          <p:cNvSpPr/>
          <p:nvPr/>
        </p:nvSpPr>
        <p:spPr bwMode="auto">
          <a:xfrm>
            <a:off x="1378806" y="587113"/>
            <a:ext cx="8114818" cy="2519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41C38C-B498-8777-A893-4519E6CD1066}"/>
              </a:ext>
            </a:extLst>
          </p:cNvPr>
          <p:cNvSpPr/>
          <p:nvPr/>
        </p:nvSpPr>
        <p:spPr bwMode="auto">
          <a:xfrm>
            <a:off x="6866976" y="673048"/>
            <a:ext cx="2514949" cy="236201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Terraform Deployment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DF0CD8-56AE-66A1-4978-884EF403875D}"/>
              </a:ext>
            </a:extLst>
          </p:cNvPr>
          <p:cNvSpPr/>
          <p:nvPr/>
        </p:nvSpPr>
        <p:spPr bwMode="auto">
          <a:xfrm>
            <a:off x="1492274" y="708479"/>
            <a:ext cx="2514949" cy="2285734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Terraform </a:t>
            </a:r>
            <a:r>
              <a:rPr lang="en-US" sz="1200" b="1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configurstion</a:t>
            </a:r>
            <a:endParaRPr lang="en-US" sz="1200" b="1" dirty="0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EBB6B-6ADD-B9C6-813D-37603B954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798"/>
          <a:stretch>
            <a:fillRect/>
          </a:stretch>
        </p:blipFill>
        <p:spPr>
          <a:xfrm>
            <a:off x="1597739" y="1103089"/>
            <a:ext cx="2302877" cy="1717133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5D5787E-00A2-F0F0-9ECE-0EC18E722961}"/>
              </a:ext>
            </a:extLst>
          </p:cNvPr>
          <p:cNvSpPr/>
          <p:nvPr/>
        </p:nvSpPr>
        <p:spPr bwMode="auto">
          <a:xfrm>
            <a:off x="4360044" y="1076957"/>
            <a:ext cx="1982086" cy="758169"/>
          </a:xfrm>
          <a:prstGeom prst="rect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remote state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C1D7E0-68C7-2056-E755-397868EB1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112" y="1439685"/>
            <a:ext cx="1609950" cy="257211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352EF3C0-D971-81A0-EC17-D8CB840378C5}"/>
              </a:ext>
            </a:extLst>
          </p:cNvPr>
          <p:cNvSpPr/>
          <p:nvPr/>
        </p:nvSpPr>
        <p:spPr bwMode="auto">
          <a:xfrm>
            <a:off x="3605958" y="1947150"/>
            <a:ext cx="3149319" cy="550816"/>
          </a:xfrm>
          <a:prstGeom prst="rightArrow">
            <a:avLst>
              <a:gd name="adj1" fmla="val 69884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5381D7-2A92-2EC8-7B43-82F64FCD1DFF}"/>
              </a:ext>
            </a:extLst>
          </p:cNvPr>
          <p:cNvSpPr/>
          <p:nvPr/>
        </p:nvSpPr>
        <p:spPr bwMode="auto">
          <a:xfrm>
            <a:off x="7101327" y="1571703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capacity (F4)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9A1FFF-87B5-E104-6485-0D4F9756751C}"/>
              </a:ext>
            </a:extLst>
          </p:cNvPr>
          <p:cNvSpPr/>
          <p:nvPr/>
        </p:nvSpPr>
        <p:spPr bwMode="auto">
          <a:xfrm>
            <a:off x="7101326" y="2022471"/>
            <a:ext cx="2046247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Storage Account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used to store dev data files</a:t>
            </a:r>
            <a:endParaRPr lang="en-US" sz="6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C0557C-6246-1545-BF30-CD3F6C6EFE6F}"/>
              </a:ext>
            </a:extLst>
          </p:cNvPr>
          <p:cNvSpPr/>
          <p:nvPr/>
        </p:nvSpPr>
        <p:spPr bwMode="auto">
          <a:xfrm>
            <a:off x="7101327" y="1101661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9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1583DB-52B5-7A1C-248B-2DC4101777ED}"/>
              </a:ext>
            </a:extLst>
          </p:cNvPr>
          <p:cNvSpPr/>
          <p:nvPr/>
        </p:nvSpPr>
        <p:spPr bwMode="auto">
          <a:xfrm>
            <a:off x="7101326" y="2475188"/>
            <a:ext cx="2046246" cy="3498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to dev storage account</a:t>
            </a:r>
            <a:endParaRPr lang="en-US" sz="50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95183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F3C2E3-16EB-72A2-1476-9ACB827F998D}"/>
              </a:ext>
            </a:extLst>
          </p:cNvPr>
          <p:cNvGrpSpPr/>
          <p:nvPr/>
        </p:nvGrpSpPr>
        <p:grpSpPr>
          <a:xfrm>
            <a:off x="973656" y="712134"/>
            <a:ext cx="6527293" cy="2437909"/>
            <a:chOff x="998219" y="2878366"/>
            <a:chExt cx="7734302" cy="28887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0C060B8-7875-3A2D-DC77-6967E6E56932}"/>
                </a:ext>
              </a:extLst>
            </p:cNvPr>
            <p:cNvSpPr/>
            <p:nvPr/>
          </p:nvSpPr>
          <p:spPr bwMode="auto">
            <a:xfrm>
              <a:off x="998219" y="2878366"/>
              <a:ext cx="4869065" cy="288872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Development Process (CI)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8957BC-E5B1-C3D6-BBB1-8DA6219E3A64}"/>
                </a:ext>
              </a:extLst>
            </p:cNvPr>
            <p:cNvSpPr/>
            <p:nvPr/>
          </p:nvSpPr>
          <p:spPr bwMode="auto">
            <a:xfrm>
              <a:off x="6030031" y="2878366"/>
              <a:ext cx="2702490" cy="2888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Release Process (CD)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90C601-734B-5917-D0F2-E5F263A7346F}"/>
                </a:ext>
              </a:extLst>
            </p:cNvPr>
            <p:cNvGrpSpPr/>
            <p:nvPr/>
          </p:nvGrpSpPr>
          <p:grpSpPr>
            <a:xfrm>
              <a:off x="1138108" y="4282427"/>
              <a:ext cx="3113579" cy="975768"/>
              <a:chOff x="1854618" y="1506117"/>
              <a:chExt cx="3443987" cy="139270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B9CA6C8-709F-8932-EEF5-41EC2AE308BA}"/>
                  </a:ext>
                </a:extLst>
              </p:cNvPr>
              <p:cNvGrpSpPr/>
              <p:nvPr/>
            </p:nvGrpSpPr>
            <p:grpSpPr>
              <a:xfrm>
                <a:off x="1854618" y="1506117"/>
                <a:ext cx="3443987" cy="614039"/>
                <a:chOff x="1194579" y="1506117"/>
                <a:chExt cx="4104026" cy="695707"/>
              </a:xfrm>
            </p:grpSpPr>
            <p:sp>
              <p:nvSpPr>
                <p:cNvPr id="19" name="Arrow: Right 18">
                  <a:extLst>
                    <a:ext uri="{FF2B5EF4-FFF2-40B4-BE49-F238E27FC236}">
                      <a16:creationId xmlns:a16="http://schemas.microsoft.com/office/drawing/2014/main" id="{E62D6ACE-54A5-62EF-50FA-5E61073CDABA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5235AC51-0E6C-11BA-7345-E0472F3839D3}"/>
                    </a:ext>
                  </a:extLst>
                </p:cNvPr>
                <p:cNvSpPr/>
                <p:nvPr/>
              </p:nvSpPr>
              <p:spPr bwMode="auto">
                <a:xfrm>
                  <a:off x="3504794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CC107B61-370E-68F5-C398-D2B6B2D93664}"/>
                    </a:ext>
                  </a:extLst>
                </p:cNvPr>
                <p:cNvSpPr/>
                <p:nvPr/>
              </p:nvSpPr>
              <p:spPr bwMode="auto">
                <a:xfrm>
                  <a:off x="1194579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2" name="Arrow: Left-Right 21">
                  <a:extLst>
                    <a:ext uri="{FF2B5EF4-FFF2-40B4-BE49-F238E27FC236}">
                      <a16:creationId xmlns:a16="http://schemas.microsoft.com/office/drawing/2014/main" id="{D0351745-356A-3550-3680-66E8E61FC2D8}"/>
                    </a:ext>
                  </a:extLst>
                </p:cNvPr>
                <p:cNvSpPr/>
                <p:nvPr/>
              </p:nvSpPr>
              <p:spPr bwMode="auto">
                <a:xfrm flipH="1">
                  <a:off x="2536213" y="1681008"/>
                  <a:ext cx="925970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49765A5-4371-AE7B-EF1A-C929161416B1}"/>
                  </a:ext>
                </a:extLst>
              </p:cNvPr>
              <p:cNvGrpSpPr/>
              <p:nvPr/>
            </p:nvGrpSpPr>
            <p:grpSpPr>
              <a:xfrm>
                <a:off x="1879901" y="2284778"/>
                <a:ext cx="3418704" cy="614039"/>
                <a:chOff x="1224707" y="1506117"/>
                <a:chExt cx="4073898" cy="695707"/>
              </a:xfrm>
            </p:grpSpPr>
            <p:sp>
              <p:nvSpPr>
                <p:cNvPr id="15" name="Arrow: Right 14">
                  <a:extLst>
                    <a:ext uri="{FF2B5EF4-FFF2-40B4-BE49-F238E27FC236}">
                      <a16:creationId xmlns:a16="http://schemas.microsoft.com/office/drawing/2014/main" id="{A96BB543-E456-9951-1952-0BAB398BE4AD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D218C03-09D0-726C-F6E0-97656D006BED}"/>
                    </a:ext>
                  </a:extLst>
                </p:cNvPr>
                <p:cNvSpPr/>
                <p:nvPr/>
              </p:nvSpPr>
              <p:spPr bwMode="auto">
                <a:xfrm>
                  <a:off x="3517172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921655E9-F651-A0A1-FAFA-6F3C424EF903}"/>
                    </a:ext>
                  </a:extLst>
                </p:cNvPr>
                <p:cNvSpPr/>
                <p:nvPr/>
              </p:nvSpPr>
              <p:spPr bwMode="auto">
                <a:xfrm>
                  <a:off x="1224707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18" name="Arrow: Left-Right 17">
                  <a:extLst>
                    <a:ext uri="{FF2B5EF4-FFF2-40B4-BE49-F238E27FC236}">
                      <a16:creationId xmlns:a16="http://schemas.microsoft.com/office/drawing/2014/main" id="{560E0A22-5591-D5FB-75ED-FAB37C1753E3}"/>
                    </a:ext>
                  </a:extLst>
                </p:cNvPr>
                <p:cNvSpPr/>
                <p:nvPr/>
              </p:nvSpPr>
              <p:spPr bwMode="auto">
                <a:xfrm flipH="1">
                  <a:off x="2536212" y="1681008"/>
                  <a:ext cx="920226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39E56F-EEFF-10B9-EE3E-18CA219A316A}"/>
                </a:ext>
              </a:extLst>
            </p:cNvPr>
            <p:cNvGrpSpPr/>
            <p:nvPr/>
          </p:nvGrpSpPr>
          <p:grpSpPr>
            <a:xfrm>
              <a:off x="4386498" y="3042990"/>
              <a:ext cx="1140078" cy="2247676"/>
              <a:chOff x="5239777" y="695739"/>
              <a:chExt cx="1261062" cy="2601961"/>
            </a:xfrm>
            <a:solidFill>
              <a:schemeClr val="accent4"/>
            </a:solidFill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0E14FB-83D5-33B3-FC53-A6B9DAB0BDE6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integration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9AE5D25-898D-B931-8F02-24B053C9163F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C364B072-63A4-9D0E-18A5-2D9315106A1F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DF5720-7663-47B0-2F53-0D66B9B89079}"/>
                </a:ext>
              </a:extLst>
            </p:cNvPr>
            <p:cNvSpPr/>
            <p:nvPr/>
          </p:nvSpPr>
          <p:spPr bwMode="auto">
            <a:xfrm>
              <a:off x="7296447" y="3313589"/>
              <a:ext cx="1140078" cy="737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3CEBA1B-474E-F3B3-573C-2CCD3AF060EF}"/>
                </a:ext>
              </a:extLst>
            </p:cNvPr>
            <p:cNvSpPr/>
            <p:nvPr/>
          </p:nvSpPr>
          <p:spPr bwMode="auto">
            <a:xfrm>
              <a:off x="6149302" y="3780544"/>
              <a:ext cx="1027873" cy="92721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?</a:t>
              </a:r>
              <a:endParaRPr lang="en-US" sz="3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9C40AA-26AA-4321-EDB1-9EBE307C4BD5}"/>
                </a:ext>
              </a:extLst>
            </p:cNvPr>
            <p:cNvSpPr/>
            <p:nvPr/>
          </p:nvSpPr>
          <p:spPr bwMode="auto">
            <a:xfrm>
              <a:off x="7296447" y="4371215"/>
              <a:ext cx="1140078" cy="737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1322366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4B017B2-8C5C-F312-8BCF-4038DB14AEF2}"/>
              </a:ext>
            </a:extLst>
          </p:cNvPr>
          <p:cNvSpPr/>
          <p:nvPr/>
        </p:nvSpPr>
        <p:spPr bwMode="auto">
          <a:xfrm>
            <a:off x="2508484" y="2268071"/>
            <a:ext cx="7603706" cy="24294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5D014D91-ED3A-1AB4-4797-E1572D72F754}"/>
              </a:ext>
            </a:extLst>
          </p:cNvPr>
          <p:cNvSpPr/>
          <p:nvPr/>
        </p:nvSpPr>
        <p:spPr bwMode="auto">
          <a:xfrm>
            <a:off x="4239220" y="3925587"/>
            <a:ext cx="1211321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467B2-5BAF-E591-79BF-CCEA40C52123}"/>
              </a:ext>
            </a:extLst>
          </p:cNvPr>
          <p:cNvSpPr/>
          <p:nvPr/>
        </p:nvSpPr>
        <p:spPr bwMode="auto">
          <a:xfrm>
            <a:off x="2587682" y="3815909"/>
            <a:ext cx="1634694" cy="7479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9EFDCDA2-95FD-F09F-867A-2338D9CBE4F0}"/>
              </a:ext>
            </a:extLst>
          </p:cNvPr>
          <p:cNvSpPr/>
          <p:nvPr/>
        </p:nvSpPr>
        <p:spPr bwMode="auto">
          <a:xfrm>
            <a:off x="3045881" y="3178615"/>
            <a:ext cx="718296" cy="637294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6EB9C3-EC3C-EE66-E4E2-E27EA7DE3F67}"/>
              </a:ext>
            </a:extLst>
          </p:cNvPr>
          <p:cNvSpPr/>
          <p:nvPr/>
        </p:nvSpPr>
        <p:spPr bwMode="auto">
          <a:xfrm>
            <a:off x="2587682" y="239177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7D6C4EA-7ADB-E420-BAB2-DAE5010422AF}"/>
              </a:ext>
            </a:extLst>
          </p:cNvPr>
          <p:cNvSpPr/>
          <p:nvPr/>
        </p:nvSpPr>
        <p:spPr bwMode="auto">
          <a:xfrm>
            <a:off x="7118923" y="3925587"/>
            <a:ext cx="1211321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A350F9-A690-3153-17E4-9E97D9AC5536}"/>
              </a:ext>
            </a:extLst>
          </p:cNvPr>
          <p:cNvSpPr/>
          <p:nvPr/>
        </p:nvSpPr>
        <p:spPr bwMode="auto">
          <a:xfrm>
            <a:off x="5467385" y="3815909"/>
            <a:ext cx="1634694" cy="74792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54C74829-F391-7C28-0A03-467B4FCD0C33}"/>
              </a:ext>
            </a:extLst>
          </p:cNvPr>
          <p:cNvSpPr/>
          <p:nvPr/>
        </p:nvSpPr>
        <p:spPr bwMode="auto">
          <a:xfrm>
            <a:off x="5925584" y="3178615"/>
            <a:ext cx="718296" cy="637294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5CE572-35D0-4771-1BC1-2D49FFC07A27}"/>
              </a:ext>
            </a:extLst>
          </p:cNvPr>
          <p:cNvSpPr/>
          <p:nvPr/>
        </p:nvSpPr>
        <p:spPr bwMode="auto">
          <a:xfrm>
            <a:off x="5467385" y="239177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C72239-59A4-EC26-B4D3-B2446FB1A5D3}"/>
              </a:ext>
            </a:extLst>
          </p:cNvPr>
          <p:cNvSpPr/>
          <p:nvPr/>
        </p:nvSpPr>
        <p:spPr bwMode="auto">
          <a:xfrm>
            <a:off x="8347088" y="3815909"/>
            <a:ext cx="1634694" cy="7479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84EBFD1F-A53B-C8FF-E78F-AFC8CEB9216A}"/>
              </a:ext>
            </a:extLst>
          </p:cNvPr>
          <p:cNvSpPr/>
          <p:nvPr/>
        </p:nvSpPr>
        <p:spPr bwMode="auto">
          <a:xfrm>
            <a:off x="8805287" y="3178615"/>
            <a:ext cx="718296" cy="637294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24CE80-49AA-EF8E-DEC7-396B209773F8}"/>
              </a:ext>
            </a:extLst>
          </p:cNvPr>
          <p:cNvSpPr/>
          <p:nvPr/>
        </p:nvSpPr>
        <p:spPr bwMode="auto">
          <a:xfrm>
            <a:off x="8347088" y="239177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3255497976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2EC8-C543-B01B-255A-8274FCD1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B3CE59-91FB-FD1E-5254-1F02B3829DB1}"/>
              </a:ext>
            </a:extLst>
          </p:cNvPr>
          <p:cNvSpPr/>
          <p:nvPr/>
        </p:nvSpPr>
        <p:spPr bwMode="auto">
          <a:xfrm>
            <a:off x="2698376" y="2481404"/>
            <a:ext cx="6171304" cy="12632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716621-77CA-1DAA-EF81-07D7C1ABA7AB}"/>
              </a:ext>
            </a:extLst>
          </p:cNvPr>
          <p:cNvSpPr/>
          <p:nvPr/>
        </p:nvSpPr>
        <p:spPr bwMode="auto">
          <a:xfrm>
            <a:off x="2841812" y="2591375"/>
            <a:ext cx="1951490" cy="104333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custom code for 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release process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547F79-CF55-3D8C-A6B1-2E81F1B66ED9}"/>
              </a:ext>
            </a:extLst>
          </p:cNvPr>
          <p:cNvSpPr/>
          <p:nvPr/>
        </p:nvSpPr>
        <p:spPr bwMode="auto">
          <a:xfrm>
            <a:off x="7475325" y="2591375"/>
            <a:ext cx="1261061" cy="104333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8F8A8BF-6BD4-B004-BED9-AEA6A1A60FC8}"/>
              </a:ext>
            </a:extLst>
          </p:cNvPr>
          <p:cNvGrpSpPr/>
          <p:nvPr/>
        </p:nvGrpSpPr>
        <p:grpSpPr>
          <a:xfrm>
            <a:off x="4912660" y="2722880"/>
            <a:ext cx="2493980" cy="804862"/>
            <a:chOff x="4862504" y="2833855"/>
            <a:chExt cx="2033199" cy="663407"/>
          </a:xfrm>
        </p:grpSpPr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D8CB168B-B7ED-3D89-588F-7132701DE342}"/>
                </a:ext>
              </a:extLst>
            </p:cNvPr>
            <p:cNvSpPr/>
            <p:nvPr/>
          </p:nvSpPr>
          <p:spPr bwMode="auto">
            <a:xfrm>
              <a:off x="4862504" y="2833855"/>
              <a:ext cx="2021254" cy="279187"/>
            </a:xfrm>
            <a:prstGeom prst="rightArrow">
              <a:avLst>
                <a:gd name="adj1" fmla="val 73858"/>
                <a:gd name="adj2" fmla="val 77367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152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1. Call Update from GIT</a:t>
              </a: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510EFE0B-5866-86CE-1CFB-519ED5BD9E1D}"/>
                </a:ext>
              </a:extLst>
            </p:cNvPr>
            <p:cNvSpPr/>
            <p:nvPr/>
          </p:nvSpPr>
          <p:spPr bwMode="auto">
            <a:xfrm>
              <a:off x="4874449" y="3218075"/>
              <a:ext cx="2021254" cy="279187"/>
            </a:xfrm>
            <a:prstGeom prst="rightArrow">
              <a:avLst>
                <a:gd name="adj1" fmla="val 73858"/>
                <a:gd name="adj2" fmla="val 76355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152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2. Run post-sync operations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8239690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8740D2-F051-D967-20A0-F49481439CFD}"/>
              </a:ext>
            </a:extLst>
          </p:cNvPr>
          <p:cNvSpPr/>
          <p:nvPr/>
        </p:nvSpPr>
        <p:spPr bwMode="auto">
          <a:xfrm>
            <a:off x="262312" y="228839"/>
            <a:ext cx="7687369" cy="3111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EDB799-4EDC-6DA7-6DC6-63624D4C63B5}"/>
              </a:ext>
            </a:extLst>
          </p:cNvPr>
          <p:cNvSpPr/>
          <p:nvPr/>
        </p:nvSpPr>
        <p:spPr bwMode="auto">
          <a:xfrm>
            <a:off x="401494" y="764984"/>
            <a:ext cx="7334961" cy="11851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CE019-1553-9442-81F3-76DDBE8CABC0}"/>
              </a:ext>
            </a:extLst>
          </p:cNvPr>
          <p:cNvSpPr/>
          <p:nvPr/>
        </p:nvSpPr>
        <p:spPr bwMode="auto">
          <a:xfrm>
            <a:off x="401494" y="351423"/>
            <a:ext cx="7334961" cy="402111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7363E60-D1DA-817E-3604-E073F0D14679}"/>
              </a:ext>
            </a:extLst>
          </p:cNvPr>
          <p:cNvSpPr/>
          <p:nvPr/>
        </p:nvSpPr>
        <p:spPr bwMode="auto">
          <a:xfrm>
            <a:off x="2218741" y="1059869"/>
            <a:ext cx="970624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34F188-4935-E961-0E90-6ECEA88FA0F7}"/>
              </a:ext>
            </a:extLst>
          </p:cNvPr>
          <p:cNvSpPr/>
          <p:nvPr/>
        </p:nvSpPr>
        <p:spPr bwMode="auto">
          <a:xfrm>
            <a:off x="565725" y="2446043"/>
            <a:ext cx="1634694" cy="7479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14605D33-EB7E-0B88-CEA3-DFCCAF3FFE6D}"/>
              </a:ext>
            </a:extLst>
          </p:cNvPr>
          <p:cNvSpPr/>
          <p:nvPr/>
        </p:nvSpPr>
        <p:spPr bwMode="auto">
          <a:xfrm>
            <a:off x="1020965" y="1698117"/>
            <a:ext cx="721255" cy="747926"/>
          </a:xfrm>
          <a:prstGeom prst="upArrow">
            <a:avLst>
              <a:gd name="adj1" fmla="val 77388"/>
              <a:gd name="adj2" fmla="val 51974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B5F77E-BA4B-9C00-FCFA-9E63C98B134F}"/>
              </a:ext>
            </a:extLst>
          </p:cNvPr>
          <p:cNvSpPr/>
          <p:nvPr/>
        </p:nvSpPr>
        <p:spPr bwMode="auto">
          <a:xfrm>
            <a:off x="565725" y="950191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EDF43A-17A1-AD45-A408-EC37B49A34DB}"/>
              </a:ext>
            </a:extLst>
          </p:cNvPr>
          <p:cNvSpPr/>
          <p:nvPr/>
        </p:nvSpPr>
        <p:spPr bwMode="auto">
          <a:xfrm>
            <a:off x="3212600" y="950191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87B42C-D5C3-94B5-7A63-32067C41F033}"/>
              </a:ext>
            </a:extLst>
          </p:cNvPr>
          <p:cNvSpPr/>
          <p:nvPr/>
        </p:nvSpPr>
        <p:spPr bwMode="auto">
          <a:xfrm>
            <a:off x="5859475" y="94108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A859621-4BBB-2D8A-D94D-AA4F3EDD56EE}"/>
              </a:ext>
            </a:extLst>
          </p:cNvPr>
          <p:cNvSpPr/>
          <p:nvPr/>
        </p:nvSpPr>
        <p:spPr bwMode="auto">
          <a:xfrm>
            <a:off x="4870529" y="1059869"/>
            <a:ext cx="970624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403536227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67157F-85EA-D044-9F14-F5E15FBA436A}"/>
              </a:ext>
            </a:extLst>
          </p:cNvPr>
          <p:cNvSpPr/>
          <p:nvPr/>
        </p:nvSpPr>
        <p:spPr bwMode="auto">
          <a:xfrm>
            <a:off x="2442536" y="2178991"/>
            <a:ext cx="7727831" cy="29621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DB50EC9-9740-659C-8957-32E4B8FF471F}"/>
              </a:ext>
            </a:extLst>
          </p:cNvPr>
          <p:cNvSpPr/>
          <p:nvPr/>
        </p:nvSpPr>
        <p:spPr bwMode="auto">
          <a:xfrm>
            <a:off x="4239220" y="4374177"/>
            <a:ext cx="1211321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BB4928-6E5F-9869-95A2-154A0655D81F}"/>
              </a:ext>
            </a:extLst>
          </p:cNvPr>
          <p:cNvSpPr/>
          <p:nvPr/>
        </p:nvSpPr>
        <p:spPr bwMode="auto">
          <a:xfrm>
            <a:off x="2587682" y="4264499"/>
            <a:ext cx="1634694" cy="7479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3676B4-C9FF-B640-DB37-76FB8A829E7F}"/>
              </a:ext>
            </a:extLst>
          </p:cNvPr>
          <p:cNvSpPr/>
          <p:nvPr/>
        </p:nvSpPr>
        <p:spPr bwMode="auto">
          <a:xfrm>
            <a:off x="2587682" y="232005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6778C45-FF03-5684-AD2D-604348DE87E5}"/>
              </a:ext>
            </a:extLst>
          </p:cNvPr>
          <p:cNvSpPr/>
          <p:nvPr/>
        </p:nvSpPr>
        <p:spPr bwMode="auto">
          <a:xfrm>
            <a:off x="7118923" y="4374177"/>
            <a:ext cx="1211321" cy="528569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78F321-4BDB-B5EA-A7D6-84E821FD29E2}"/>
              </a:ext>
            </a:extLst>
          </p:cNvPr>
          <p:cNvSpPr/>
          <p:nvPr/>
        </p:nvSpPr>
        <p:spPr bwMode="auto">
          <a:xfrm>
            <a:off x="5467385" y="4264499"/>
            <a:ext cx="1634694" cy="74792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B86D77D-E4C0-D488-EB09-FC0145D2F073}"/>
              </a:ext>
            </a:extLst>
          </p:cNvPr>
          <p:cNvSpPr/>
          <p:nvPr/>
        </p:nvSpPr>
        <p:spPr bwMode="auto">
          <a:xfrm rot="16200000">
            <a:off x="2833045" y="3406667"/>
            <a:ext cx="1143971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 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4C30F2-F8D3-B3B0-1279-638178BFEBE7}"/>
              </a:ext>
            </a:extLst>
          </p:cNvPr>
          <p:cNvSpPr/>
          <p:nvPr/>
        </p:nvSpPr>
        <p:spPr bwMode="auto">
          <a:xfrm>
            <a:off x="5467385" y="232005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F2AC5E-5AC5-ECB0-D777-E6120EB31082}"/>
              </a:ext>
            </a:extLst>
          </p:cNvPr>
          <p:cNvSpPr/>
          <p:nvPr/>
        </p:nvSpPr>
        <p:spPr bwMode="auto">
          <a:xfrm>
            <a:off x="8347088" y="4264499"/>
            <a:ext cx="1634694" cy="7479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2EFC81-6367-7FA8-FB05-55309FACE575}"/>
              </a:ext>
            </a:extLst>
          </p:cNvPr>
          <p:cNvSpPr/>
          <p:nvPr/>
        </p:nvSpPr>
        <p:spPr bwMode="auto">
          <a:xfrm>
            <a:off x="8347088" y="232005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8FE3656-152A-10A8-D2F8-E00979F27A9D}"/>
              </a:ext>
            </a:extLst>
          </p:cNvPr>
          <p:cNvSpPr/>
          <p:nvPr/>
        </p:nvSpPr>
        <p:spPr bwMode="auto">
          <a:xfrm rot="16200000">
            <a:off x="5712747" y="3406668"/>
            <a:ext cx="1143969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4BB3283-0BC0-585B-62AB-352C4A028A92}"/>
              </a:ext>
            </a:extLst>
          </p:cNvPr>
          <p:cNvSpPr/>
          <p:nvPr/>
        </p:nvSpPr>
        <p:spPr bwMode="auto">
          <a:xfrm rot="16200000">
            <a:off x="8592450" y="3406668"/>
            <a:ext cx="1143969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</p:spTree>
    <p:extLst>
      <p:ext uri="{BB962C8B-B14F-4D97-AF65-F5344CB8AC3E}">
        <p14:creationId xmlns:p14="http://schemas.microsoft.com/office/powerpoint/2010/main" val="3243106548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2E68-172C-3322-CEFA-1E24E560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6B727A-614B-F18A-8B71-66DB6506732B}"/>
              </a:ext>
            </a:extLst>
          </p:cNvPr>
          <p:cNvSpPr/>
          <p:nvPr/>
        </p:nvSpPr>
        <p:spPr bwMode="auto">
          <a:xfrm>
            <a:off x="2489069" y="2172579"/>
            <a:ext cx="4799237" cy="36365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699C7-CEDD-07FE-3CB9-8742279D93A6}"/>
              </a:ext>
            </a:extLst>
          </p:cNvPr>
          <p:cNvSpPr/>
          <p:nvPr/>
        </p:nvSpPr>
        <p:spPr bwMode="auto">
          <a:xfrm>
            <a:off x="2587682" y="3868455"/>
            <a:ext cx="1634694" cy="178157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F78946-78EE-2B0A-CDC4-832F17F6BC90}"/>
              </a:ext>
            </a:extLst>
          </p:cNvPr>
          <p:cNvSpPr/>
          <p:nvPr/>
        </p:nvSpPr>
        <p:spPr bwMode="auto">
          <a:xfrm>
            <a:off x="2587682" y="232005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F89351-B777-D565-0982-D57B2ADE37D7}"/>
              </a:ext>
            </a:extLst>
          </p:cNvPr>
          <p:cNvSpPr/>
          <p:nvPr/>
        </p:nvSpPr>
        <p:spPr bwMode="auto">
          <a:xfrm>
            <a:off x="5489104" y="3956271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5808A5-D3FA-D8E7-84F2-4942CF4F1240}"/>
              </a:ext>
            </a:extLst>
          </p:cNvPr>
          <p:cNvSpPr/>
          <p:nvPr/>
        </p:nvSpPr>
        <p:spPr bwMode="auto">
          <a:xfrm>
            <a:off x="5489104" y="4902107"/>
            <a:ext cx="1634694" cy="74792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752F503-7C1E-B75F-C6DC-B9A5E3C61823}"/>
              </a:ext>
            </a:extLst>
          </p:cNvPr>
          <p:cNvSpPr/>
          <p:nvPr/>
        </p:nvSpPr>
        <p:spPr bwMode="auto">
          <a:xfrm>
            <a:off x="4276399" y="4070660"/>
            <a:ext cx="1143969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8F3F7B8-982F-EF9D-49AE-446868456CD6}"/>
              </a:ext>
            </a:extLst>
          </p:cNvPr>
          <p:cNvSpPr/>
          <p:nvPr/>
        </p:nvSpPr>
        <p:spPr bwMode="auto">
          <a:xfrm>
            <a:off x="4283755" y="5012425"/>
            <a:ext cx="1143969" cy="519149"/>
          </a:xfrm>
          <a:prstGeom prst="rightArrow">
            <a:avLst>
              <a:gd name="adj1" fmla="val 64970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2D26066D-ABB0-BEC7-92D2-02FB2AF37D08}"/>
              </a:ext>
            </a:extLst>
          </p:cNvPr>
          <p:cNvSpPr/>
          <p:nvPr/>
        </p:nvSpPr>
        <p:spPr bwMode="auto">
          <a:xfrm>
            <a:off x="3045881" y="3067983"/>
            <a:ext cx="718296" cy="747926"/>
          </a:xfrm>
          <a:prstGeom prst="upArrow">
            <a:avLst>
              <a:gd name="adj1" fmla="val 77388"/>
              <a:gd name="adj2" fmla="val 44825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from GIT</a:t>
            </a:r>
          </a:p>
        </p:txBody>
      </p:sp>
    </p:spTree>
    <p:extLst>
      <p:ext uri="{BB962C8B-B14F-4D97-AF65-F5344CB8AC3E}">
        <p14:creationId xmlns:p14="http://schemas.microsoft.com/office/powerpoint/2010/main" val="3679389188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79D-BF78-AC57-3E27-8FA378F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21A243-9727-9F05-65D5-228F2C85169F}"/>
              </a:ext>
            </a:extLst>
          </p:cNvPr>
          <p:cNvSpPr/>
          <p:nvPr/>
        </p:nvSpPr>
        <p:spPr bwMode="auto">
          <a:xfrm>
            <a:off x="708135" y="465608"/>
            <a:ext cx="8120905" cy="22736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CA6B813-D356-65B8-CB63-AC2BFC4D741E}"/>
              </a:ext>
            </a:extLst>
          </p:cNvPr>
          <p:cNvSpPr/>
          <p:nvPr/>
        </p:nvSpPr>
        <p:spPr bwMode="auto">
          <a:xfrm>
            <a:off x="4260604" y="632613"/>
            <a:ext cx="2038595" cy="1980230"/>
          </a:xfrm>
          <a:prstGeom prst="round2SameRect">
            <a:avLst>
              <a:gd name="adj1" fmla="val 8009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fabric-cicd </a:t>
            </a:r>
            <a:r>
              <a:rPr lang="en-US" sz="10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0C0A-88F9-5B96-6542-E1E12CAAA8E7}"/>
              </a:ext>
            </a:extLst>
          </p:cNvPr>
          <p:cNvSpPr/>
          <p:nvPr/>
        </p:nvSpPr>
        <p:spPr bwMode="auto">
          <a:xfrm>
            <a:off x="6404073" y="599319"/>
            <a:ext cx="2259959" cy="2004747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target workspace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39AA3D-26A3-3237-9A9B-1ABE3EF5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84" r="39007" b="16195"/>
          <a:stretch>
            <a:fillRect/>
          </a:stretch>
        </p:blipFill>
        <p:spPr>
          <a:xfrm>
            <a:off x="6501093" y="941935"/>
            <a:ext cx="1996252" cy="15251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890D58-3EED-7469-67F4-88B905EA479E}"/>
              </a:ext>
            </a:extLst>
          </p:cNvPr>
          <p:cNvSpPr/>
          <p:nvPr/>
        </p:nvSpPr>
        <p:spPr bwMode="auto">
          <a:xfrm>
            <a:off x="807978" y="618120"/>
            <a:ext cx="3365767" cy="1989009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Folder with Item Definitions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66F4C-DA4B-08EF-C3E5-E8490785A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8154"/>
          <a:stretch>
            <a:fillRect/>
          </a:stretch>
        </p:blipFill>
        <p:spPr>
          <a:xfrm>
            <a:off x="945276" y="962002"/>
            <a:ext cx="3091173" cy="150505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291F422-9C48-A878-D325-883A7785C9C5}"/>
              </a:ext>
            </a:extLst>
          </p:cNvPr>
          <p:cNvSpPr/>
          <p:nvPr/>
        </p:nvSpPr>
        <p:spPr bwMode="auto">
          <a:xfrm>
            <a:off x="4358220" y="997861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83B46A8-6969-267F-DCE3-8EA464EFDFE9}"/>
              </a:ext>
            </a:extLst>
          </p:cNvPr>
          <p:cNvSpPr/>
          <p:nvPr/>
        </p:nvSpPr>
        <p:spPr bwMode="auto">
          <a:xfrm>
            <a:off x="4358220" y="1311482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0A7F71E-E129-BCCD-923B-EA88E74719DB}"/>
              </a:ext>
            </a:extLst>
          </p:cNvPr>
          <p:cNvSpPr/>
          <p:nvPr/>
        </p:nvSpPr>
        <p:spPr bwMode="auto">
          <a:xfrm>
            <a:off x="4358220" y="1625103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FE54A35-9C90-F51E-75F3-914880EC1ED8}"/>
              </a:ext>
            </a:extLst>
          </p:cNvPr>
          <p:cNvSpPr/>
          <p:nvPr/>
        </p:nvSpPr>
        <p:spPr bwMode="auto">
          <a:xfrm>
            <a:off x="4358220" y="1938724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8F56CC5-A4EC-B30F-F68A-AC29DD67FFB5}"/>
              </a:ext>
            </a:extLst>
          </p:cNvPr>
          <p:cNvSpPr/>
          <p:nvPr/>
        </p:nvSpPr>
        <p:spPr bwMode="auto">
          <a:xfrm>
            <a:off x="4358220" y="2252343"/>
            <a:ext cx="1839814" cy="214718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or Update Item</a:t>
            </a:r>
          </a:p>
        </p:txBody>
      </p:sp>
    </p:spTree>
    <p:extLst>
      <p:ext uri="{BB962C8B-B14F-4D97-AF65-F5344CB8AC3E}">
        <p14:creationId xmlns:p14="http://schemas.microsoft.com/office/powerpoint/2010/main" val="1783259338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B35FD-6BDC-D8E1-F703-E285A7CB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88" y="528917"/>
            <a:ext cx="4017718" cy="4078941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9086739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758804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8374-6D93-DE30-C294-CAB3A37D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1ECCAD9-6A29-E075-CA34-9A2388C8D4A2}"/>
              </a:ext>
            </a:extLst>
          </p:cNvPr>
          <p:cNvSpPr/>
          <p:nvPr/>
        </p:nvSpPr>
        <p:spPr bwMode="auto">
          <a:xfrm>
            <a:off x="1102660" y="217216"/>
            <a:ext cx="9739598" cy="27545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9E129A-F40B-78A4-043F-1056A6D0C222}"/>
              </a:ext>
            </a:extLst>
          </p:cNvPr>
          <p:cNvSpPr/>
          <p:nvPr/>
        </p:nvSpPr>
        <p:spPr bwMode="auto">
          <a:xfrm>
            <a:off x="8395478" y="359323"/>
            <a:ext cx="2306563" cy="24725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APIs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B6F30E5-16DC-279A-BDDC-0611B6C67311}"/>
              </a:ext>
            </a:extLst>
          </p:cNvPr>
          <p:cNvSpPr/>
          <p:nvPr/>
        </p:nvSpPr>
        <p:spPr bwMode="auto">
          <a:xfrm>
            <a:off x="5017089" y="487447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Item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4ABE7D-AAC0-AFB8-9310-162C1BFC9235}"/>
              </a:ext>
            </a:extLst>
          </p:cNvPr>
          <p:cNvSpPr/>
          <p:nvPr/>
        </p:nvSpPr>
        <p:spPr bwMode="auto">
          <a:xfrm>
            <a:off x="3756027" y="359323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65275D0-E57E-F23F-150C-87A4131E1139}"/>
              </a:ext>
            </a:extLst>
          </p:cNvPr>
          <p:cNvSpPr/>
          <p:nvPr/>
        </p:nvSpPr>
        <p:spPr bwMode="auto">
          <a:xfrm>
            <a:off x="5017088" y="1333212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Update Item Definition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51EE0-647B-370E-0532-777F5D9ED590}"/>
              </a:ext>
            </a:extLst>
          </p:cNvPr>
          <p:cNvSpPr/>
          <p:nvPr/>
        </p:nvSpPr>
        <p:spPr bwMode="auto">
          <a:xfrm>
            <a:off x="3756027" y="1223087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A651E6-CB03-ACCC-5C30-1A32B01C2494}"/>
              </a:ext>
            </a:extLst>
          </p:cNvPr>
          <p:cNvSpPr/>
          <p:nvPr/>
        </p:nvSpPr>
        <p:spPr bwMode="auto">
          <a:xfrm flipH="1">
            <a:off x="3756026" y="2086847"/>
            <a:ext cx="4493451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Get Item Definition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E8C06-1A67-530B-739A-5B8C2D07F5F2}"/>
              </a:ext>
            </a:extLst>
          </p:cNvPr>
          <p:cNvSpPr/>
          <p:nvPr/>
        </p:nvSpPr>
        <p:spPr bwMode="auto">
          <a:xfrm>
            <a:off x="6988414" y="1972632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FD038-1BA4-BB33-13D9-8532F83DF339}"/>
              </a:ext>
            </a:extLst>
          </p:cNvPr>
          <p:cNvSpPr/>
          <p:nvPr/>
        </p:nvSpPr>
        <p:spPr bwMode="auto">
          <a:xfrm>
            <a:off x="1303462" y="343712"/>
            <a:ext cx="2306563" cy="247251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Your Code</a:t>
            </a:r>
          </a:p>
        </p:txBody>
      </p:sp>
    </p:spTree>
    <p:extLst>
      <p:ext uri="{BB962C8B-B14F-4D97-AF65-F5344CB8AC3E}">
        <p14:creationId xmlns:p14="http://schemas.microsoft.com/office/powerpoint/2010/main" val="3515172411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951C4-C2FF-92FC-22F4-14F6824C4C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0" t="38099" r="29504" b="22737"/>
          <a:stretch>
            <a:fillRect/>
          </a:stretch>
        </p:blipFill>
        <p:spPr>
          <a:xfrm>
            <a:off x="2483224" y="2922494"/>
            <a:ext cx="5486400" cy="18915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60542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F193DB-5FDC-723C-D2DF-E2F27B0D6A5C}"/>
              </a:ext>
            </a:extLst>
          </p:cNvPr>
          <p:cNvSpPr/>
          <p:nvPr/>
        </p:nvSpPr>
        <p:spPr bwMode="auto">
          <a:xfrm>
            <a:off x="783570" y="806385"/>
            <a:ext cx="8919230" cy="28105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4B877A-65A5-93DF-3498-B3703CBB131E}"/>
              </a:ext>
            </a:extLst>
          </p:cNvPr>
          <p:cNvSpPr/>
          <p:nvPr/>
        </p:nvSpPr>
        <p:spPr bwMode="auto">
          <a:xfrm>
            <a:off x="948467" y="970615"/>
            <a:ext cx="2952973" cy="25266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 branch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8EA83-5A03-5784-E1C2-A3E36509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36" y="1262953"/>
            <a:ext cx="2754433" cy="206166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1B60D661-BBD1-FA4C-9264-98EC813BFC4F}"/>
              </a:ext>
            </a:extLst>
          </p:cNvPr>
          <p:cNvSpPr/>
          <p:nvPr/>
        </p:nvSpPr>
        <p:spPr bwMode="auto">
          <a:xfrm>
            <a:off x="3901438" y="1996608"/>
            <a:ext cx="2133600" cy="635525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API-driven 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release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2B241-309C-EC20-83ED-0FE4555D610E}"/>
              </a:ext>
            </a:extLst>
          </p:cNvPr>
          <p:cNvSpPr/>
          <p:nvPr/>
        </p:nvSpPr>
        <p:spPr bwMode="auto">
          <a:xfrm>
            <a:off x="6035038" y="970614"/>
            <a:ext cx="3454402" cy="2526647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target workspace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C88C79-09FB-F3D1-803F-DB897C26B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972" y="1254771"/>
            <a:ext cx="3163577" cy="206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83652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CB159-38E7-96CC-1742-12A4A7A17566}"/>
              </a:ext>
            </a:extLst>
          </p:cNvPr>
          <p:cNvSpPr/>
          <p:nvPr/>
        </p:nvSpPr>
        <p:spPr bwMode="auto">
          <a:xfrm>
            <a:off x="780440" y="880560"/>
            <a:ext cx="4194971" cy="34583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E9F250-624B-F6C4-CC97-F964E9677E47}"/>
              </a:ext>
            </a:extLst>
          </p:cNvPr>
          <p:cNvSpPr/>
          <p:nvPr/>
        </p:nvSpPr>
        <p:spPr bwMode="auto">
          <a:xfrm>
            <a:off x="921927" y="2492755"/>
            <a:ext cx="1261062" cy="175651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release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FD56A-5CAF-8C13-5FF0-F155E1438F0F}"/>
              </a:ext>
            </a:extLst>
          </p:cNvPr>
          <p:cNvSpPr/>
          <p:nvPr/>
        </p:nvSpPr>
        <p:spPr bwMode="auto">
          <a:xfrm>
            <a:off x="921927" y="1032978"/>
            <a:ext cx="1261062" cy="7440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A298BB-E057-804E-5B43-B1B7F300EF2B}"/>
              </a:ext>
            </a:extLst>
          </p:cNvPr>
          <p:cNvSpPr/>
          <p:nvPr/>
        </p:nvSpPr>
        <p:spPr bwMode="auto">
          <a:xfrm>
            <a:off x="3567681" y="2573440"/>
            <a:ext cx="1261062" cy="7440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92D57F7-84D1-03BD-D959-22CE7D8938B4}"/>
              </a:ext>
            </a:extLst>
          </p:cNvPr>
          <p:cNvSpPr/>
          <p:nvPr/>
        </p:nvSpPr>
        <p:spPr bwMode="auto">
          <a:xfrm>
            <a:off x="2276436" y="2770689"/>
            <a:ext cx="1249708" cy="383871"/>
          </a:xfrm>
          <a:prstGeom prst="rightArrow">
            <a:avLst>
              <a:gd name="adj1" fmla="val 61383"/>
              <a:gd name="adj2" fmla="val 59341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noProof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fabric-cicd</a:t>
            </a: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2E039CF-D10D-1B9A-2B15-2B6A1918167A}"/>
              </a:ext>
            </a:extLst>
          </p:cNvPr>
          <p:cNvSpPr/>
          <p:nvPr/>
        </p:nvSpPr>
        <p:spPr bwMode="auto">
          <a:xfrm>
            <a:off x="1206882" y="1777031"/>
            <a:ext cx="691152" cy="690715"/>
          </a:xfrm>
          <a:prstGeom prst="downArrow">
            <a:avLst>
              <a:gd name="adj1" fmla="val 64151"/>
              <a:gd name="adj2" fmla="val 4221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</a:t>
            </a:r>
            <a:b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</a:b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98D3F6-CC81-FD23-E0D7-3F12180A2274}"/>
              </a:ext>
            </a:extLst>
          </p:cNvPr>
          <p:cNvSpPr/>
          <p:nvPr/>
        </p:nvSpPr>
        <p:spPr bwMode="auto">
          <a:xfrm>
            <a:off x="3580062" y="3465148"/>
            <a:ext cx="1261062" cy="7440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96F8A8B-3683-E5D0-E7ED-24A7A82C6A0B}"/>
              </a:ext>
            </a:extLst>
          </p:cNvPr>
          <p:cNvSpPr/>
          <p:nvPr/>
        </p:nvSpPr>
        <p:spPr bwMode="auto">
          <a:xfrm>
            <a:off x="2294494" y="3611814"/>
            <a:ext cx="1249708" cy="383871"/>
          </a:xfrm>
          <a:prstGeom prst="rightArrow">
            <a:avLst>
              <a:gd name="adj1" fmla="val 61383"/>
              <a:gd name="adj2" fmla="val 59341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noProof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fabric-cicd</a:t>
            </a:r>
            <a:endParaRPr lang="en-US" sz="1000" b="1" noProof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770261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1C3717-9C7A-5880-8F76-2B0A6644F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0" y="524238"/>
            <a:ext cx="3257604" cy="3599528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19123483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CC36B-13B7-308D-5CE2-436D5116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08" y="358379"/>
            <a:ext cx="7373379" cy="5668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112187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2AF20-7495-721F-2F6E-7E59BFFF8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2" y="939416"/>
            <a:ext cx="8935278" cy="3789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43978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D4667-A9C6-C6C6-5B08-6DBFBB40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7"/>
          <a:stretch>
            <a:fillRect/>
          </a:stretch>
        </p:blipFill>
        <p:spPr>
          <a:xfrm>
            <a:off x="494131" y="428887"/>
            <a:ext cx="4514716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24EC3-66F9-F096-52F7-0E801B6E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96" y="428887"/>
            <a:ext cx="4117893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D000D-2265-C42F-BAB9-7016DA6D5B2E}"/>
              </a:ext>
            </a:extLst>
          </p:cNvPr>
          <p:cNvCxnSpPr>
            <a:cxnSpLocks/>
          </p:cNvCxnSpPr>
          <p:nvPr/>
        </p:nvCxnSpPr>
        <p:spPr>
          <a:xfrm>
            <a:off x="3810000" y="1933481"/>
            <a:ext cx="1808480" cy="0"/>
          </a:xfrm>
          <a:prstGeom prst="straightConnector1">
            <a:avLst/>
          </a:prstGeom>
          <a:ln w="57150">
            <a:solidFill>
              <a:srgbClr val="EE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41603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31110-5413-7009-35C6-AE5897A19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83" y="778995"/>
            <a:ext cx="9697803" cy="4020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0952068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2654F-B93D-DC3A-EBC5-23D16FB3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766267"/>
            <a:ext cx="11044555" cy="4575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5108337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95F66-9CD1-A3E6-142E-0BBFD0E6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16" y="489239"/>
            <a:ext cx="7629811" cy="33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7211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794D19-378E-08ED-3FBC-5E4D9977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429" y="969617"/>
            <a:ext cx="5430742" cy="44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727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08BD1-97C7-3E4C-1108-B120C3D9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72" y="2254076"/>
            <a:ext cx="10069330" cy="2486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629105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74CD2-6211-1219-8E01-BDBEF292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95" y="868440"/>
            <a:ext cx="8478433" cy="4820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0849097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2A8E2-B35E-6464-2B99-6444D98B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2" y="999396"/>
            <a:ext cx="10631384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910088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6B019-F44B-0CCB-46D3-03754851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58" y="1101390"/>
            <a:ext cx="7220958" cy="4791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61476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45F5A-9845-5E89-E5FD-D047C1CAB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8FDBD1B-880F-663B-D471-B2DE746562A6}"/>
              </a:ext>
            </a:extLst>
          </p:cNvPr>
          <p:cNvSpPr/>
          <p:nvPr/>
        </p:nvSpPr>
        <p:spPr bwMode="auto">
          <a:xfrm>
            <a:off x="1941885" y="1047507"/>
            <a:ext cx="1742421" cy="191435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Dev Workspace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EBC1AE-8902-6432-81F3-4746F893F8DF}"/>
              </a:ext>
            </a:extLst>
          </p:cNvPr>
          <p:cNvGrpSpPr/>
          <p:nvPr/>
        </p:nvGrpSpPr>
        <p:grpSpPr>
          <a:xfrm>
            <a:off x="2131875" y="1353539"/>
            <a:ext cx="655911" cy="654509"/>
            <a:chOff x="6295914" y="1428878"/>
            <a:chExt cx="1693119" cy="18253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FB22A1-9162-7D2F-D3AC-5B725D7D1805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15" name="Picture 14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8E0BC2AE-3AE0-E094-5105-C43E60442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EC2ACE-4FF2-B20F-0061-D40090714EA0}"/>
              </a:ext>
            </a:extLst>
          </p:cNvPr>
          <p:cNvGrpSpPr/>
          <p:nvPr/>
        </p:nvGrpSpPr>
        <p:grpSpPr>
          <a:xfrm>
            <a:off x="2890835" y="1353539"/>
            <a:ext cx="657835" cy="654509"/>
            <a:chOff x="6503915" y="831583"/>
            <a:chExt cx="1229935" cy="13259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6A22345-4A0D-F77F-4FFF-B49051C7FE3A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18" name="Picture 17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0C5E69C6-9E50-4738-D020-CCF27398A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8090DA-2D75-CF9E-0A43-21DD6DA266BC}"/>
              </a:ext>
            </a:extLst>
          </p:cNvPr>
          <p:cNvGrpSpPr/>
          <p:nvPr/>
        </p:nvGrpSpPr>
        <p:grpSpPr>
          <a:xfrm>
            <a:off x="2879884" y="2168548"/>
            <a:ext cx="659688" cy="658278"/>
            <a:chOff x="1943154" y="2871362"/>
            <a:chExt cx="1229935" cy="132599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A8DC213-1BAE-A9EB-9781-A4B1C96CD859}"/>
                </a:ext>
              </a:extLst>
            </p:cNvPr>
            <p:cNvSpPr/>
            <p:nvPr/>
          </p:nvSpPr>
          <p:spPr bwMode="auto">
            <a:xfrm>
              <a:off x="1943154" y="2871362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Notebook</a:t>
              </a:r>
              <a:endParaRPr lang="en-US" sz="11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Picture 20" descr="A white book with a green symbol&#10;&#10;Description automatically generated">
              <a:extLst>
                <a:ext uri="{FF2B5EF4-FFF2-40B4-BE49-F238E27FC236}">
                  <a16:creationId xmlns:a16="http://schemas.microsoft.com/office/drawing/2014/main" id="{CE0FF270-E74F-A8BB-1B64-C2BAFBBE2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6583" y="3033143"/>
              <a:ext cx="838189" cy="834835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3B1245-6D16-29CB-E15E-6C96F7FE0039}"/>
              </a:ext>
            </a:extLst>
          </p:cNvPr>
          <p:cNvGrpSpPr/>
          <p:nvPr/>
        </p:nvGrpSpPr>
        <p:grpSpPr>
          <a:xfrm>
            <a:off x="2120924" y="2168548"/>
            <a:ext cx="655911" cy="654509"/>
            <a:chOff x="540799" y="2865453"/>
            <a:chExt cx="1229935" cy="132599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23B5B3-3B57-713C-71B4-7DCF9D2593CA}"/>
                </a:ext>
              </a:extLst>
            </p:cNvPr>
            <p:cNvSpPr/>
            <p:nvPr/>
          </p:nvSpPr>
          <p:spPr bwMode="auto">
            <a:xfrm>
              <a:off x="540799" y="286545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Lakehouse</a:t>
              </a:r>
            </a:p>
          </p:txBody>
        </p:sp>
        <p:pic>
          <p:nvPicPr>
            <p:cNvPr id="24" name="Picture 23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73011EC3-7B80-6FC6-092D-FFED5B6CA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453" y="2962982"/>
              <a:ext cx="908459" cy="904825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2DE4400-1AB0-E791-E22A-64C96E8DA711}"/>
              </a:ext>
            </a:extLst>
          </p:cNvPr>
          <p:cNvSpPr/>
          <p:nvPr/>
        </p:nvSpPr>
        <p:spPr bwMode="auto">
          <a:xfrm>
            <a:off x="5017936" y="1050871"/>
            <a:ext cx="1742421" cy="191435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Test Workspace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1F0DE3-6E73-8747-35DD-67168F67775B}"/>
              </a:ext>
            </a:extLst>
          </p:cNvPr>
          <p:cNvGrpSpPr/>
          <p:nvPr/>
        </p:nvGrpSpPr>
        <p:grpSpPr>
          <a:xfrm>
            <a:off x="5207926" y="1356903"/>
            <a:ext cx="655911" cy="654509"/>
            <a:chOff x="6295914" y="1428878"/>
            <a:chExt cx="1693119" cy="182535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EEB100B-36B3-A710-58FD-EA24EAEF893D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5" name="Picture 4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EBBAF3A1-2229-B561-E426-084D23527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6CD15EF-B23B-B857-28D7-A22A65D8066E}"/>
              </a:ext>
            </a:extLst>
          </p:cNvPr>
          <p:cNvGrpSpPr/>
          <p:nvPr/>
        </p:nvGrpSpPr>
        <p:grpSpPr>
          <a:xfrm>
            <a:off x="5966886" y="1356903"/>
            <a:ext cx="657835" cy="654509"/>
            <a:chOff x="6503915" y="831583"/>
            <a:chExt cx="1229935" cy="132599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6BA4F5-69D8-D752-9A5B-B8EDEC7A4A8E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8" name="Picture 7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92936BCB-5EA4-5D97-DF48-34C6AD6FE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2593E4A-4ECF-8327-45DF-BAE074105A24}"/>
              </a:ext>
            </a:extLst>
          </p:cNvPr>
          <p:cNvGrpSpPr/>
          <p:nvPr/>
        </p:nvGrpSpPr>
        <p:grpSpPr>
          <a:xfrm>
            <a:off x="5955935" y="2171912"/>
            <a:ext cx="659688" cy="658278"/>
            <a:chOff x="1943154" y="2871362"/>
            <a:chExt cx="1229935" cy="132599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ABA33C-D171-BE59-D5A7-0DFDA6B24DFF}"/>
                </a:ext>
              </a:extLst>
            </p:cNvPr>
            <p:cNvSpPr/>
            <p:nvPr/>
          </p:nvSpPr>
          <p:spPr bwMode="auto">
            <a:xfrm>
              <a:off x="1943154" y="2871362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Notebook</a:t>
              </a:r>
              <a:endParaRPr lang="en-US" sz="11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Picture 10" descr="A white book with a green symbol&#10;&#10;Description automatically generated">
              <a:extLst>
                <a:ext uri="{FF2B5EF4-FFF2-40B4-BE49-F238E27FC236}">
                  <a16:creationId xmlns:a16="http://schemas.microsoft.com/office/drawing/2014/main" id="{75042CEC-DA51-7C65-F730-D9EB8933F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6583" y="3033143"/>
              <a:ext cx="838189" cy="834835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1EEB7C-83B2-21A6-D906-F632A34437A0}"/>
              </a:ext>
            </a:extLst>
          </p:cNvPr>
          <p:cNvGrpSpPr/>
          <p:nvPr/>
        </p:nvGrpSpPr>
        <p:grpSpPr>
          <a:xfrm>
            <a:off x="5196975" y="2171912"/>
            <a:ext cx="655911" cy="654509"/>
            <a:chOff x="540799" y="2865453"/>
            <a:chExt cx="1229935" cy="132599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03EB38-93B3-2810-7528-A1E3D440A81A}"/>
                </a:ext>
              </a:extLst>
            </p:cNvPr>
            <p:cNvSpPr/>
            <p:nvPr/>
          </p:nvSpPr>
          <p:spPr bwMode="auto">
            <a:xfrm>
              <a:off x="540799" y="286545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Lakehouse</a:t>
              </a:r>
            </a:p>
          </p:txBody>
        </p:sp>
        <p:pic>
          <p:nvPicPr>
            <p:cNvPr id="27" name="Picture 26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04671681-8833-6786-CE6A-05A866D3E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453" y="2962982"/>
              <a:ext cx="908459" cy="904825"/>
            </a:xfrm>
            <a:prstGeom prst="rect">
              <a:avLst/>
            </a:prstGeom>
          </p:spPr>
        </p:pic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14DB4231-7106-4165-0076-7D46A9055C3D}"/>
              </a:ext>
            </a:extLst>
          </p:cNvPr>
          <p:cNvSpPr/>
          <p:nvPr/>
        </p:nvSpPr>
        <p:spPr bwMode="auto">
          <a:xfrm>
            <a:off x="8104147" y="1047507"/>
            <a:ext cx="1742421" cy="191435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Prod Workspace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C755D2-DC79-DB88-7955-A368BA8361F3}"/>
              </a:ext>
            </a:extLst>
          </p:cNvPr>
          <p:cNvGrpSpPr/>
          <p:nvPr/>
        </p:nvGrpSpPr>
        <p:grpSpPr>
          <a:xfrm>
            <a:off x="8294137" y="1353539"/>
            <a:ext cx="655911" cy="654509"/>
            <a:chOff x="6295914" y="1428878"/>
            <a:chExt cx="1693119" cy="182535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AC2A7C3-A0F5-B1F8-BF38-16E0A928668D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31" name="Picture 30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A140B9E2-27C9-89DC-705B-F1348C972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C8694A7-9840-00B5-D659-30BD4055B85B}"/>
              </a:ext>
            </a:extLst>
          </p:cNvPr>
          <p:cNvGrpSpPr/>
          <p:nvPr/>
        </p:nvGrpSpPr>
        <p:grpSpPr>
          <a:xfrm>
            <a:off x="9053097" y="1353539"/>
            <a:ext cx="657835" cy="654509"/>
            <a:chOff x="6503915" y="831583"/>
            <a:chExt cx="1229935" cy="132599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E11D1F1-ED0A-220C-11E7-FB376654D3C7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34" name="Picture 33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2C0FD1C6-9C1C-8079-AC50-091835B08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8326EE7-39D9-58D7-1768-F66F78865F6F}"/>
              </a:ext>
            </a:extLst>
          </p:cNvPr>
          <p:cNvGrpSpPr/>
          <p:nvPr/>
        </p:nvGrpSpPr>
        <p:grpSpPr>
          <a:xfrm>
            <a:off x="9042146" y="2168548"/>
            <a:ext cx="659688" cy="658278"/>
            <a:chOff x="1943154" y="2871362"/>
            <a:chExt cx="1229935" cy="132599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384C313-AAB7-9247-F7C3-348D4BB6EFD8}"/>
                </a:ext>
              </a:extLst>
            </p:cNvPr>
            <p:cNvSpPr/>
            <p:nvPr/>
          </p:nvSpPr>
          <p:spPr bwMode="auto">
            <a:xfrm>
              <a:off x="1943154" y="2871362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Notebook</a:t>
              </a:r>
              <a:endParaRPr lang="en-US" sz="11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Picture 36" descr="A white book with a green symbol&#10;&#10;Description automatically generated">
              <a:extLst>
                <a:ext uri="{FF2B5EF4-FFF2-40B4-BE49-F238E27FC236}">
                  <a16:creationId xmlns:a16="http://schemas.microsoft.com/office/drawing/2014/main" id="{2BE7ACA8-3994-8662-88FE-C64F7BFA3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6583" y="3033143"/>
              <a:ext cx="838189" cy="834835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78737FB-EA6B-193B-4C43-25712BA4DF65}"/>
              </a:ext>
            </a:extLst>
          </p:cNvPr>
          <p:cNvGrpSpPr/>
          <p:nvPr/>
        </p:nvGrpSpPr>
        <p:grpSpPr>
          <a:xfrm>
            <a:off x="8283186" y="2168548"/>
            <a:ext cx="655911" cy="654509"/>
            <a:chOff x="540799" y="2865453"/>
            <a:chExt cx="1229935" cy="132599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86AF671-8B85-05C1-1778-0603DE3E3B0B}"/>
                </a:ext>
              </a:extLst>
            </p:cNvPr>
            <p:cNvSpPr/>
            <p:nvPr/>
          </p:nvSpPr>
          <p:spPr bwMode="auto">
            <a:xfrm>
              <a:off x="540799" y="286545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Lakehouse</a:t>
              </a:r>
            </a:p>
          </p:txBody>
        </p:sp>
        <p:pic>
          <p:nvPicPr>
            <p:cNvPr id="40" name="Picture 39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7D9C4484-2301-DC95-08DD-C3DFDA670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453" y="2962982"/>
              <a:ext cx="908459" cy="904825"/>
            </a:xfrm>
            <a:prstGeom prst="rect">
              <a:avLst/>
            </a:prstGeom>
          </p:spPr>
        </p:pic>
      </p:grp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302BE8EE-2C7D-03A6-2772-69DFA7FD869A}"/>
              </a:ext>
            </a:extLst>
          </p:cNvPr>
          <p:cNvSpPr/>
          <p:nvPr/>
        </p:nvSpPr>
        <p:spPr bwMode="auto">
          <a:xfrm>
            <a:off x="3793951" y="1635844"/>
            <a:ext cx="1174127" cy="751136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changes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91C9813-958B-F335-9A87-9343D5D35CA4}"/>
              </a:ext>
            </a:extLst>
          </p:cNvPr>
          <p:cNvSpPr/>
          <p:nvPr/>
        </p:nvSpPr>
        <p:spPr bwMode="auto">
          <a:xfrm>
            <a:off x="6872431" y="1635844"/>
            <a:ext cx="1174127" cy="751136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changes</a:t>
            </a:r>
          </a:p>
        </p:txBody>
      </p:sp>
    </p:spTree>
    <p:extLst>
      <p:ext uri="{BB962C8B-B14F-4D97-AF65-F5344CB8AC3E}">
        <p14:creationId xmlns:p14="http://schemas.microsoft.com/office/powerpoint/2010/main" val="2516019051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1075-D850-9317-DD2F-7327A9A3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C65CC7-7B4E-E704-28B0-67313FBE9FBC}"/>
              </a:ext>
            </a:extLst>
          </p:cNvPr>
          <p:cNvSpPr/>
          <p:nvPr/>
        </p:nvSpPr>
        <p:spPr bwMode="auto">
          <a:xfrm>
            <a:off x="240883" y="3395448"/>
            <a:ext cx="3581050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9E2E5-BAF2-7D61-3F15-DB0841EB7AB3}"/>
              </a:ext>
            </a:extLst>
          </p:cNvPr>
          <p:cNvSpPr/>
          <p:nvPr/>
        </p:nvSpPr>
        <p:spPr bwMode="auto">
          <a:xfrm>
            <a:off x="4399396" y="3395447"/>
            <a:ext cx="3562811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C3D105B-3470-8B36-4C3B-5F5E0061B2F3}"/>
              </a:ext>
            </a:extLst>
          </p:cNvPr>
          <p:cNvSpPr/>
          <p:nvPr/>
        </p:nvSpPr>
        <p:spPr bwMode="auto">
          <a:xfrm>
            <a:off x="3832093" y="3688847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2760DE-724B-9D79-5792-CC63CCB121F6}"/>
              </a:ext>
            </a:extLst>
          </p:cNvPr>
          <p:cNvSpPr/>
          <p:nvPr/>
        </p:nvSpPr>
        <p:spPr bwMode="auto">
          <a:xfrm>
            <a:off x="8571317" y="3395447"/>
            <a:ext cx="3581049" cy="1870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7483D0-A50A-1877-0B22-999049351619}"/>
              </a:ext>
            </a:extLst>
          </p:cNvPr>
          <p:cNvSpPr/>
          <p:nvPr/>
        </p:nvSpPr>
        <p:spPr bwMode="auto">
          <a:xfrm>
            <a:off x="352613" y="3718095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72691AE-C066-77EE-E0FA-C0E0C766E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52772"/>
              </p:ext>
            </p:extLst>
          </p:nvPr>
        </p:nvGraphicFramePr>
        <p:xfrm>
          <a:off x="352614" y="3945848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53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B726F6A9-4A0E-E546-260C-AF8B24D2B3F5}"/>
              </a:ext>
            </a:extLst>
          </p:cNvPr>
          <p:cNvSpPr/>
          <p:nvPr/>
        </p:nvSpPr>
        <p:spPr bwMode="auto">
          <a:xfrm>
            <a:off x="8005900" y="3688846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88E-706C-9AD8-9B57-033C0C2C10CB}"/>
              </a:ext>
            </a:extLst>
          </p:cNvPr>
          <p:cNvSpPr/>
          <p:nvPr/>
        </p:nvSpPr>
        <p:spPr bwMode="auto">
          <a:xfrm>
            <a:off x="4550892" y="3722514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322248-9356-46EE-DEAF-0E9065AC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248294"/>
              </p:ext>
            </p:extLst>
          </p:nvPr>
        </p:nvGraphicFramePr>
        <p:xfrm>
          <a:off x="4550893" y="3950267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18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91B6C03-4E38-70FE-A965-A643C054AAE7}"/>
              </a:ext>
            </a:extLst>
          </p:cNvPr>
          <p:cNvSpPr/>
          <p:nvPr/>
        </p:nvSpPr>
        <p:spPr bwMode="auto">
          <a:xfrm>
            <a:off x="8718689" y="3715890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BD3F71B-1124-4357-201A-7210FEB1E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15040"/>
              </p:ext>
            </p:extLst>
          </p:nvPr>
        </p:nvGraphicFramePr>
        <p:xfrm>
          <a:off x="8718690" y="3943643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472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0209436-E9A6-D0C0-5E55-28C30492401A}"/>
              </a:ext>
            </a:extLst>
          </p:cNvPr>
          <p:cNvSpPr/>
          <p:nvPr/>
        </p:nvSpPr>
        <p:spPr bwMode="auto">
          <a:xfrm>
            <a:off x="278318" y="797920"/>
            <a:ext cx="3581050" cy="151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88422C-4499-A255-979E-898CED480233}"/>
              </a:ext>
            </a:extLst>
          </p:cNvPr>
          <p:cNvSpPr/>
          <p:nvPr/>
        </p:nvSpPr>
        <p:spPr bwMode="auto">
          <a:xfrm>
            <a:off x="4436831" y="797919"/>
            <a:ext cx="3562811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EEEEEB1-7570-0AF3-C34B-FDDE434F8DD8}"/>
              </a:ext>
            </a:extLst>
          </p:cNvPr>
          <p:cNvSpPr/>
          <p:nvPr/>
        </p:nvSpPr>
        <p:spPr bwMode="auto">
          <a:xfrm>
            <a:off x="3859368" y="1182295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ACDB4C-85A6-24F4-4265-C59D07BAF736}"/>
              </a:ext>
            </a:extLst>
          </p:cNvPr>
          <p:cNvSpPr/>
          <p:nvPr/>
        </p:nvSpPr>
        <p:spPr bwMode="auto">
          <a:xfrm>
            <a:off x="8608752" y="797918"/>
            <a:ext cx="3581049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7BB852-7C90-DDBF-243D-FD8E8E918323}"/>
              </a:ext>
            </a:extLst>
          </p:cNvPr>
          <p:cNvSpPr/>
          <p:nvPr/>
        </p:nvSpPr>
        <p:spPr bwMode="auto">
          <a:xfrm>
            <a:off x="420528" y="1150583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4071E35-3A74-D1A5-7A65-C04C2A882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17659"/>
              </p:ext>
            </p:extLst>
          </p:nvPr>
        </p:nvGraphicFramePr>
        <p:xfrm>
          <a:off x="420529" y="1378336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86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8DDFD746-B450-FDE4-D8C6-104305D80B95}"/>
              </a:ext>
            </a:extLst>
          </p:cNvPr>
          <p:cNvSpPr/>
          <p:nvPr/>
        </p:nvSpPr>
        <p:spPr bwMode="auto">
          <a:xfrm>
            <a:off x="8024819" y="1116502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7DF1DF-9FE3-5BEB-9AC7-E9724DC32682}"/>
              </a:ext>
            </a:extLst>
          </p:cNvPr>
          <p:cNvSpPr/>
          <p:nvPr/>
        </p:nvSpPr>
        <p:spPr bwMode="auto">
          <a:xfrm>
            <a:off x="4588327" y="1104202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51ECB2E-2278-9F1D-27B3-9B11FB27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885191"/>
              </p:ext>
            </p:extLst>
          </p:nvPr>
        </p:nvGraphicFramePr>
        <p:xfrm>
          <a:off x="4588328" y="1331955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168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EC047CCF-EA65-B2A1-69E3-0088CBE8020E}"/>
              </a:ext>
            </a:extLst>
          </p:cNvPr>
          <p:cNvSpPr/>
          <p:nvPr/>
        </p:nvSpPr>
        <p:spPr bwMode="auto">
          <a:xfrm>
            <a:off x="8756124" y="1097578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3AAC975-295F-82DE-2607-A6F9043A3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9236"/>
              </p:ext>
            </p:extLst>
          </p:nvPr>
        </p:nvGraphicFramePr>
        <p:xfrm>
          <a:off x="8756125" y="1325331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412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9BDAAA28-E6D3-C112-5EA1-6CC90650D56E}"/>
              </a:ext>
            </a:extLst>
          </p:cNvPr>
          <p:cNvSpPr/>
          <p:nvPr/>
        </p:nvSpPr>
        <p:spPr bwMode="auto">
          <a:xfrm>
            <a:off x="324150" y="4766261"/>
            <a:ext cx="11738929" cy="260117"/>
          </a:xfrm>
          <a:prstGeom prst="rect">
            <a:avLst/>
          </a:prstGeom>
          <a:noFill/>
          <a:ln w="38100">
            <a:solidFill>
              <a:srgbClr val="EE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73068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30" y="729864"/>
            <a:ext cx="9955014" cy="5534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444E-FF95-69D5-DADE-B4F8B697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1158052"/>
            <a:ext cx="5450833" cy="45867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0723531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BBD36-97C4-7689-7B3C-D3C478E59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89" y="792517"/>
            <a:ext cx="4867954" cy="29531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1321098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" y="626789"/>
            <a:ext cx="7992590" cy="490606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83280-6ACC-1CD9-59C4-9CDAA2D6C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231" y="1291918"/>
            <a:ext cx="7244143" cy="33947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6237070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9F07A0-596C-8E32-98E4-4EDD4A18B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844" y="319041"/>
            <a:ext cx="8206260" cy="33286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8590117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5C68A0-65EF-4EA9-5280-6201D92753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80" t="44362"/>
          <a:stretch>
            <a:fillRect/>
          </a:stretch>
        </p:blipFill>
        <p:spPr>
          <a:xfrm>
            <a:off x="1684195" y="755569"/>
            <a:ext cx="3884457" cy="28724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CDCD9A42-CFF4-72DE-1A8E-68E8D3E2093B}"/>
              </a:ext>
            </a:extLst>
          </p:cNvPr>
          <p:cNvSpPr/>
          <p:nvPr/>
        </p:nvSpPr>
        <p:spPr bwMode="auto">
          <a:xfrm>
            <a:off x="1223624" y="1398108"/>
            <a:ext cx="682601" cy="301023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602574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64352-795B-8B49-09CB-66DB6A387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78" y="1082338"/>
            <a:ext cx="8545118" cy="48298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0777179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9B322-3C68-85D0-9E51-4B8765F956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1"/>
          <a:stretch>
            <a:fillRect/>
          </a:stretch>
        </p:blipFill>
        <p:spPr>
          <a:xfrm>
            <a:off x="1888434" y="1083036"/>
            <a:ext cx="3963993" cy="37152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7486191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DA362-ED44-E05C-6D0C-B80BD285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8B5717-91D2-D730-06D9-D36F5BED45E3}"/>
              </a:ext>
            </a:extLst>
          </p:cNvPr>
          <p:cNvSpPr/>
          <p:nvPr/>
        </p:nvSpPr>
        <p:spPr bwMode="auto">
          <a:xfrm>
            <a:off x="765313" y="685800"/>
            <a:ext cx="3319671" cy="2551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4B8C3B-A4D2-B984-66F7-6877181322AC}"/>
              </a:ext>
            </a:extLst>
          </p:cNvPr>
          <p:cNvSpPr/>
          <p:nvPr/>
        </p:nvSpPr>
        <p:spPr bwMode="auto">
          <a:xfrm>
            <a:off x="2684710" y="2229984"/>
            <a:ext cx="1261062" cy="85380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E70B40-1E2D-07A3-3CFB-794FDDCD01EE}"/>
              </a:ext>
            </a:extLst>
          </p:cNvPr>
          <p:cNvSpPr/>
          <p:nvPr/>
        </p:nvSpPr>
        <p:spPr bwMode="auto">
          <a:xfrm>
            <a:off x="2670984" y="823537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3A5154-3942-DCD0-64EA-56F76029D0B3}"/>
              </a:ext>
            </a:extLst>
          </p:cNvPr>
          <p:cNvSpPr/>
          <p:nvPr/>
        </p:nvSpPr>
        <p:spPr bwMode="auto">
          <a:xfrm>
            <a:off x="891546" y="2229984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A3E7367-A547-510E-4FCF-D9DB1A8A26EE}"/>
              </a:ext>
            </a:extLst>
          </p:cNvPr>
          <p:cNvSpPr/>
          <p:nvPr/>
        </p:nvSpPr>
        <p:spPr bwMode="auto">
          <a:xfrm rot="16200000" flipH="1">
            <a:off x="3034578" y="1749901"/>
            <a:ext cx="552642" cy="40753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9696F7B-0054-6D38-3B6F-3C1F540C9409}"/>
              </a:ext>
            </a:extLst>
          </p:cNvPr>
          <p:cNvSpPr/>
          <p:nvPr/>
        </p:nvSpPr>
        <p:spPr bwMode="auto">
          <a:xfrm flipH="1">
            <a:off x="2168534" y="2481452"/>
            <a:ext cx="516176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126768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9148-A402-0A53-5B9D-41F45EA5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656763-2773-FFB2-5324-1B6A122CC8B4}"/>
              </a:ext>
            </a:extLst>
          </p:cNvPr>
          <p:cNvSpPr/>
          <p:nvPr/>
        </p:nvSpPr>
        <p:spPr bwMode="auto">
          <a:xfrm>
            <a:off x="1013986" y="784412"/>
            <a:ext cx="3319671" cy="2551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DCA495-BDB3-81E6-CE19-C82FB8683FED}"/>
              </a:ext>
            </a:extLst>
          </p:cNvPr>
          <p:cNvSpPr/>
          <p:nvPr/>
        </p:nvSpPr>
        <p:spPr bwMode="auto">
          <a:xfrm>
            <a:off x="2933383" y="2328596"/>
            <a:ext cx="1261062" cy="85380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BD3952-7650-3E96-9ABB-5194EC9DA85E}"/>
              </a:ext>
            </a:extLst>
          </p:cNvPr>
          <p:cNvSpPr/>
          <p:nvPr/>
        </p:nvSpPr>
        <p:spPr bwMode="auto">
          <a:xfrm>
            <a:off x="2919657" y="922149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38A0F9-97F1-7E53-82DE-DEC4746CCD68}"/>
              </a:ext>
            </a:extLst>
          </p:cNvPr>
          <p:cNvSpPr/>
          <p:nvPr/>
        </p:nvSpPr>
        <p:spPr bwMode="auto">
          <a:xfrm>
            <a:off x="1140219" y="2328596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3C7667E-C286-443C-7103-E0716F698742}"/>
              </a:ext>
            </a:extLst>
          </p:cNvPr>
          <p:cNvSpPr/>
          <p:nvPr/>
        </p:nvSpPr>
        <p:spPr bwMode="auto">
          <a:xfrm rot="5400000" flipH="1" flipV="1">
            <a:off x="3283251" y="1848513"/>
            <a:ext cx="552642" cy="40753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8C28B22-FF61-D55A-D371-7EA8B310DF75}"/>
              </a:ext>
            </a:extLst>
          </p:cNvPr>
          <p:cNvSpPr/>
          <p:nvPr/>
        </p:nvSpPr>
        <p:spPr bwMode="auto">
          <a:xfrm>
            <a:off x="2417207" y="2580064"/>
            <a:ext cx="516176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724901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18D74-0A71-BA90-B0FB-6170CA23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0" y="589065"/>
            <a:ext cx="6392167" cy="24768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8191561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BB03-3C62-8381-5E78-7D7B79FA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6BF720-995B-6407-B753-644E91BC0FED}"/>
              </a:ext>
            </a:extLst>
          </p:cNvPr>
          <p:cNvSpPr/>
          <p:nvPr/>
        </p:nvSpPr>
        <p:spPr bwMode="auto">
          <a:xfrm>
            <a:off x="695787" y="643439"/>
            <a:ext cx="3319671" cy="2551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91F1BA-C32C-AE02-614D-9698D0EB0CD4}"/>
              </a:ext>
            </a:extLst>
          </p:cNvPr>
          <p:cNvSpPr/>
          <p:nvPr/>
        </p:nvSpPr>
        <p:spPr bwMode="auto">
          <a:xfrm>
            <a:off x="2615184" y="2187623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A87DD5-1117-4E34-DEFA-603111C935C4}"/>
              </a:ext>
            </a:extLst>
          </p:cNvPr>
          <p:cNvSpPr/>
          <p:nvPr/>
        </p:nvSpPr>
        <p:spPr bwMode="auto">
          <a:xfrm>
            <a:off x="2601458" y="781176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53E3CE-51ED-3A3D-638E-02E135D85226}"/>
              </a:ext>
            </a:extLst>
          </p:cNvPr>
          <p:cNvSpPr/>
          <p:nvPr/>
        </p:nvSpPr>
        <p:spPr bwMode="auto">
          <a:xfrm>
            <a:off x="822020" y="2187623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87BC9B9-C2D3-05AB-EC3A-F9318B407D54}"/>
              </a:ext>
            </a:extLst>
          </p:cNvPr>
          <p:cNvSpPr/>
          <p:nvPr/>
        </p:nvSpPr>
        <p:spPr bwMode="auto">
          <a:xfrm rot="16200000" flipH="1">
            <a:off x="2965052" y="1707540"/>
            <a:ext cx="552642" cy="40753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EFAFF4E-8654-FA8B-0C1D-6BD3825349A8}"/>
              </a:ext>
            </a:extLst>
          </p:cNvPr>
          <p:cNvSpPr/>
          <p:nvPr/>
        </p:nvSpPr>
        <p:spPr bwMode="auto">
          <a:xfrm>
            <a:off x="2099008" y="2439091"/>
            <a:ext cx="516176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6" name="Graphic 15" descr="No sign with solid fill">
            <a:extLst>
              <a:ext uri="{FF2B5EF4-FFF2-40B4-BE49-F238E27FC236}">
                <a16:creationId xmlns:a16="http://schemas.microsoft.com/office/drawing/2014/main" id="{9CB64DF4-1A32-19F6-DF29-F7B9F1DAE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0399" y="2187623"/>
            <a:ext cx="910632" cy="91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11937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BAB94-10D8-E957-01C7-DD74DDBB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83ADA1-AAE7-9D4A-1627-2BF08F8C27A1}"/>
              </a:ext>
            </a:extLst>
          </p:cNvPr>
          <p:cNvSpPr/>
          <p:nvPr/>
        </p:nvSpPr>
        <p:spPr bwMode="auto">
          <a:xfrm>
            <a:off x="883253" y="468146"/>
            <a:ext cx="4679376" cy="1187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B99BC0F-44EA-193A-AD86-02D17DA22805}"/>
              </a:ext>
            </a:extLst>
          </p:cNvPr>
          <p:cNvSpPr/>
          <p:nvPr/>
        </p:nvSpPr>
        <p:spPr bwMode="auto">
          <a:xfrm>
            <a:off x="2306042" y="780590"/>
            <a:ext cx="1796262" cy="555803"/>
          </a:xfrm>
          <a:prstGeom prst="rightArrow">
            <a:avLst>
              <a:gd name="adj1" fmla="val 62678"/>
              <a:gd name="adj2" fmla="val 5833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35C1A3-9612-9935-FD14-6BDB4E50581C}"/>
              </a:ext>
            </a:extLst>
          </p:cNvPr>
          <p:cNvSpPr/>
          <p:nvPr/>
        </p:nvSpPr>
        <p:spPr bwMode="auto">
          <a:xfrm>
            <a:off x="4134936" y="631588"/>
            <a:ext cx="1261062" cy="85380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8C327C-2EFB-6A5B-7E9B-E4A40DA0FF82}"/>
              </a:ext>
            </a:extLst>
          </p:cNvPr>
          <p:cNvSpPr/>
          <p:nvPr/>
        </p:nvSpPr>
        <p:spPr bwMode="auto">
          <a:xfrm>
            <a:off x="1007792" y="631591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existing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2995931159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ABE6-24B6-59A3-7C86-58C81472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8D8FDFB0-692D-1D51-FFE1-B83E8C641A88}"/>
              </a:ext>
            </a:extLst>
          </p:cNvPr>
          <p:cNvSpPr/>
          <p:nvPr/>
        </p:nvSpPr>
        <p:spPr bwMode="auto">
          <a:xfrm flipH="1">
            <a:off x="6104965" y="381757"/>
            <a:ext cx="4930588" cy="32130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F846D6-6BE1-6541-F374-9E75B1EA08B8}"/>
              </a:ext>
            </a:extLst>
          </p:cNvPr>
          <p:cNvSpPr/>
          <p:nvPr/>
        </p:nvSpPr>
        <p:spPr bwMode="auto">
          <a:xfrm>
            <a:off x="8698272" y="492342"/>
            <a:ext cx="1193192" cy="616415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998A8-BA0E-FC04-5AB1-84DF58D8D8E7}"/>
              </a:ext>
            </a:extLst>
          </p:cNvPr>
          <p:cNvSpPr/>
          <p:nvPr/>
        </p:nvSpPr>
        <p:spPr bwMode="auto">
          <a:xfrm>
            <a:off x="6221827" y="492342"/>
            <a:ext cx="1193192" cy="6164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5AB7379-BF4B-E143-9719-DE20D268119E}"/>
              </a:ext>
            </a:extLst>
          </p:cNvPr>
          <p:cNvSpPr/>
          <p:nvPr/>
        </p:nvSpPr>
        <p:spPr bwMode="auto">
          <a:xfrm>
            <a:off x="7404558" y="592166"/>
            <a:ext cx="1277280" cy="416767"/>
          </a:xfrm>
          <a:prstGeom prst="rightArrow">
            <a:avLst>
              <a:gd name="adj1" fmla="val 61383"/>
              <a:gd name="adj2" fmla="val 60168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 connection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9160F9-0E62-F487-F723-020DA6BCF4F6}"/>
              </a:ext>
            </a:extLst>
          </p:cNvPr>
          <p:cNvCxnSpPr>
            <a:cxnSpLocks/>
          </p:cNvCxnSpPr>
          <p:nvPr/>
        </p:nvCxnSpPr>
        <p:spPr>
          <a:xfrm>
            <a:off x="6814267" y="1100445"/>
            <a:ext cx="0" cy="2059052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6FB7BBC-A6E2-2BBA-95BD-541D2FF76FDF}"/>
              </a:ext>
            </a:extLst>
          </p:cNvPr>
          <p:cNvGrpSpPr/>
          <p:nvPr/>
        </p:nvGrpSpPr>
        <p:grpSpPr>
          <a:xfrm>
            <a:off x="6814267" y="1281122"/>
            <a:ext cx="4097399" cy="616415"/>
            <a:chOff x="2379354" y="1539795"/>
            <a:chExt cx="4097399" cy="61641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F88F503-5CF3-18F5-5134-9AD9DF0D0323}"/>
                </a:ext>
              </a:extLst>
            </p:cNvPr>
            <p:cNvGrpSpPr/>
            <p:nvPr/>
          </p:nvGrpSpPr>
          <p:grpSpPr>
            <a:xfrm>
              <a:off x="2813090" y="1539795"/>
              <a:ext cx="3663663" cy="616415"/>
              <a:chOff x="1898690" y="1441182"/>
              <a:chExt cx="3663663" cy="616415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1C6538C3-C9D6-34B8-48E1-18F7230DC61C}"/>
                  </a:ext>
                </a:extLst>
              </p:cNvPr>
              <p:cNvSpPr/>
              <p:nvPr/>
            </p:nvSpPr>
            <p:spPr bwMode="auto">
              <a:xfrm>
                <a:off x="4369161" y="1446935"/>
                <a:ext cx="1193192" cy="604908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feature_1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69D75FE-37F9-92F2-8D39-953F03047DBF}"/>
                  </a:ext>
                </a:extLst>
              </p:cNvPr>
              <p:cNvSpPr/>
              <p:nvPr/>
            </p:nvSpPr>
            <p:spPr bwMode="auto">
              <a:xfrm>
                <a:off x="1898690" y="1441182"/>
                <a:ext cx="1193192" cy="6164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feature_1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64A9AA23-BB70-940E-05E1-EA2775F53C94}"/>
                  </a:ext>
                </a:extLst>
              </p:cNvPr>
              <p:cNvSpPr/>
              <p:nvPr/>
            </p:nvSpPr>
            <p:spPr bwMode="auto">
              <a:xfrm>
                <a:off x="3091881" y="1541006"/>
                <a:ext cx="1277280" cy="416767"/>
              </a:xfrm>
              <a:prstGeom prst="rightArrow">
                <a:avLst>
                  <a:gd name="adj1" fmla="val 61383"/>
                  <a:gd name="adj2" fmla="val 60168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GIT connection</a:t>
                </a:r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8D6ED5B-934A-5144-5DA1-45C010573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9354" y="1848002"/>
              <a:ext cx="433735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67747E4-8D8F-DDF6-3ECC-F088A96A3D6E}"/>
              </a:ext>
            </a:extLst>
          </p:cNvPr>
          <p:cNvGrpSpPr/>
          <p:nvPr/>
        </p:nvGrpSpPr>
        <p:grpSpPr>
          <a:xfrm>
            <a:off x="6814267" y="2079910"/>
            <a:ext cx="4094007" cy="616415"/>
            <a:chOff x="2379354" y="2338583"/>
            <a:chExt cx="4094007" cy="61641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9410FDC-A685-67AD-5DC6-5B889A902227}"/>
                </a:ext>
              </a:extLst>
            </p:cNvPr>
            <p:cNvGrpSpPr/>
            <p:nvPr/>
          </p:nvGrpSpPr>
          <p:grpSpPr>
            <a:xfrm>
              <a:off x="2813089" y="2338583"/>
              <a:ext cx="3660272" cy="616415"/>
              <a:chOff x="1898689" y="2239970"/>
              <a:chExt cx="3660272" cy="61641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2039AFB-FDFE-257B-C0FD-DFEB20E662EB}"/>
                  </a:ext>
                </a:extLst>
              </p:cNvPr>
              <p:cNvSpPr/>
              <p:nvPr/>
            </p:nvSpPr>
            <p:spPr bwMode="auto">
              <a:xfrm>
                <a:off x="4365769" y="2245723"/>
                <a:ext cx="1193192" cy="604908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feature_2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29213FB-A6EF-129A-5D0B-647C68D0F336}"/>
                  </a:ext>
                </a:extLst>
              </p:cNvPr>
              <p:cNvSpPr/>
              <p:nvPr/>
            </p:nvSpPr>
            <p:spPr bwMode="auto">
              <a:xfrm>
                <a:off x="1898689" y="2239970"/>
                <a:ext cx="1193192" cy="6164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feature_2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EA254DBF-0D84-BCDA-DCAA-D0D27971BC59}"/>
                  </a:ext>
                </a:extLst>
              </p:cNvPr>
              <p:cNvSpPr/>
              <p:nvPr/>
            </p:nvSpPr>
            <p:spPr bwMode="auto">
              <a:xfrm>
                <a:off x="3091881" y="2339794"/>
                <a:ext cx="1277280" cy="416767"/>
              </a:xfrm>
              <a:prstGeom prst="rightArrow">
                <a:avLst>
                  <a:gd name="adj1" fmla="val 61383"/>
                  <a:gd name="adj2" fmla="val 60168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GIT connection</a:t>
                </a:r>
              </a:p>
            </p:txBody>
          </p: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6AF450D-767C-4BB2-C23A-F13FDF66C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9354" y="2646790"/>
              <a:ext cx="433735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F6D3600-C007-3EE5-FDC4-FAC5F3449519}"/>
              </a:ext>
            </a:extLst>
          </p:cNvPr>
          <p:cNvGrpSpPr/>
          <p:nvPr/>
        </p:nvGrpSpPr>
        <p:grpSpPr>
          <a:xfrm>
            <a:off x="6814267" y="2842978"/>
            <a:ext cx="4094007" cy="616415"/>
            <a:chOff x="2379354" y="3101651"/>
            <a:chExt cx="4094007" cy="6164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69350DD-A0CE-EABA-94D1-EDCFB21FE28C}"/>
                </a:ext>
              </a:extLst>
            </p:cNvPr>
            <p:cNvGrpSpPr/>
            <p:nvPr/>
          </p:nvGrpSpPr>
          <p:grpSpPr>
            <a:xfrm>
              <a:off x="2813089" y="3101651"/>
              <a:ext cx="3660272" cy="616415"/>
              <a:chOff x="1898689" y="3003038"/>
              <a:chExt cx="3660272" cy="61641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BA4F5D-9D18-8F86-3878-6D3AD2ED5876}"/>
                  </a:ext>
                </a:extLst>
              </p:cNvPr>
              <p:cNvSpPr/>
              <p:nvPr/>
            </p:nvSpPr>
            <p:spPr bwMode="auto">
              <a:xfrm>
                <a:off x="4365769" y="3008791"/>
                <a:ext cx="1193192" cy="604908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feature_n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227C05-B66C-6C67-C998-0978894065A0}"/>
                  </a:ext>
                </a:extLst>
              </p:cNvPr>
              <p:cNvSpPr/>
              <p:nvPr/>
            </p:nvSpPr>
            <p:spPr bwMode="auto">
              <a:xfrm>
                <a:off x="1898689" y="3003038"/>
                <a:ext cx="1193192" cy="6164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feature_n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C3471CA9-0AB5-5A65-18C6-D77BAA805839}"/>
                  </a:ext>
                </a:extLst>
              </p:cNvPr>
              <p:cNvSpPr/>
              <p:nvPr/>
            </p:nvSpPr>
            <p:spPr bwMode="auto">
              <a:xfrm>
                <a:off x="3091881" y="3102862"/>
                <a:ext cx="1277280" cy="416767"/>
              </a:xfrm>
              <a:prstGeom prst="rightArrow">
                <a:avLst>
                  <a:gd name="adj1" fmla="val 61383"/>
                  <a:gd name="adj2" fmla="val 60168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GIT connection</a:t>
                </a:r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6496BD4-B36A-D300-9A0E-F4D7C0800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9354" y="3409858"/>
              <a:ext cx="433735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5462AFD-F25F-E2A1-B113-7A74926DC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68" y="934147"/>
            <a:ext cx="4598386" cy="200865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05494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23719</TotalTime>
  <Words>803</Words>
  <Application>Microsoft Office PowerPoint</Application>
  <PresentationFormat>Custom</PresentationFormat>
  <Paragraphs>458</Paragraphs>
  <Slides>82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90" baseType="lpstr">
      <vt:lpstr>Arial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Chapter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69</cp:revision>
  <cp:lastPrinted>2025-03-29T10:59:42Z</cp:lastPrinted>
  <dcterms:created xsi:type="dcterms:W3CDTF">2018-09-21T01:16:59Z</dcterms:created>
  <dcterms:modified xsi:type="dcterms:W3CDTF">2026-05-11T11:46:53Z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