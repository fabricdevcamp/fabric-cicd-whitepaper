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551" r:id="rId4"/>
    <p:sldMasterId id="2147484576" r:id="rId5"/>
  </p:sldMasterIdLst>
  <p:notesMasterIdLst>
    <p:notesMasterId r:id="rId103"/>
  </p:notesMasterIdLst>
  <p:handoutMasterIdLst>
    <p:handoutMasterId r:id="rId104"/>
  </p:handoutMasterIdLst>
  <p:sldIdLst>
    <p:sldId id="2147482125" r:id="rId6"/>
    <p:sldId id="2147482159" r:id="rId7"/>
    <p:sldId id="2147482112" r:id="rId8"/>
    <p:sldId id="2147482217" r:id="rId9"/>
    <p:sldId id="2147482218" r:id="rId10"/>
    <p:sldId id="2147482219" r:id="rId11"/>
    <p:sldId id="2147482174" r:id="rId12"/>
    <p:sldId id="2147482220" r:id="rId13"/>
    <p:sldId id="2147482173" r:id="rId14"/>
    <p:sldId id="2147482113" r:id="rId15"/>
    <p:sldId id="2147482189" r:id="rId16"/>
    <p:sldId id="2147482188" r:id="rId17"/>
    <p:sldId id="2147482201" r:id="rId18"/>
    <p:sldId id="2147482202" r:id="rId19"/>
    <p:sldId id="2147482203" r:id="rId20"/>
    <p:sldId id="2147482172" r:id="rId21"/>
    <p:sldId id="2147482169" r:id="rId22"/>
    <p:sldId id="2147482193" r:id="rId23"/>
    <p:sldId id="2147482171" r:id="rId24"/>
    <p:sldId id="2147482167" r:id="rId25"/>
    <p:sldId id="2147482199" r:id="rId26"/>
    <p:sldId id="2147482195" r:id="rId27"/>
    <p:sldId id="2147482197" r:id="rId28"/>
    <p:sldId id="2147482196" r:id="rId29"/>
    <p:sldId id="2147482116" r:id="rId30"/>
    <p:sldId id="2147482118" r:id="rId31"/>
    <p:sldId id="2147482139" r:id="rId32"/>
    <p:sldId id="2147482124" r:id="rId33"/>
    <p:sldId id="2147482121" r:id="rId34"/>
    <p:sldId id="2147482122" r:id="rId35"/>
    <p:sldId id="2147482120" r:id="rId36"/>
    <p:sldId id="2147482119" r:id="rId37"/>
    <p:sldId id="2147482146" r:id="rId38"/>
    <p:sldId id="2147482200" r:id="rId39"/>
    <p:sldId id="2147482140" r:id="rId40"/>
    <p:sldId id="2147482204" r:id="rId41"/>
    <p:sldId id="2147482205" r:id="rId42"/>
    <p:sldId id="2147482206" r:id="rId43"/>
    <p:sldId id="2147482141" r:id="rId44"/>
    <p:sldId id="2147482187" r:id="rId45"/>
    <p:sldId id="2147482207" r:id="rId46"/>
    <p:sldId id="2147482208" r:id="rId47"/>
    <p:sldId id="2147482177" r:id="rId48"/>
    <p:sldId id="2147482221" r:id="rId49"/>
    <p:sldId id="2147482222" r:id="rId50"/>
    <p:sldId id="2147482223" r:id="rId51"/>
    <p:sldId id="2147482179" r:id="rId52"/>
    <p:sldId id="2147482210" r:id="rId53"/>
    <p:sldId id="2147482132" r:id="rId54"/>
    <p:sldId id="2147482211" r:id="rId55"/>
    <p:sldId id="2147482178" r:id="rId56"/>
    <p:sldId id="2147482212" r:id="rId57"/>
    <p:sldId id="2147482213" r:id="rId58"/>
    <p:sldId id="2147482147" r:id="rId59"/>
    <p:sldId id="2147482214" r:id="rId60"/>
    <p:sldId id="2147482215" r:id="rId61"/>
    <p:sldId id="2147482161" r:id="rId62"/>
    <p:sldId id="2147482180" r:id="rId63"/>
    <p:sldId id="2147482160" r:id="rId64"/>
    <p:sldId id="2147482184" r:id="rId65"/>
    <p:sldId id="2147482185" r:id="rId66"/>
    <p:sldId id="2147482224" r:id="rId67"/>
    <p:sldId id="2147482225" r:id="rId68"/>
    <p:sldId id="2147482226" r:id="rId69"/>
    <p:sldId id="2147482228" r:id="rId70"/>
    <p:sldId id="2147482229" r:id="rId71"/>
    <p:sldId id="2147482230" r:id="rId72"/>
    <p:sldId id="2147482152" r:id="rId73"/>
    <p:sldId id="2147482231" r:id="rId74"/>
    <p:sldId id="2147482227" r:id="rId75"/>
    <p:sldId id="2147482148" r:id="rId76"/>
    <p:sldId id="2147482155" r:id="rId77"/>
    <p:sldId id="2147482150" r:id="rId78"/>
    <p:sldId id="2147482153" r:id="rId79"/>
    <p:sldId id="2147482154" r:id="rId80"/>
    <p:sldId id="2147482156" r:id="rId81"/>
    <p:sldId id="2147482151" r:id="rId82"/>
    <p:sldId id="2147482149" r:id="rId83"/>
    <p:sldId id="2147482157" r:id="rId84"/>
    <p:sldId id="2147482158" r:id="rId85"/>
    <p:sldId id="2147482175" r:id="rId86"/>
    <p:sldId id="2147482123" r:id="rId87"/>
    <p:sldId id="2147482100" r:id="rId88"/>
    <p:sldId id="2147482101" r:id="rId89"/>
    <p:sldId id="2147482186" r:id="rId90"/>
    <p:sldId id="2147482102" r:id="rId91"/>
    <p:sldId id="2147482162" r:id="rId92"/>
    <p:sldId id="2147482163" r:id="rId93"/>
    <p:sldId id="2147482168" r:id="rId94"/>
    <p:sldId id="2147482164" r:id="rId95"/>
    <p:sldId id="2147482165" r:id="rId96"/>
    <p:sldId id="2147482166" r:id="rId97"/>
    <p:sldId id="2147482182" r:id="rId98"/>
    <p:sldId id="2147482170" r:id="rId99"/>
    <p:sldId id="2147482183" r:id="rId100"/>
    <p:sldId id="2147482181" r:id="rId101"/>
    <p:sldId id="2147482198" r:id="rId102"/>
  </p:sldIdLst>
  <p:sldSz cx="12436475" cy="6994525"/>
  <p:notesSz cx="7010400" cy="9296400"/>
  <p:defaultTextStyle>
    <a:defPPr>
      <a:defRPr lang="en-US"/>
    </a:defPPr>
    <a:lvl1pPr marL="0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66371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32742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99113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65484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33185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1E73487-5996-4DE0-B97B-80AE53F81838}">
          <p14:sldIdLst>
            <p14:sldId id="2147482125"/>
            <p14:sldId id="2147482159"/>
            <p14:sldId id="2147482112"/>
            <p14:sldId id="2147482217"/>
            <p14:sldId id="2147482218"/>
            <p14:sldId id="2147482219"/>
            <p14:sldId id="2147482174"/>
            <p14:sldId id="2147482220"/>
            <p14:sldId id="2147482173"/>
            <p14:sldId id="2147482113"/>
            <p14:sldId id="2147482189"/>
            <p14:sldId id="2147482188"/>
            <p14:sldId id="2147482201"/>
            <p14:sldId id="2147482202"/>
            <p14:sldId id="2147482203"/>
            <p14:sldId id="2147482172"/>
            <p14:sldId id="2147482169"/>
            <p14:sldId id="2147482193"/>
            <p14:sldId id="2147482171"/>
            <p14:sldId id="2147482167"/>
            <p14:sldId id="2147482199"/>
            <p14:sldId id="2147482195"/>
            <p14:sldId id="2147482197"/>
            <p14:sldId id="2147482196"/>
            <p14:sldId id="2147482116"/>
            <p14:sldId id="2147482118"/>
            <p14:sldId id="2147482139"/>
            <p14:sldId id="2147482124"/>
            <p14:sldId id="2147482121"/>
            <p14:sldId id="2147482122"/>
            <p14:sldId id="2147482120"/>
            <p14:sldId id="2147482119"/>
            <p14:sldId id="2147482146"/>
            <p14:sldId id="2147482200"/>
            <p14:sldId id="2147482140"/>
            <p14:sldId id="2147482204"/>
            <p14:sldId id="2147482205"/>
            <p14:sldId id="2147482206"/>
            <p14:sldId id="2147482141"/>
            <p14:sldId id="2147482187"/>
            <p14:sldId id="2147482207"/>
            <p14:sldId id="2147482208"/>
            <p14:sldId id="2147482177"/>
            <p14:sldId id="2147482221"/>
            <p14:sldId id="2147482222"/>
            <p14:sldId id="2147482223"/>
            <p14:sldId id="2147482179"/>
            <p14:sldId id="2147482210"/>
            <p14:sldId id="2147482132"/>
            <p14:sldId id="2147482211"/>
            <p14:sldId id="2147482178"/>
            <p14:sldId id="2147482212"/>
            <p14:sldId id="2147482213"/>
            <p14:sldId id="2147482147"/>
            <p14:sldId id="2147482214"/>
            <p14:sldId id="2147482215"/>
            <p14:sldId id="2147482161"/>
            <p14:sldId id="2147482180"/>
            <p14:sldId id="2147482160"/>
            <p14:sldId id="2147482184"/>
            <p14:sldId id="2147482185"/>
            <p14:sldId id="2147482224"/>
            <p14:sldId id="2147482225"/>
            <p14:sldId id="2147482226"/>
            <p14:sldId id="2147482228"/>
            <p14:sldId id="2147482229"/>
            <p14:sldId id="2147482230"/>
            <p14:sldId id="2147482152"/>
            <p14:sldId id="2147482231"/>
            <p14:sldId id="2147482227"/>
            <p14:sldId id="2147482148"/>
            <p14:sldId id="2147482155"/>
            <p14:sldId id="2147482150"/>
            <p14:sldId id="2147482153"/>
            <p14:sldId id="2147482154"/>
            <p14:sldId id="2147482156"/>
            <p14:sldId id="2147482151"/>
            <p14:sldId id="2147482149"/>
            <p14:sldId id="2147482157"/>
            <p14:sldId id="2147482158"/>
            <p14:sldId id="2147482175"/>
            <p14:sldId id="2147482123"/>
            <p14:sldId id="2147482100"/>
            <p14:sldId id="2147482101"/>
            <p14:sldId id="2147482186"/>
            <p14:sldId id="2147482102"/>
            <p14:sldId id="2147482162"/>
            <p14:sldId id="2147482163"/>
            <p14:sldId id="2147482168"/>
            <p14:sldId id="2147482164"/>
            <p14:sldId id="2147482165"/>
            <p14:sldId id="2147482166"/>
            <p14:sldId id="2147482182"/>
            <p14:sldId id="2147482170"/>
            <p14:sldId id="2147482183"/>
            <p14:sldId id="2147482181"/>
            <p14:sldId id="214748219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 userDrawn="1">
          <p15:clr>
            <a:srgbClr val="A4A3A4"/>
          </p15:clr>
        </p15:guide>
        <p15:guide id="2" pos="2208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50CFE33-38B5-93F4-CBDC-19387157439A}" name="Fretz Nuson" initials="FN" userId="S::frnuson@microsoft.com::4f89d152-8c61-4ebe-9979-f75548eb188f" providerId="AD"/>
  <p188:author id="{29F777B8-775D-FF4A-5EC6-49912B8B8FCB}" name="Nimrod Shalit" initials="NS" userId="S::nishalit@microsoft.com::13d05e46-027d-46c3-aabb-ccf1744354f1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7" name="Jasper Hedegaard Bojsen" initials="JHB" lastIdx="2" clrIdx="7">
    <p:extLst>
      <p:ext uri="{19B8F6BF-5375-455C-9EA6-DF929625EA0E}">
        <p15:presenceInfo xmlns:p15="http://schemas.microsoft.com/office/powerpoint/2012/main" userId="S::jasperhb@microsoft.com::e917db92-6445-433e-ac97-2eab88ce737d" providerId="AD"/>
      </p:ext>
    </p:extLst>
  </p:cmAuthor>
  <p:cmAuthor id="1" name="Mary Feil-Jacobs" initials="MFJ" lastIdx="43" clrIdx="1"/>
  <p:cmAuthor id="8" name="Gordon Macdonald" initials="GM" lastIdx="10" clrIdx="8">
    <p:extLst>
      <p:ext uri="{19B8F6BF-5375-455C-9EA6-DF929625EA0E}">
        <p15:presenceInfo xmlns:p15="http://schemas.microsoft.com/office/powerpoint/2012/main" userId="419a06e8ae266e15" providerId="Windows Live"/>
      </p:ext>
    </p:extLst>
  </p:cmAuthor>
  <p:cmAuthor id="2" name="Monica Lueder" initials="ML" lastIdx="22" clrIdx="2"/>
  <p:cmAuthor id="3" name="Mary Feil-Jacobs" initials="MF" lastIdx="22" clrIdx="3"/>
  <p:cmAuthor id="4" name="Angela Powell" initials="AP" lastIdx="9" clrIdx="4">
    <p:extLst>
      <p:ext uri="{19B8F6BF-5375-455C-9EA6-DF929625EA0E}">
        <p15:presenceInfo xmlns:p15="http://schemas.microsoft.com/office/powerpoint/2012/main" userId="cf7d67635d593fc2" providerId="Windows Live"/>
      </p:ext>
    </p:extLst>
  </p:cmAuthor>
  <p:cmAuthor id="5" name="Andrew Cook" initials="AC" lastIdx="7" clrIdx="5">
    <p:extLst>
      <p:ext uri="{19B8F6BF-5375-455C-9EA6-DF929625EA0E}">
        <p15:presenceInfo xmlns:p15="http://schemas.microsoft.com/office/powerpoint/2012/main" userId="S-1-5-21-2127521184-1604012920-1887927527-2644137" providerId="AD"/>
      </p:ext>
    </p:extLst>
  </p:cmAuthor>
  <p:cmAuthor id="6" name="Olga Masek" initials="OM" lastIdx="13" clrIdx="6">
    <p:extLst>
      <p:ext uri="{19B8F6BF-5375-455C-9EA6-DF929625EA0E}">
        <p15:presenceInfo xmlns:p15="http://schemas.microsoft.com/office/powerpoint/2012/main" userId="S-1-5-21-2127521184-1604012920-1887927527-1660900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0000"/>
    <a:srgbClr val="C00000"/>
    <a:srgbClr val="FFB9FF"/>
    <a:srgbClr val="FFFFFF"/>
    <a:srgbClr val="6C0000"/>
    <a:srgbClr val="89FFF1"/>
    <a:srgbClr val="FFCDFF"/>
    <a:srgbClr val="D9E6FF"/>
    <a:srgbClr val="FFCCCC"/>
    <a:srgbClr val="DAA52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224" autoAdjust="0"/>
  </p:normalViewPr>
  <p:slideViewPr>
    <p:cSldViewPr snapToGrid="0">
      <p:cViewPr varScale="1">
        <p:scale>
          <a:sx n="85" d="100"/>
          <a:sy n="85" d="100"/>
        </p:scale>
        <p:origin x="4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22651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20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42" Type="http://schemas.openxmlformats.org/officeDocument/2006/relationships/slide" Target="slides/slide37.xml"/><Relationship Id="rId47" Type="http://schemas.openxmlformats.org/officeDocument/2006/relationships/slide" Target="slides/slide42.xml"/><Relationship Id="rId63" Type="http://schemas.openxmlformats.org/officeDocument/2006/relationships/slide" Target="slides/slide58.xml"/><Relationship Id="rId68" Type="http://schemas.openxmlformats.org/officeDocument/2006/relationships/slide" Target="slides/slide63.xml"/><Relationship Id="rId84" Type="http://schemas.openxmlformats.org/officeDocument/2006/relationships/slide" Target="slides/slide79.xml"/><Relationship Id="rId89" Type="http://schemas.openxmlformats.org/officeDocument/2006/relationships/slide" Target="slides/slide84.xml"/><Relationship Id="rId16" Type="http://schemas.openxmlformats.org/officeDocument/2006/relationships/slide" Target="slides/slide11.xml"/><Relationship Id="rId107" Type="http://schemas.openxmlformats.org/officeDocument/2006/relationships/viewProps" Target="viewProps.xml"/><Relationship Id="rId11" Type="http://schemas.openxmlformats.org/officeDocument/2006/relationships/slide" Target="slides/slide6.xml"/><Relationship Id="rId32" Type="http://schemas.openxmlformats.org/officeDocument/2006/relationships/slide" Target="slides/slide27.xml"/><Relationship Id="rId37" Type="http://schemas.openxmlformats.org/officeDocument/2006/relationships/slide" Target="slides/slide32.xml"/><Relationship Id="rId53" Type="http://schemas.openxmlformats.org/officeDocument/2006/relationships/slide" Target="slides/slide48.xml"/><Relationship Id="rId58" Type="http://schemas.openxmlformats.org/officeDocument/2006/relationships/slide" Target="slides/slide53.xml"/><Relationship Id="rId74" Type="http://schemas.openxmlformats.org/officeDocument/2006/relationships/slide" Target="slides/slide69.xml"/><Relationship Id="rId79" Type="http://schemas.openxmlformats.org/officeDocument/2006/relationships/slide" Target="slides/slide74.xml"/><Relationship Id="rId102" Type="http://schemas.openxmlformats.org/officeDocument/2006/relationships/slide" Target="slides/slide97.xml"/><Relationship Id="rId5" Type="http://schemas.openxmlformats.org/officeDocument/2006/relationships/slideMaster" Target="slideMasters/slideMaster2.xml"/><Relationship Id="rId90" Type="http://schemas.openxmlformats.org/officeDocument/2006/relationships/slide" Target="slides/slide85.xml"/><Relationship Id="rId95" Type="http://schemas.openxmlformats.org/officeDocument/2006/relationships/slide" Target="slides/slide90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43" Type="http://schemas.openxmlformats.org/officeDocument/2006/relationships/slide" Target="slides/slide38.xml"/><Relationship Id="rId48" Type="http://schemas.openxmlformats.org/officeDocument/2006/relationships/slide" Target="slides/slide43.xml"/><Relationship Id="rId64" Type="http://schemas.openxmlformats.org/officeDocument/2006/relationships/slide" Target="slides/slide59.xml"/><Relationship Id="rId69" Type="http://schemas.openxmlformats.org/officeDocument/2006/relationships/slide" Target="slides/slide64.xml"/><Relationship Id="rId80" Type="http://schemas.openxmlformats.org/officeDocument/2006/relationships/slide" Target="slides/slide75.xml"/><Relationship Id="rId85" Type="http://schemas.openxmlformats.org/officeDocument/2006/relationships/slide" Target="slides/slide80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33" Type="http://schemas.openxmlformats.org/officeDocument/2006/relationships/slide" Target="slides/slide28.xml"/><Relationship Id="rId38" Type="http://schemas.openxmlformats.org/officeDocument/2006/relationships/slide" Target="slides/slide33.xml"/><Relationship Id="rId59" Type="http://schemas.openxmlformats.org/officeDocument/2006/relationships/slide" Target="slides/slide54.xml"/><Relationship Id="rId103" Type="http://schemas.openxmlformats.org/officeDocument/2006/relationships/notesMaster" Target="notesMasters/notesMaster1.xml"/><Relationship Id="rId108" Type="http://schemas.openxmlformats.org/officeDocument/2006/relationships/theme" Target="theme/theme1.xml"/><Relationship Id="rId54" Type="http://schemas.openxmlformats.org/officeDocument/2006/relationships/slide" Target="slides/slide49.xml"/><Relationship Id="rId70" Type="http://schemas.openxmlformats.org/officeDocument/2006/relationships/slide" Target="slides/slide65.xml"/><Relationship Id="rId75" Type="http://schemas.openxmlformats.org/officeDocument/2006/relationships/slide" Target="slides/slide70.xml"/><Relationship Id="rId91" Type="http://schemas.openxmlformats.org/officeDocument/2006/relationships/slide" Target="slides/slide86.xml"/><Relationship Id="rId96" Type="http://schemas.openxmlformats.org/officeDocument/2006/relationships/slide" Target="slides/slide9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slide" Target="slides/slide31.xml"/><Relationship Id="rId49" Type="http://schemas.openxmlformats.org/officeDocument/2006/relationships/slide" Target="slides/slide44.xml"/><Relationship Id="rId57" Type="http://schemas.openxmlformats.org/officeDocument/2006/relationships/slide" Target="slides/slide52.xml"/><Relationship Id="rId106" Type="http://schemas.openxmlformats.org/officeDocument/2006/relationships/presProps" Target="presProps.xml"/><Relationship Id="rId10" Type="http://schemas.openxmlformats.org/officeDocument/2006/relationships/slide" Target="slides/slide5.xml"/><Relationship Id="rId31" Type="http://schemas.openxmlformats.org/officeDocument/2006/relationships/slide" Target="slides/slide26.xml"/><Relationship Id="rId44" Type="http://schemas.openxmlformats.org/officeDocument/2006/relationships/slide" Target="slides/slide39.xml"/><Relationship Id="rId52" Type="http://schemas.openxmlformats.org/officeDocument/2006/relationships/slide" Target="slides/slide47.xml"/><Relationship Id="rId60" Type="http://schemas.openxmlformats.org/officeDocument/2006/relationships/slide" Target="slides/slide55.xml"/><Relationship Id="rId65" Type="http://schemas.openxmlformats.org/officeDocument/2006/relationships/slide" Target="slides/slide60.xml"/><Relationship Id="rId73" Type="http://schemas.openxmlformats.org/officeDocument/2006/relationships/slide" Target="slides/slide68.xml"/><Relationship Id="rId78" Type="http://schemas.openxmlformats.org/officeDocument/2006/relationships/slide" Target="slides/slide73.xml"/><Relationship Id="rId81" Type="http://schemas.openxmlformats.org/officeDocument/2006/relationships/slide" Target="slides/slide76.xml"/><Relationship Id="rId86" Type="http://schemas.openxmlformats.org/officeDocument/2006/relationships/slide" Target="slides/slide81.xml"/><Relationship Id="rId94" Type="http://schemas.openxmlformats.org/officeDocument/2006/relationships/slide" Target="slides/slide89.xml"/><Relationship Id="rId99" Type="http://schemas.openxmlformats.org/officeDocument/2006/relationships/slide" Target="slides/slide94.xml"/><Relationship Id="rId101" Type="http://schemas.openxmlformats.org/officeDocument/2006/relationships/slide" Target="slides/slide9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39" Type="http://schemas.openxmlformats.org/officeDocument/2006/relationships/slide" Target="slides/slide34.xml"/><Relationship Id="rId109" Type="http://schemas.openxmlformats.org/officeDocument/2006/relationships/tableStyles" Target="tableStyles.xml"/><Relationship Id="rId34" Type="http://schemas.openxmlformats.org/officeDocument/2006/relationships/slide" Target="slides/slide29.xml"/><Relationship Id="rId50" Type="http://schemas.openxmlformats.org/officeDocument/2006/relationships/slide" Target="slides/slide45.xml"/><Relationship Id="rId55" Type="http://schemas.openxmlformats.org/officeDocument/2006/relationships/slide" Target="slides/slide50.xml"/><Relationship Id="rId76" Type="http://schemas.openxmlformats.org/officeDocument/2006/relationships/slide" Target="slides/slide71.xml"/><Relationship Id="rId97" Type="http://schemas.openxmlformats.org/officeDocument/2006/relationships/slide" Target="slides/slide92.xml"/><Relationship Id="rId104" Type="http://schemas.openxmlformats.org/officeDocument/2006/relationships/handoutMaster" Target="handoutMasters/handoutMaster1.xml"/><Relationship Id="rId7" Type="http://schemas.openxmlformats.org/officeDocument/2006/relationships/slide" Target="slides/slide2.xml"/><Relationship Id="rId71" Type="http://schemas.openxmlformats.org/officeDocument/2006/relationships/slide" Target="slides/slide66.xml"/><Relationship Id="rId92" Type="http://schemas.openxmlformats.org/officeDocument/2006/relationships/slide" Target="slides/slide87.xml"/><Relationship Id="rId2" Type="http://schemas.openxmlformats.org/officeDocument/2006/relationships/customXml" Target="../customXml/item2.xml"/><Relationship Id="rId29" Type="http://schemas.openxmlformats.org/officeDocument/2006/relationships/slide" Target="slides/slide24.xml"/><Relationship Id="rId24" Type="http://schemas.openxmlformats.org/officeDocument/2006/relationships/slide" Target="slides/slide19.xml"/><Relationship Id="rId40" Type="http://schemas.openxmlformats.org/officeDocument/2006/relationships/slide" Target="slides/slide35.xml"/><Relationship Id="rId45" Type="http://schemas.openxmlformats.org/officeDocument/2006/relationships/slide" Target="slides/slide40.xml"/><Relationship Id="rId66" Type="http://schemas.openxmlformats.org/officeDocument/2006/relationships/slide" Target="slides/slide61.xml"/><Relationship Id="rId87" Type="http://schemas.openxmlformats.org/officeDocument/2006/relationships/slide" Target="slides/slide82.xml"/><Relationship Id="rId110" Type="http://schemas.microsoft.com/office/2018/10/relationships/authors" Target="authors.xml"/><Relationship Id="rId61" Type="http://schemas.openxmlformats.org/officeDocument/2006/relationships/slide" Target="slides/slide56.xml"/><Relationship Id="rId82" Type="http://schemas.openxmlformats.org/officeDocument/2006/relationships/slide" Target="slides/slide77.xml"/><Relationship Id="rId19" Type="http://schemas.openxmlformats.org/officeDocument/2006/relationships/slide" Target="slides/slide14.xml"/><Relationship Id="rId14" Type="http://schemas.openxmlformats.org/officeDocument/2006/relationships/slide" Target="slides/slide9.xml"/><Relationship Id="rId30" Type="http://schemas.openxmlformats.org/officeDocument/2006/relationships/slide" Target="slides/slide25.xml"/><Relationship Id="rId35" Type="http://schemas.openxmlformats.org/officeDocument/2006/relationships/slide" Target="slides/slide30.xml"/><Relationship Id="rId56" Type="http://schemas.openxmlformats.org/officeDocument/2006/relationships/slide" Target="slides/slide51.xml"/><Relationship Id="rId77" Type="http://schemas.openxmlformats.org/officeDocument/2006/relationships/slide" Target="slides/slide72.xml"/><Relationship Id="rId100" Type="http://schemas.openxmlformats.org/officeDocument/2006/relationships/slide" Target="slides/slide95.xml"/><Relationship Id="rId105" Type="http://schemas.openxmlformats.org/officeDocument/2006/relationships/commentAuthors" Target="commentAuthors.xml"/><Relationship Id="rId8" Type="http://schemas.openxmlformats.org/officeDocument/2006/relationships/slide" Target="slides/slide3.xml"/><Relationship Id="rId51" Type="http://schemas.openxmlformats.org/officeDocument/2006/relationships/slide" Target="slides/slide46.xml"/><Relationship Id="rId72" Type="http://schemas.openxmlformats.org/officeDocument/2006/relationships/slide" Target="slides/slide67.xml"/><Relationship Id="rId93" Type="http://schemas.openxmlformats.org/officeDocument/2006/relationships/slide" Target="slides/slide88.xml"/><Relationship Id="rId98" Type="http://schemas.openxmlformats.org/officeDocument/2006/relationships/slide" Target="slides/slide93.xml"/><Relationship Id="rId3" Type="http://schemas.openxmlformats.org/officeDocument/2006/relationships/customXml" Target="../customXml/item3.xml"/><Relationship Id="rId25" Type="http://schemas.openxmlformats.org/officeDocument/2006/relationships/slide" Target="slides/slide20.xml"/><Relationship Id="rId46" Type="http://schemas.openxmlformats.org/officeDocument/2006/relationships/slide" Target="slides/slide41.xml"/><Relationship Id="rId67" Type="http://schemas.openxmlformats.org/officeDocument/2006/relationships/slide" Target="slides/slide62.xml"/><Relationship Id="rId20" Type="http://schemas.openxmlformats.org/officeDocument/2006/relationships/slide" Target="slides/slide15.xml"/><Relationship Id="rId41" Type="http://schemas.openxmlformats.org/officeDocument/2006/relationships/slide" Target="slides/slide36.xml"/><Relationship Id="rId62" Type="http://schemas.openxmlformats.org/officeDocument/2006/relationships/slide" Target="slides/slide57.xml"/><Relationship Id="rId83" Type="http://schemas.openxmlformats.org/officeDocument/2006/relationships/slide" Target="slides/slide78.xml"/><Relationship Id="rId88" Type="http://schemas.openxmlformats.org/officeDocument/2006/relationships/slide" Target="slides/slide8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Header Placeholder 5"/>
          <p:cNvSpPr>
            <a:spLocks noGrp="1"/>
          </p:cNvSpPr>
          <p:nvPr>
            <p:ph type="hdr" sz="quarter"/>
          </p:nvPr>
        </p:nvSpPr>
        <p:spPr>
          <a:xfrm>
            <a:off x="0" y="-117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r>
              <a:rPr lang="en-US">
                <a:latin typeface="Segoe UI" pitchFamily="34" charset="0"/>
              </a:rPr>
              <a:t>Power BI Dev Camp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r>
              <a:rPr lang="en-US">
                <a:latin typeface="Segoe UI" pitchFamily="34" charset="0"/>
              </a:rPr>
              <a:t>8/27/2020</a:t>
            </a:r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>
                <a:latin typeface="Segoe UI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0" y="8831580"/>
            <a:ext cx="6052312" cy="361897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marL="582359" indent="0" algn="l">
              <a:defRPr sz="1200"/>
            </a:lvl1pPr>
          </a:lstStyle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DCE60099-03E7-4FA1-8A7F-E6E6CFB0F855}" type="datetime8">
              <a:rPr lang="en-US" smtClean="0"/>
              <a:t>5/20/2026 10:31 AM</a:t>
            </a:fld>
            <a:endParaRPr lang="en-US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6040627" y="8829967"/>
            <a:ext cx="96815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>
                <a:latin typeface="Segoe UI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algn="l" defTabSz="932742" rtl="0" eaLnBrk="1" latinLnBrk="0" hangingPunct="1">
      <a:lnSpc>
        <a:spcPct val="90000"/>
      </a:lnSpc>
      <a:spcAft>
        <a:spcPts val="340"/>
      </a:spcAft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1pPr>
    <a:lvl2pPr marL="217262" indent="-107956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2pPr>
    <a:lvl3pPr marL="334664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3pPr>
    <a:lvl4pPr marL="492551" indent="-149789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4pPr>
    <a:lvl5pPr marL="627496" indent="-117403" algn="l" defTabSz="932742" rtl="0" eaLnBrk="1" latinLnBrk="0" hangingPunct="1">
      <a:lnSpc>
        <a:spcPct val="90000"/>
      </a:lnSpc>
      <a:spcAft>
        <a:spcPts val="340"/>
      </a:spcAft>
      <a:buFont typeface="Arial" pitchFamily="34" charset="0"/>
      <a:buChar char="•"/>
      <a:defRPr sz="900" kern="1200">
        <a:solidFill>
          <a:schemeClr val="tx1"/>
        </a:solidFill>
        <a:latin typeface="Segoe UI Light" pitchFamily="34" charset="0"/>
        <a:ea typeface="+mn-ea"/>
        <a:cs typeface="+mn-cs"/>
      </a:defRPr>
    </a:lvl5pPr>
    <a:lvl6pPr marL="233185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98226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64597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730969" algn="l" defTabSz="93274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112E7-2001-8DAA-B9A3-DC4183809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56D5BD-A1E8-0FD4-86AA-ECB650A1C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A5E660-C143-6798-91FC-5E29522B29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2F3DFED-BC5A-2EF8-9001-B078ABBD8572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226E49-2D4A-5D67-0560-9A72F357E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400C5-C7DE-BB67-8261-0D05B9A5161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9489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35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146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8847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016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E7784-B8C7-2D26-DDA7-0A0655E78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975B70-9343-45D9-6384-375EC1351B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28794F-17F1-7108-7B2F-87826F286A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7D98EFF-552A-051C-D9D6-04E46E8A8604}"/>
              </a:ext>
            </a:extLst>
          </p:cNvPr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872C13-397F-55B2-F47D-299856B624DB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538BF3-DF0E-DE05-58FA-317456B199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14303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20929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 defTabSz="931467" eaLnBrk="0" hangingPunct="0"/>
            <a:r>
              <a:rPr lang="en-US" sz="400"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0"/>
                </a:gradFill>
                <a:latin typeface="Segoe UI" pitchFamily="34" charset="0"/>
                <a:ea typeface="Segoe UI" pitchFamily="34" charset="0"/>
                <a:cs typeface="Segoe UI" pitchFamily="34" charset="0"/>
              </a:rPr>
              <a:t>© Microsoft Corporation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0874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29362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7114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48758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69912" indent="0">
              <a:lnSpc>
                <a:spcPct val="100000"/>
              </a:lnSpc>
              <a:spcAft>
                <a:spcPts val="200"/>
              </a:spcAft>
              <a:buFont typeface="Arial" panose="020B0604020202020204" pitchFamily="34" charset="0"/>
              <a:buNone/>
              <a:defRPr sz="1400" b="1">
                <a:solidFill>
                  <a:schemeClr val="accent5">
                    <a:lumMod val="50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noProof="1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78438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341868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213531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6" y="190500"/>
            <a:ext cx="11801475" cy="498598"/>
          </a:xfrm>
        </p:spPr>
        <p:txBody>
          <a:bodyPr/>
          <a:lstStyle>
            <a:lvl1pPr>
              <a:defRPr sz="3598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5400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594" indent="-339594">
              <a:lnSpc>
                <a:spcPct val="100000"/>
              </a:lnSpc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800" b="0">
                <a:solidFill>
                  <a:schemeClr val="tx1"/>
                </a:solidFill>
                <a:latin typeface="+mn-lt"/>
              </a:defRPr>
            </a:lvl1pPr>
            <a:lvl2pPr marL="744252" indent="-349116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2400"/>
            </a:lvl2pPr>
            <a:lvl3pPr marL="747426" indent="0">
              <a:lnSpc>
                <a:spcPts val="2400"/>
              </a:lnSpc>
              <a:buNone/>
              <a:defRPr sz="1800" b="1">
                <a:solidFill>
                  <a:srgbClr val="002060"/>
                </a:solidFill>
                <a:latin typeface="Lucida Console" panose="020B0609040504020204" pitchFamily="49" charset="0"/>
              </a:defRPr>
            </a:lvl3pPr>
            <a:lvl4pPr marL="518913" indent="0">
              <a:buNone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31505" indent="-412591">
              <a:buNone/>
              <a:defRPr sz="1398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0616C0-C864-7BE9-C4CB-755BB3FB3DC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28" tIns="146262" rIns="182828" bIns="146262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114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336511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2">
    <p:bg>
      <p:bgPr>
        <a:gradFill>
          <a:gsLst>
            <a:gs pos="0">
              <a:srgbClr val="074C49"/>
            </a:gs>
            <a:gs pos="91000">
              <a:srgbClr val="177D71"/>
            </a:gs>
            <a:gs pos="57000">
              <a:srgbClr val="09524D"/>
            </a:gs>
            <a:gs pos="100000">
              <a:srgbClr val="2AAC94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1D2F9142-6251-4BB1-B90A-DAFD69D5133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9478" y="5701249"/>
            <a:ext cx="9538522" cy="553998"/>
          </a:xfrm>
          <a:prstGeom prst="rect">
            <a:avLst/>
          </a:prstGeom>
        </p:spPr>
        <p:txBody>
          <a:bodyPr/>
          <a:lstStyle>
            <a:lvl1pPr>
              <a:lnSpc>
                <a:spcPct val="100000"/>
              </a:lnSpc>
              <a:defRPr sz="1800">
                <a:solidFill>
                  <a:schemeClr val="bg1"/>
                </a:solidFill>
              </a:defRPr>
            </a:lvl1pPr>
            <a:lvl2pPr>
              <a:lnSpc>
                <a:spcPct val="100000"/>
              </a:lnSpc>
              <a:defRPr sz="1800">
                <a:solidFill>
                  <a:schemeClr val="bg1"/>
                </a:solidFill>
              </a:defRPr>
            </a:lvl2pPr>
            <a:lvl3pPr>
              <a:defRPr sz="1400"/>
            </a:lvl3pPr>
            <a:lvl4pPr>
              <a:defRPr sz="1400"/>
            </a:lvl4pPr>
            <a:lvl5pPr>
              <a:defRPr sz="1050"/>
            </a:lvl5pPr>
          </a:lstStyle>
          <a:p>
            <a:pPr lvl="0"/>
            <a:r>
              <a:rPr lang="en-US"/>
              <a:t>Author name</a:t>
            </a:r>
          </a:p>
          <a:p>
            <a:pPr lvl="1"/>
            <a:r>
              <a:rPr lang="en-US"/>
              <a:t>Date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5AABBF63-5EE7-4625-A83E-A1147295080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8425" y="2971771"/>
            <a:ext cx="9527637" cy="1760354"/>
          </a:xfrm>
          <a:prstGeom prst="rect">
            <a:avLst/>
          </a:prstGeom>
          <a:noFill/>
        </p:spPr>
        <p:txBody>
          <a:bodyPr lIns="0" tIns="0" rIns="0" bIns="182880" anchor="ctr" anchorCtr="0"/>
          <a:lstStyle>
            <a:lvl1pPr algn="l">
              <a:lnSpc>
                <a:spcPts val="6400"/>
              </a:lnSpc>
              <a:spcBef>
                <a:spcPts val="1200"/>
              </a:spcBef>
              <a:defRPr sz="4800" strike="noStrike" spc="-50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</p:spTree>
    <p:extLst>
      <p:ext uri="{BB962C8B-B14F-4D97-AF65-F5344CB8AC3E}">
        <p14:creationId xmlns:p14="http://schemas.microsoft.com/office/powerpoint/2010/main" val="12829659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A93C211-F143-4006-8107-BF13D04E169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70303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85750" indent="-2857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Char char="•"/>
              <a:defRPr sz="2800" b="0">
                <a:latin typeface="+mn-lt"/>
              </a:defRPr>
            </a:lvl1pPr>
            <a:lvl2pPr marL="628650" indent="-34290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/>
            </a:lvl2pPr>
            <a:lvl3pPr marL="914400" indent="-285750">
              <a:lnSpc>
                <a:spcPts val="2400"/>
              </a:lnSpc>
              <a:buFont typeface="Arial" panose="020B0604020202020204" pitchFamily="34" charset="0"/>
              <a:buChar char="•"/>
              <a:defRPr sz="1800" b="0">
                <a:solidFill>
                  <a:schemeClr val="tx1"/>
                </a:solidFill>
                <a:latin typeface="+mn-lt"/>
              </a:defRPr>
            </a:lvl3pPr>
            <a:lvl4pPr marL="344488" indent="0">
              <a:buNone/>
              <a:defRPr sz="1800" b="1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96925" indent="0">
              <a:buNone/>
              <a:defRPr sz="1400" b="1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5D712B6-0157-8532-DCDC-4589B35076F3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036084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Smal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35625A6-8780-1DA4-1824-CD835931F04A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C77C8461-B493-4219-963C-CB092538900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11277" y="1227439"/>
            <a:ext cx="11604521" cy="156453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339725" indent="-339725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400" b="0">
                <a:latin typeface="+mn-lt"/>
              </a:defRPr>
            </a:lvl1pPr>
            <a:lvl2pPr marL="569913" indent="-225425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2000"/>
            </a:lvl2pPr>
            <a:lvl3pPr marL="574675" indent="-6350">
              <a:lnSpc>
                <a:spcPct val="100000"/>
              </a:lnSpc>
              <a:spcBef>
                <a:spcPts val="600"/>
              </a:spcBef>
              <a:spcAft>
                <a:spcPts val="200"/>
              </a:spcAft>
              <a:buFont typeface="Arial" panose="020B0604020202020204" pitchFamily="34" charset="0"/>
              <a:buNone/>
              <a:defRPr sz="1600" b="1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</a:defRPr>
            </a:lvl3pPr>
            <a:lvl4pPr marL="403225" indent="0">
              <a:buNone/>
              <a:defRPr sz="1600">
                <a:latin typeface="Lucida Console" panose="020B0609040504020204" pitchFamily="49" charset="0"/>
                <a:cs typeface="Arial" panose="020B0604020202020204" pitchFamily="34" charset="0"/>
              </a:defRPr>
            </a:lvl4pPr>
            <a:lvl5pPr marL="747713" indent="0">
              <a:buNone/>
              <a:defRPr sz="1400">
                <a:latin typeface="Lucida Console" panose="020B0609040504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E2A54D-A755-F900-5808-4CCC5C04D025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447007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02E36C-0871-E1E8-C7B9-7CFB9C124C55}"/>
              </a:ext>
            </a:extLst>
          </p:cNvPr>
          <p:cNvSpPr/>
          <p:nvPr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itle 6">
            <a:extLst>
              <a:ext uri="{FF2B5EF4-FFF2-40B4-BE49-F238E27FC236}">
                <a16:creationId xmlns:a16="http://schemas.microsoft.com/office/drawing/2014/main" id="{1C8B02FA-354D-43D3-8580-ADA122EBAC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4" y="190500"/>
            <a:ext cx="11801475" cy="498598"/>
          </a:xfrm>
        </p:spPr>
        <p:txBody>
          <a:bodyPr/>
          <a:lstStyle>
            <a:lvl1pPr>
              <a:defRPr sz="3600" b="1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F1BFE9-6D7B-E542-8545-679454897D67}"/>
              </a:ext>
            </a:extLst>
          </p:cNvPr>
          <p:cNvSpPr/>
          <p:nvPr userDrawn="1"/>
        </p:nvSpPr>
        <p:spPr bwMode="auto">
          <a:xfrm>
            <a:off x="0" y="0"/>
            <a:ext cx="12436475" cy="876300"/>
          </a:xfrm>
          <a:prstGeom prst="rect">
            <a:avLst/>
          </a:prstGeom>
          <a:gradFill>
            <a:gsLst>
              <a:gs pos="699">
                <a:srgbClr val="198375"/>
              </a:gs>
              <a:gs pos="20000">
                <a:srgbClr val="074C49"/>
              </a:gs>
              <a:gs pos="100000">
                <a:srgbClr val="177D71"/>
              </a:gs>
              <a:gs pos="80000">
                <a:srgbClr val="09524D"/>
              </a:gs>
            </a:gsLst>
            <a:lin ang="5400000" scaled="1"/>
          </a:gradFill>
          <a:ln w="63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552183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ery 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196245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1272">
          <p15:clr>
            <a:srgbClr val="5ACBF0"/>
          </p15:clr>
        </p15:guide>
        <p15:guide id="3" orient="horz" pos="288">
          <p15:clr>
            <a:srgbClr val="5ACBF0"/>
          </p15:clr>
        </p15:guide>
        <p15:guide id="5" orient="horz" pos="904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1.xml"/><Relationship Id="rId4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81724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53" r:id="rId1"/>
    <p:sldLayoutId id="2147484570" r:id="rId2"/>
    <p:sldLayoutId id="2147484573" r:id="rId3"/>
    <p:sldLayoutId id="2147484572" r:id="rId4"/>
    <p:sldLayoutId id="2147484574" r:id="rId5"/>
    <p:sldLayoutId id="2147484575" r:id="rId6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1" pos="1349" userDrawn="1">
          <p15:clr>
            <a:srgbClr val="C35EA4"/>
          </p15:clr>
        </p15:guide>
        <p15:guide id="32" pos="1528" userDrawn="1">
          <p15:clr>
            <a:srgbClr val="C35EA4"/>
          </p15:clr>
        </p15:guide>
        <p15:guide id="33" pos="2621" userDrawn="1">
          <p15:clr>
            <a:srgbClr val="C35EA4"/>
          </p15:clr>
        </p15:guide>
        <p15:guide id="34" pos="2765" userDrawn="1">
          <p15:clr>
            <a:srgbClr val="C35EA4"/>
          </p15:clr>
        </p15:guide>
        <p15:guide id="35" pos="3854" userDrawn="1">
          <p15:clr>
            <a:srgbClr val="C35EA4"/>
          </p15:clr>
        </p15:guide>
        <p15:guide id="36" pos="4003" userDrawn="1">
          <p15:clr>
            <a:srgbClr val="C35EA4"/>
          </p15:clr>
        </p15:guide>
        <p15:guide id="37" pos="5083" userDrawn="1">
          <p15:clr>
            <a:srgbClr val="C35EA4"/>
          </p15:clr>
        </p15:guide>
        <p15:guide id="38" pos="5230" userDrawn="1">
          <p15:clr>
            <a:srgbClr val="C35EA4"/>
          </p15:clr>
        </p15:guide>
        <p15:guide id="39" pos="6323" userDrawn="1">
          <p15:clr>
            <a:srgbClr val="C35EA4"/>
          </p15:clr>
        </p15:guide>
        <p15:guide id="40" pos="6469" userDrawn="1">
          <p15:clr>
            <a:srgbClr val="C35EA4"/>
          </p15:clr>
        </p15:guide>
        <p15:guide id="41" pos="293" userDrawn="1">
          <p15:clr>
            <a:srgbClr val="F26B43"/>
          </p15:clr>
        </p15:guide>
        <p15:guide id="42" pos="7565" userDrawn="1">
          <p15:clr>
            <a:srgbClr val="F26B43"/>
          </p15:clr>
        </p15:guide>
        <p15:guide id="43" orient="horz" pos="751" userDrawn="1">
          <p15:clr>
            <a:srgbClr val="5ACBF0"/>
          </p15:clr>
        </p15:guide>
        <p15:guide id="44" orient="horz" pos="1387" userDrawn="1">
          <p15:clr>
            <a:srgbClr val="5ACBF0"/>
          </p15:clr>
        </p15:guide>
        <p15:guide id="45" orient="horz" pos="605" userDrawn="1">
          <p15:clr>
            <a:srgbClr val="5ACBF0"/>
          </p15:clr>
        </p15:guide>
        <p15:guide id="46" orient="horz" pos="1514" userDrawn="1">
          <p15:clr>
            <a:srgbClr val="5ACBF0"/>
          </p15:clr>
        </p15:guide>
        <p15:guide id="47" orient="horz" pos="2130" userDrawn="1">
          <p15:clr>
            <a:srgbClr val="5ACBF0"/>
          </p15:clr>
        </p15:guide>
        <p15:guide id="48" orient="horz" pos="2299" userDrawn="1">
          <p15:clr>
            <a:srgbClr val="5ACBF0"/>
          </p15:clr>
        </p15:guide>
        <p15:guide id="49" orient="horz" pos="283" userDrawn="1">
          <p15:clr>
            <a:srgbClr val="F26B43"/>
          </p15:clr>
        </p15:guide>
        <p15:guide id="50" orient="horz" pos="4120" userDrawn="1">
          <p15:clr>
            <a:srgbClr val="F26B43"/>
          </p15:clr>
        </p15:guide>
        <p15:guide id="51" orient="horz" pos="2891" userDrawn="1">
          <p15:clr>
            <a:srgbClr val="5ACBF0"/>
          </p15:clr>
        </p15:guide>
        <p15:guide id="52" orient="horz" pos="3019" userDrawn="1">
          <p15:clr>
            <a:srgbClr val="5ACBF0"/>
          </p15:clr>
        </p15:guide>
        <p15:guide id="53" orient="horz" pos="3643" userDrawn="1">
          <p15:clr>
            <a:srgbClr val="5ACBF0"/>
          </p15:clr>
        </p15:guide>
        <p15:guide id="54" orient="horz" pos="3763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458F08C-E145-410B-B71F-F971408D4FA6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B656FDB8-E599-4E21-8C4B-B6B18B8B4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1EEDDA4-2C6D-4AEE-A2CD-B6768DE3C1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2168" y="1238477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" name="Picture 1" descr="A screenshot of a cell phone&#10;&#10;Description generated with very high confidence">
            <a:extLst>
              <a:ext uri="{FF2B5EF4-FFF2-40B4-BE49-F238E27FC236}">
                <a16:creationId xmlns:a16="http://schemas.microsoft.com/office/drawing/2014/main" id="{BF7DB54B-389F-024C-4D79-28A5DD9BCDA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49"/>
          <a:stretch/>
        </p:blipFill>
        <p:spPr>
          <a:xfrm>
            <a:off x="12539569" y="0"/>
            <a:ext cx="682920" cy="6994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129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77" r:id="rId1"/>
    <p:sldLayoutId id="2147484578" r:id="rId2"/>
    <p:sldLayoutId id="2147484579" r:id="rId3"/>
    <p:sldLayoutId id="2147484580" r:id="rId4"/>
    <p:sldLayoutId id="2147484581" r:id="rId5"/>
  </p:sldLayoutIdLst>
  <p:transition>
    <p:fade/>
  </p:transition>
  <p:hf sldNum="0" hdr="0" dt="0"/>
  <p:txStyles>
    <p:titleStyle>
      <a:lvl1pPr algn="l" defTabSz="932742" rtl="0" eaLnBrk="1" latinLnBrk="0" hangingPunct="1">
        <a:lnSpc>
          <a:spcPct val="90000"/>
        </a:lnSpc>
        <a:spcBef>
          <a:spcPct val="0"/>
        </a:spcBef>
        <a:buNone/>
        <a:defRPr lang="en-US" sz="28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400" kern="1200" spc="-50" baseline="0">
          <a:solidFill>
            <a:schemeClr val="tx1"/>
          </a:solidFill>
          <a:latin typeface="+mj-lt"/>
          <a:ea typeface="+mn-ea"/>
          <a:cs typeface="+mn-cs"/>
        </a:defRPr>
      </a:lvl1pPr>
      <a:lvl2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2"/>
          </a:solidFill>
          <a:latin typeface="+mj-lt"/>
          <a:ea typeface="+mn-ea"/>
          <a:cs typeface="+mn-cs"/>
        </a:defRPr>
      </a:lvl3pPr>
      <a:lvl4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8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0" algn="l" defTabSz="932742" rtl="0" eaLnBrk="1" fontAlgn="auto" latinLnBrk="0" hangingPunct="1">
        <a:lnSpc>
          <a:spcPct val="10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200" b="1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331854" indent="0" algn="l" defTabSz="932742" rtl="0" eaLnBrk="1" latinLnBrk="0" hangingPunct="1">
        <a:spcBef>
          <a:spcPct val="20000"/>
        </a:spcBef>
        <a:buFont typeface="Arial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32742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5" pos="1349" userDrawn="1">
          <p15:clr>
            <a:srgbClr val="C35EA4"/>
          </p15:clr>
        </p15:guide>
        <p15:guide id="56" pos="1528" userDrawn="1">
          <p15:clr>
            <a:srgbClr val="C35EA4"/>
          </p15:clr>
        </p15:guide>
        <p15:guide id="57" pos="2621" userDrawn="1">
          <p15:clr>
            <a:srgbClr val="C35EA4"/>
          </p15:clr>
        </p15:guide>
        <p15:guide id="58" pos="2765" userDrawn="1">
          <p15:clr>
            <a:srgbClr val="C35EA4"/>
          </p15:clr>
        </p15:guide>
        <p15:guide id="59" pos="3854" userDrawn="1">
          <p15:clr>
            <a:srgbClr val="C35EA4"/>
          </p15:clr>
        </p15:guide>
        <p15:guide id="60" pos="4003" userDrawn="1">
          <p15:clr>
            <a:srgbClr val="C35EA4"/>
          </p15:clr>
        </p15:guide>
        <p15:guide id="61" pos="5083" userDrawn="1">
          <p15:clr>
            <a:srgbClr val="C35EA4"/>
          </p15:clr>
        </p15:guide>
        <p15:guide id="62" pos="5230" userDrawn="1">
          <p15:clr>
            <a:srgbClr val="C35EA4"/>
          </p15:clr>
        </p15:guide>
        <p15:guide id="63" pos="6323" userDrawn="1">
          <p15:clr>
            <a:srgbClr val="C35EA4"/>
          </p15:clr>
        </p15:guide>
        <p15:guide id="64" pos="6469" userDrawn="1">
          <p15:clr>
            <a:srgbClr val="C35EA4"/>
          </p15:clr>
        </p15:guide>
        <p15:guide id="65" pos="293" userDrawn="1">
          <p15:clr>
            <a:srgbClr val="F26B43"/>
          </p15:clr>
        </p15:guide>
        <p15:guide id="66" pos="7565" userDrawn="1">
          <p15:clr>
            <a:srgbClr val="F26B43"/>
          </p15:clr>
        </p15:guide>
        <p15:guide id="67" orient="horz" pos="751" userDrawn="1">
          <p15:clr>
            <a:srgbClr val="5ACBF0"/>
          </p15:clr>
        </p15:guide>
        <p15:guide id="68" orient="horz" pos="1387" userDrawn="1">
          <p15:clr>
            <a:srgbClr val="5ACBF0"/>
          </p15:clr>
        </p15:guide>
        <p15:guide id="69" orient="horz" pos="605" userDrawn="1">
          <p15:clr>
            <a:srgbClr val="5ACBF0"/>
          </p15:clr>
        </p15:guide>
        <p15:guide id="70" orient="horz" pos="1514" userDrawn="1">
          <p15:clr>
            <a:srgbClr val="5ACBF0"/>
          </p15:clr>
        </p15:guide>
        <p15:guide id="71" orient="horz" pos="2130" userDrawn="1">
          <p15:clr>
            <a:srgbClr val="5ACBF0"/>
          </p15:clr>
        </p15:guide>
        <p15:guide id="72" orient="horz" pos="2299" userDrawn="1">
          <p15:clr>
            <a:srgbClr val="5ACBF0"/>
          </p15:clr>
        </p15:guide>
        <p15:guide id="73" orient="horz" pos="283" userDrawn="1">
          <p15:clr>
            <a:srgbClr val="F26B43"/>
          </p15:clr>
        </p15:guide>
        <p15:guide id="74" orient="horz" pos="4120" userDrawn="1">
          <p15:clr>
            <a:srgbClr val="F26B43"/>
          </p15:clr>
        </p15:guide>
        <p15:guide id="75" orient="horz" pos="2891" userDrawn="1">
          <p15:clr>
            <a:srgbClr val="5ACBF0"/>
          </p15:clr>
        </p15:guide>
        <p15:guide id="76" orient="horz" pos="3019" userDrawn="1">
          <p15:clr>
            <a:srgbClr val="5ACBF0"/>
          </p15:clr>
        </p15:guide>
        <p15:guide id="77" orient="horz" pos="3643" userDrawn="1">
          <p15:clr>
            <a:srgbClr val="5ACBF0"/>
          </p15:clr>
        </p15:guide>
        <p15:guide id="78" orient="horz" pos="3763" userDrawn="1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1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5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5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1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1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1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1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1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svg"/><Relationship Id="rId1" Type="http://schemas.openxmlformats.org/officeDocument/2006/relationships/slideLayout" Target="../slideLayouts/slideLayout1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026B8-78C9-AA17-D8CE-6BC402B71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85473AEA-D435-81A9-1DA2-C2C1A3DA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5" y="3421061"/>
            <a:ext cx="10330234" cy="861774"/>
          </a:xfrm>
        </p:spPr>
        <p:txBody>
          <a:bodyPr/>
          <a:lstStyle/>
          <a:p>
            <a:pPr algn="ctr">
              <a:lnSpc>
                <a:spcPct val="100000"/>
              </a:lnSpc>
            </a:pPr>
            <a:r>
              <a:rPr lang="en-US" sz="4400" dirty="0"/>
              <a:t>Chapter 1</a:t>
            </a:r>
            <a:endParaRPr lang="en-US" sz="21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3114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388E04-D23A-A25B-F1EB-8E9F9E3F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E7FFA56-CE0E-CFF5-B162-583DA80A914D}"/>
              </a:ext>
            </a:extLst>
          </p:cNvPr>
          <p:cNvSpPr/>
          <p:nvPr/>
        </p:nvSpPr>
        <p:spPr bwMode="auto">
          <a:xfrm>
            <a:off x="698157" y="1328512"/>
            <a:ext cx="5066539" cy="206911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D4FBE6-79B5-FC66-133B-7E47E5765745}"/>
              </a:ext>
            </a:extLst>
          </p:cNvPr>
          <p:cNvSpPr/>
          <p:nvPr/>
        </p:nvSpPr>
        <p:spPr bwMode="auto">
          <a:xfrm>
            <a:off x="3699718" y="1506118"/>
            <a:ext cx="1886073" cy="1713762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shared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codebase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7516FAD5-2F91-29A4-A6E3-9A97FC9B5D67}"/>
              </a:ext>
            </a:extLst>
          </p:cNvPr>
          <p:cNvSpPr/>
          <p:nvPr/>
        </p:nvSpPr>
        <p:spPr bwMode="auto">
          <a:xfrm>
            <a:off x="2188867" y="153625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B35661F-7FA0-1D15-6A83-4A38E66BFB70}"/>
              </a:ext>
            </a:extLst>
          </p:cNvPr>
          <p:cNvSpPr/>
          <p:nvPr/>
        </p:nvSpPr>
        <p:spPr bwMode="auto">
          <a:xfrm>
            <a:off x="855870" y="1506118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B4548C-BDCC-D32D-6DE5-8744F627A835}"/>
              </a:ext>
            </a:extLst>
          </p:cNvPr>
          <p:cNvSpPr/>
          <p:nvPr/>
        </p:nvSpPr>
        <p:spPr bwMode="auto">
          <a:xfrm>
            <a:off x="855870" y="2066022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EDDA63-B437-941E-F89B-82AE159FDC61}"/>
              </a:ext>
            </a:extLst>
          </p:cNvPr>
          <p:cNvSpPr/>
          <p:nvPr/>
        </p:nvSpPr>
        <p:spPr bwMode="auto">
          <a:xfrm>
            <a:off x="855870" y="2760202"/>
            <a:ext cx="1261062" cy="459677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Developer 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A52EF814-C49C-2BDD-746A-35D92D467376}"/>
              </a:ext>
            </a:extLst>
          </p:cNvPr>
          <p:cNvSpPr/>
          <p:nvPr/>
        </p:nvSpPr>
        <p:spPr bwMode="auto">
          <a:xfrm>
            <a:off x="2188867" y="206602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BBC2C7C1-A356-D0EC-8558-427D50CA6645}"/>
              </a:ext>
            </a:extLst>
          </p:cNvPr>
          <p:cNvSpPr/>
          <p:nvPr/>
        </p:nvSpPr>
        <p:spPr bwMode="auto">
          <a:xfrm>
            <a:off x="2188867" y="2760202"/>
            <a:ext cx="1438916" cy="45967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merge changes</a:t>
            </a:r>
          </a:p>
        </p:txBody>
      </p:sp>
    </p:spTree>
    <p:extLst>
      <p:ext uri="{BB962C8B-B14F-4D97-AF65-F5344CB8AC3E}">
        <p14:creationId xmlns:p14="http://schemas.microsoft.com/office/powerpoint/2010/main" val="2980331946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78C485D-3A46-40D1-5373-DDF18F784091}"/>
              </a:ext>
            </a:extLst>
          </p:cNvPr>
          <p:cNvSpPr/>
          <p:nvPr/>
        </p:nvSpPr>
        <p:spPr bwMode="auto">
          <a:xfrm>
            <a:off x="1543736" y="615928"/>
            <a:ext cx="5622378" cy="122183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B81A26D-EBCD-FB0A-ED1B-5BB31977E55B}"/>
              </a:ext>
            </a:extLst>
          </p:cNvPr>
          <p:cNvGrpSpPr/>
          <p:nvPr/>
        </p:nvGrpSpPr>
        <p:grpSpPr>
          <a:xfrm>
            <a:off x="1664104" y="773980"/>
            <a:ext cx="5320563" cy="893455"/>
            <a:chOff x="1664104" y="773980"/>
            <a:chExt cx="6857927" cy="1667072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75316FA-3A99-1746-7388-C57FA01FDF73}"/>
                </a:ext>
              </a:extLst>
            </p:cNvPr>
            <p:cNvSpPr/>
            <p:nvPr/>
          </p:nvSpPr>
          <p:spPr bwMode="auto">
            <a:xfrm>
              <a:off x="1664104" y="773980"/>
              <a:ext cx="1632212" cy="1667071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D6F9DE8-BFD8-ED75-D80E-6643CBD92F41}"/>
                </a:ext>
              </a:extLst>
            </p:cNvPr>
            <p:cNvSpPr/>
            <p:nvPr/>
          </p:nvSpPr>
          <p:spPr bwMode="auto">
            <a:xfrm>
              <a:off x="4275308" y="797714"/>
              <a:ext cx="1625443" cy="1643338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7E711A8B-74EF-8F35-800C-37539A4E8977}"/>
                </a:ext>
              </a:extLst>
            </p:cNvPr>
            <p:cNvSpPr/>
            <p:nvPr/>
          </p:nvSpPr>
          <p:spPr bwMode="auto">
            <a:xfrm>
              <a:off x="336361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876C167-CDFD-1E40-7D5A-871E02B6B79C}"/>
                </a:ext>
              </a:extLst>
            </p:cNvPr>
            <p:cNvSpPr/>
            <p:nvPr/>
          </p:nvSpPr>
          <p:spPr bwMode="auto">
            <a:xfrm>
              <a:off x="6896588" y="797714"/>
              <a:ext cx="1625443" cy="1643338"/>
            </a:xfrm>
            <a:prstGeom prst="rect">
              <a:avLst/>
            </a:prstGeom>
            <a:solidFill>
              <a:schemeClr val="accent1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6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A55C7AC8-4247-2C70-2CDB-A7000BB82B63}"/>
                </a:ext>
              </a:extLst>
            </p:cNvPr>
            <p:cNvSpPr/>
            <p:nvPr/>
          </p:nvSpPr>
          <p:spPr bwMode="auto">
            <a:xfrm>
              <a:off x="5984894" y="1301322"/>
              <a:ext cx="879837" cy="506304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77553126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FA20437-8694-791F-60C9-44BBDF1326A0}"/>
              </a:ext>
            </a:extLst>
          </p:cNvPr>
          <p:cNvGrpSpPr/>
          <p:nvPr/>
        </p:nvGrpSpPr>
        <p:grpSpPr>
          <a:xfrm>
            <a:off x="1304597" y="2701399"/>
            <a:ext cx="4277086" cy="3309886"/>
            <a:chOff x="1304597" y="2701399"/>
            <a:chExt cx="4277086" cy="330988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0F072A0-44ED-4CF5-6CD6-7D3A1C0E4F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15525" y="3042186"/>
              <a:ext cx="4255708" cy="2969099"/>
            </a:xfrm>
            <a:prstGeom prst="rect">
              <a:avLst/>
            </a:prstGeom>
            <a:ln>
              <a:solidFill>
                <a:schemeClr val="tx1">
                  <a:lumMod val="75000"/>
                </a:schemeClr>
              </a:solidFill>
            </a:ln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7E5D027-CAA7-3745-CFF1-906D87B657CA}"/>
                </a:ext>
              </a:extLst>
            </p:cNvPr>
            <p:cNvSpPr/>
            <p:nvPr/>
          </p:nvSpPr>
          <p:spPr bwMode="auto">
            <a:xfrm>
              <a:off x="1304597" y="2701399"/>
              <a:ext cx="4277086" cy="34078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solution 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8860526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304F1-DCE9-082B-4798-46EFB66DE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94004CB-49FD-026A-AF15-6EF2C9DF8122}"/>
              </a:ext>
            </a:extLst>
          </p:cNvPr>
          <p:cNvSpPr/>
          <p:nvPr/>
        </p:nvSpPr>
        <p:spPr bwMode="auto">
          <a:xfrm>
            <a:off x="461168" y="387423"/>
            <a:ext cx="11172031" cy="51904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EA3BAF9-40E5-9A38-F7E2-0BF88B3707D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7577"/>
          <a:stretch>
            <a:fillRect/>
          </a:stretch>
        </p:blipFill>
        <p:spPr>
          <a:xfrm>
            <a:off x="747632" y="992229"/>
            <a:ext cx="5125165" cy="491131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BA7569-3965-E9AF-9DD1-7DE8793F76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72" t="7965"/>
          <a:stretch>
            <a:fillRect/>
          </a:stretch>
        </p:blipFill>
        <p:spPr>
          <a:xfrm>
            <a:off x="6364764" y="951589"/>
            <a:ext cx="5053094" cy="438379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18922431-F7AF-B822-6046-562224AE7F8C}"/>
              </a:ext>
            </a:extLst>
          </p:cNvPr>
          <p:cNvSpPr/>
          <p:nvPr/>
        </p:nvSpPr>
        <p:spPr bwMode="auto">
          <a:xfrm>
            <a:off x="676511" y="607667"/>
            <a:ext cx="5145486" cy="343922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presentation workspace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5982FEB-26F9-FB41-F171-0808CEC3094E}"/>
              </a:ext>
            </a:extLst>
          </p:cNvPr>
          <p:cNvSpPr/>
          <p:nvPr/>
        </p:nvSpPr>
        <p:spPr bwMode="auto">
          <a:xfrm>
            <a:off x="6344442" y="599810"/>
            <a:ext cx="5073415" cy="343922"/>
          </a:xfrm>
          <a:prstGeom prst="rect">
            <a:avLst/>
          </a:prstGeom>
          <a:solidFill>
            <a:schemeClr val="tx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staging workspace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E35A62-78C7-D1B4-29EB-5407BDB83C0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474"/>
          <a:stretch>
            <a:fillRect/>
          </a:stretch>
        </p:blipFill>
        <p:spPr>
          <a:xfrm>
            <a:off x="747632" y="1483360"/>
            <a:ext cx="5125165" cy="3025416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B5FFF870-63D6-8984-6176-A39125C79AB2}"/>
              </a:ext>
            </a:extLst>
          </p:cNvPr>
          <p:cNvSpPr/>
          <p:nvPr/>
        </p:nvSpPr>
        <p:spPr bwMode="auto">
          <a:xfrm>
            <a:off x="676511" y="951589"/>
            <a:ext cx="5145486" cy="3557187"/>
          </a:xfrm>
          <a:prstGeom prst="rect">
            <a:avLst/>
          </a:prstGeom>
          <a:noFill/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8166581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164F52B3-3A76-0930-C427-C3E8952DF810}"/>
              </a:ext>
            </a:extLst>
          </p:cNvPr>
          <p:cNvGrpSpPr/>
          <p:nvPr/>
        </p:nvGrpSpPr>
        <p:grpSpPr>
          <a:xfrm>
            <a:off x="405816" y="578706"/>
            <a:ext cx="10252024" cy="2444545"/>
            <a:chOff x="101016" y="771746"/>
            <a:chExt cx="11847144" cy="282489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79A6CB7-1AA1-EF3C-8DBB-04F18D20A525}"/>
                </a:ext>
              </a:extLst>
            </p:cNvPr>
            <p:cNvSpPr/>
            <p:nvPr/>
          </p:nvSpPr>
          <p:spPr bwMode="auto">
            <a:xfrm>
              <a:off x="101016" y="771746"/>
              <a:ext cx="11847144" cy="282489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4318084D-0D67-9F5C-7610-34F30F7E98B9}"/>
                </a:ext>
              </a:extLst>
            </p:cNvPr>
            <p:cNvSpPr/>
            <p:nvPr/>
          </p:nvSpPr>
          <p:spPr bwMode="auto">
            <a:xfrm>
              <a:off x="3587955" y="1889828"/>
              <a:ext cx="752617" cy="563590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141D90F-0997-31C5-CB00-C3FD03E40945}"/>
                </a:ext>
              </a:extLst>
            </p:cNvPr>
            <p:cNvGrpSpPr/>
            <p:nvPr/>
          </p:nvGrpSpPr>
          <p:grpSpPr>
            <a:xfrm>
              <a:off x="254001" y="897388"/>
              <a:ext cx="3261359" cy="2548470"/>
              <a:chOff x="254001" y="824650"/>
              <a:chExt cx="3261359" cy="254847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2026257-22E9-C796-4ADD-3D7AFC0A1916}"/>
                  </a:ext>
                </a:extLst>
              </p:cNvPr>
              <p:cNvSpPr/>
              <p:nvPr/>
            </p:nvSpPr>
            <p:spPr bwMode="auto">
              <a:xfrm>
                <a:off x="254001" y="824650"/>
                <a:ext cx="3261359" cy="2548470"/>
              </a:xfrm>
              <a:prstGeom prst="rect">
                <a:avLst/>
              </a:prstGeom>
              <a:solidFill>
                <a:schemeClr val="accent4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9144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 environment</a:t>
                </a:r>
              </a:p>
            </p:txBody>
          </p:sp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D4873E3F-3C1A-6F6F-0930-3E5FCE14E8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74315" y="1158076"/>
                <a:ext cx="3030889" cy="2114574"/>
              </a:xfrm>
              <a:prstGeom prst="rect">
                <a:avLst/>
              </a:prstGeom>
              <a:ln>
                <a:solidFill>
                  <a:schemeClr val="tx1">
                    <a:lumMod val="75000"/>
                  </a:schemeClr>
                </a:solidFill>
              </a:ln>
            </p:spPr>
          </p:pic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596C10B5-CF4F-86BA-B6A3-7649EA8D5D1C}"/>
                </a:ext>
              </a:extLst>
            </p:cNvPr>
            <p:cNvGrpSpPr/>
            <p:nvPr/>
          </p:nvGrpSpPr>
          <p:grpSpPr>
            <a:xfrm>
              <a:off x="4413167" y="897388"/>
              <a:ext cx="3261359" cy="2548470"/>
              <a:chOff x="4587557" y="3272650"/>
              <a:chExt cx="3261359" cy="2548470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828E7C84-7117-A395-D81D-663F93D1FC7B}"/>
                  </a:ext>
                </a:extLst>
              </p:cNvPr>
              <p:cNvSpPr/>
              <p:nvPr/>
            </p:nvSpPr>
            <p:spPr bwMode="auto">
              <a:xfrm>
                <a:off x="4587557" y="3272650"/>
                <a:ext cx="3261359" cy="2548470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9144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environment</a:t>
                </a:r>
              </a:p>
            </p:txBody>
          </p:sp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2A9C3CAE-3007-917A-0A44-EA52141E1B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07871" y="3606076"/>
                <a:ext cx="3030889" cy="2114574"/>
              </a:xfrm>
              <a:prstGeom prst="rect">
                <a:avLst/>
              </a:prstGeom>
              <a:ln>
                <a:solidFill>
                  <a:schemeClr val="tx1">
                    <a:lumMod val="75000"/>
                  </a:schemeClr>
                </a:solidFill>
              </a:ln>
            </p:spPr>
          </p:pic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C302D7FC-C25D-BEC1-A5BC-941CF189D637}"/>
                </a:ext>
              </a:extLst>
            </p:cNvPr>
            <p:cNvGrpSpPr/>
            <p:nvPr/>
          </p:nvGrpSpPr>
          <p:grpSpPr>
            <a:xfrm>
              <a:off x="8572335" y="897388"/>
              <a:ext cx="3261359" cy="2548470"/>
              <a:chOff x="4587557" y="3272650"/>
              <a:chExt cx="3261359" cy="2548470"/>
            </a:xfrm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0295818-7845-1260-6965-B370D4DAF6C1}"/>
                  </a:ext>
                </a:extLst>
              </p:cNvPr>
              <p:cNvSpPr/>
              <p:nvPr/>
            </p:nvSpPr>
            <p:spPr bwMode="auto">
              <a:xfrm>
                <a:off x="4587557" y="3272650"/>
                <a:ext cx="3261359" cy="2548470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91440" rIns="0" bIns="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environment</a:t>
                </a:r>
              </a:p>
            </p:txBody>
          </p:sp>
          <p:pic>
            <p:nvPicPr>
              <p:cNvPr id="24" name="Picture 23">
                <a:extLst>
                  <a:ext uri="{FF2B5EF4-FFF2-40B4-BE49-F238E27FC236}">
                    <a16:creationId xmlns:a16="http://schemas.microsoft.com/office/drawing/2014/main" id="{59DAAD2B-DF9D-F879-7A69-56460D713A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707871" y="3606076"/>
                <a:ext cx="3030889" cy="2114574"/>
              </a:xfrm>
              <a:prstGeom prst="rect">
                <a:avLst/>
              </a:prstGeom>
              <a:ln>
                <a:solidFill>
                  <a:schemeClr val="tx1">
                    <a:lumMod val="75000"/>
                  </a:schemeClr>
                </a:solidFill>
              </a:ln>
            </p:spPr>
          </p:pic>
        </p:grpSp>
        <p:sp>
          <p:nvSpPr>
            <p:cNvPr id="26" name="Arrow: Right 25">
              <a:extLst>
                <a:ext uri="{FF2B5EF4-FFF2-40B4-BE49-F238E27FC236}">
                  <a16:creationId xmlns:a16="http://schemas.microsoft.com/office/drawing/2014/main" id="{05531E5D-497F-0D54-827D-5927866DCABE}"/>
                </a:ext>
              </a:extLst>
            </p:cNvPr>
            <p:cNvSpPr/>
            <p:nvPr/>
          </p:nvSpPr>
          <p:spPr bwMode="auto">
            <a:xfrm>
              <a:off x="7747121" y="1889828"/>
              <a:ext cx="752617" cy="563590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5866891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6DEB0D-84D8-05A6-1192-3AFFB02D3339}"/>
              </a:ext>
            </a:extLst>
          </p:cNvPr>
          <p:cNvSpPr/>
          <p:nvPr/>
        </p:nvSpPr>
        <p:spPr bwMode="auto">
          <a:xfrm>
            <a:off x="367171" y="590155"/>
            <a:ext cx="3695245" cy="179445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C9560D-64AC-48D2-C6DC-30DD84EF2BBC}"/>
              </a:ext>
            </a:extLst>
          </p:cNvPr>
          <p:cNvSpPr/>
          <p:nvPr/>
        </p:nvSpPr>
        <p:spPr bwMode="auto">
          <a:xfrm>
            <a:off x="581278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565DDEF-7F48-5E25-1570-C0ADF6801E9E}"/>
              </a:ext>
            </a:extLst>
          </p:cNvPr>
          <p:cNvSpPr/>
          <p:nvPr/>
        </p:nvSpPr>
        <p:spPr bwMode="auto">
          <a:xfrm>
            <a:off x="581278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3DC9BCE-6015-0059-97C7-BE2AC020554C}"/>
              </a:ext>
            </a:extLst>
          </p:cNvPr>
          <p:cNvSpPr/>
          <p:nvPr/>
        </p:nvSpPr>
        <p:spPr bwMode="auto">
          <a:xfrm>
            <a:off x="4276523" y="590155"/>
            <a:ext cx="3695245" cy="1794458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457AA95-0F2A-00F2-B7D9-C7E8D2F74078}"/>
              </a:ext>
            </a:extLst>
          </p:cNvPr>
          <p:cNvSpPr/>
          <p:nvPr/>
        </p:nvSpPr>
        <p:spPr bwMode="auto">
          <a:xfrm>
            <a:off x="4490630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C48FFFD-FF7F-26D0-8C79-F6C1C0A30ABC}"/>
              </a:ext>
            </a:extLst>
          </p:cNvPr>
          <p:cNvSpPr/>
          <p:nvPr/>
        </p:nvSpPr>
        <p:spPr bwMode="auto">
          <a:xfrm>
            <a:off x="4490630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447EE76-D4D9-A92B-07E6-0F2CB4917821}"/>
              </a:ext>
            </a:extLst>
          </p:cNvPr>
          <p:cNvSpPr/>
          <p:nvPr/>
        </p:nvSpPr>
        <p:spPr bwMode="auto">
          <a:xfrm>
            <a:off x="8159952" y="590155"/>
            <a:ext cx="3695245" cy="179445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C1B7C5D-8BC3-8081-5058-5C5F6C9145CE}"/>
              </a:ext>
            </a:extLst>
          </p:cNvPr>
          <p:cNvSpPr/>
          <p:nvPr/>
        </p:nvSpPr>
        <p:spPr bwMode="auto">
          <a:xfrm>
            <a:off x="8374059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E91CEC61-EB4F-670F-65E3-CD60A6ECC845}"/>
              </a:ext>
            </a:extLst>
          </p:cNvPr>
          <p:cNvSpPr/>
          <p:nvPr/>
        </p:nvSpPr>
        <p:spPr bwMode="auto">
          <a:xfrm>
            <a:off x="8374059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1829549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1D4C8-ECF6-3696-D807-AB8D759E6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80EAB2-70B5-EB0C-9D7E-A91D0548D745}"/>
              </a:ext>
            </a:extLst>
          </p:cNvPr>
          <p:cNvSpPr/>
          <p:nvPr/>
        </p:nvSpPr>
        <p:spPr bwMode="auto">
          <a:xfrm>
            <a:off x="367171" y="590154"/>
            <a:ext cx="3695245" cy="308537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01A738F-3F2D-E1F4-FD9C-26B2A570662E}"/>
              </a:ext>
            </a:extLst>
          </p:cNvPr>
          <p:cNvSpPr/>
          <p:nvPr/>
        </p:nvSpPr>
        <p:spPr bwMode="auto">
          <a:xfrm>
            <a:off x="581278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8DAA8B-164B-BD1A-3293-B632867294FE}"/>
              </a:ext>
            </a:extLst>
          </p:cNvPr>
          <p:cNvSpPr/>
          <p:nvPr/>
        </p:nvSpPr>
        <p:spPr bwMode="auto">
          <a:xfrm>
            <a:off x="581278" y="2328586"/>
            <a:ext cx="3267031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dev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303B977-15B4-153C-A69C-1C21D1572155}"/>
              </a:ext>
            </a:extLst>
          </p:cNvPr>
          <p:cNvSpPr/>
          <p:nvPr/>
        </p:nvSpPr>
        <p:spPr bwMode="auto">
          <a:xfrm>
            <a:off x="581278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025646-9568-6E8F-0398-1814BD048040}"/>
              </a:ext>
            </a:extLst>
          </p:cNvPr>
          <p:cNvSpPr/>
          <p:nvPr/>
        </p:nvSpPr>
        <p:spPr bwMode="auto">
          <a:xfrm>
            <a:off x="581278" y="2968133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dev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DE9FFB44-606B-1AA3-94F3-2AE9AEC5B350}"/>
              </a:ext>
            </a:extLst>
          </p:cNvPr>
          <p:cNvSpPr/>
          <p:nvPr/>
        </p:nvSpPr>
        <p:spPr bwMode="auto">
          <a:xfrm>
            <a:off x="4276523" y="590154"/>
            <a:ext cx="3695245" cy="3085373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AFF555F-ED12-529A-0D68-3038712CBA88}"/>
              </a:ext>
            </a:extLst>
          </p:cNvPr>
          <p:cNvSpPr/>
          <p:nvPr/>
        </p:nvSpPr>
        <p:spPr bwMode="auto">
          <a:xfrm>
            <a:off x="4490630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B938BA9-09F2-ABE9-7B47-52D88392EB7E}"/>
              </a:ext>
            </a:extLst>
          </p:cNvPr>
          <p:cNvSpPr/>
          <p:nvPr/>
        </p:nvSpPr>
        <p:spPr bwMode="auto">
          <a:xfrm>
            <a:off x="4490630" y="2328586"/>
            <a:ext cx="3267031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test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3043F6F-6282-9B6B-8BAE-555BF5817B13}"/>
              </a:ext>
            </a:extLst>
          </p:cNvPr>
          <p:cNvSpPr/>
          <p:nvPr/>
        </p:nvSpPr>
        <p:spPr bwMode="auto">
          <a:xfrm>
            <a:off x="4490630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1456399-447A-2544-6CF2-7587F0D8F2BA}"/>
              </a:ext>
            </a:extLst>
          </p:cNvPr>
          <p:cNvSpPr/>
          <p:nvPr/>
        </p:nvSpPr>
        <p:spPr bwMode="auto">
          <a:xfrm>
            <a:off x="4490630" y="2968133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test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19907E5-7069-E1B0-8BB2-00E9556C22D2}"/>
              </a:ext>
            </a:extLst>
          </p:cNvPr>
          <p:cNvSpPr/>
          <p:nvPr/>
        </p:nvSpPr>
        <p:spPr bwMode="auto">
          <a:xfrm>
            <a:off x="8159952" y="590154"/>
            <a:ext cx="3695245" cy="3085373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13716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B30B4A4-E3F8-5F8A-256B-83315F59A324}"/>
              </a:ext>
            </a:extLst>
          </p:cNvPr>
          <p:cNvSpPr/>
          <p:nvPr/>
        </p:nvSpPr>
        <p:spPr bwMode="auto">
          <a:xfrm>
            <a:off x="8374059" y="1689040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D9D2C2F-3136-8B83-20C3-6271122CFFEF}"/>
              </a:ext>
            </a:extLst>
          </p:cNvPr>
          <p:cNvSpPr/>
          <p:nvPr/>
        </p:nvSpPr>
        <p:spPr bwMode="auto">
          <a:xfrm>
            <a:off x="8374059" y="2328586"/>
            <a:ext cx="3267031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prod data files</a:t>
            </a:r>
            <a:endParaRPr lang="en-US" sz="105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CAFE4A6-9CB4-09CD-670C-ED707824DEBC}"/>
              </a:ext>
            </a:extLst>
          </p:cNvPr>
          <p:cNvSpPr/>
          <p:nvPr/>
        </p:nvSpPr>
        <p:spPr bwMode="auto">
          <a:xfrm>
            <a:off x="8374059" y="1049494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14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7666A40-BF4A-6054-AB85-BF14E54D406A}"/>
              </a:ext>
            </a:extLst>
          </p:cNvPr>
          <p:cNvSpPr/>
          <p:nvPr/>
        </p:nvSpPr>
        <p:spPr bwMode="auto">
          <a:xfrm>
            <a:off x="8374059" y="2968133"/>
            <a:ext cx="3267030" cy="52137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prod storage account</a:t>
            </a:r>
            <a:endParaRPr lang="en-US" sz="10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7375893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355D43-59C0-9C34-A078-23228550BB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9521" y="2244550"/>
            <a:ext cx="8297433" cy="25054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45113176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2B332-B10D-D7A1-C70A-DEE2D965E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B7D506D-9DB6-56C3-34A3-7025F65D4D7F}"/>
              </a:ext>
            </a:extLst>
          </p:cNvPr>
          <p:cNvSpPr/>
          <p:nvPr/>
        </p:nvSpPr>
        <p:spPr bwMode="auto">
          <a:xfrm>
            <a:off x="1908943" y="1981202"/>
            <a:ext cx="9126611" cy="259976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DB41DF-AEF7-EACB-CBEF-B139B294F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723" y="2101698"/>
            <a:ext cx="2936796" cy="234136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C504771-2B57-B0F9-4B5E-FFD242BF2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8237" y="2101697"/>
            <a:ext cx="4627744" cy="23413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Arrow: Right 9">
            <a:extLst>
              <a:ext uri="{FF2B5EF4-FFF2-40B4-BE49-F238E27FC236}">
                <a16:creationId xmlns:a16="http://schemas.microsoft.com/office/drawing/2014/main" id="{5BBD1075-1E6B-E13F-0345-41D668DC13C3}"/>
              </a:ext>
            </a:extLst>
          </p:cNvPr>
          <p:cNvSpPr/>
          <p:nvPr/>
        </p:nvSpPr>
        <p:spPr bwMode="auto">
          <a:xfrm>
            <a:off x="5015439" y="3168903"/>
            <a:ext cx="1166937" cy="475369"/>
          </a:xfrm>
          <a:prstGeom prst="rightArrow">
            <a:avLst>
              <a:gd name="adj1" fmla="val 62678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</p:spTree>
    <p:extLst>
      <p:ext uri="{BB962C8B-B14F-4D97-AF65-F5344CB8AC3E}">
        <p14:creationId xmlns:p14="http://schemas.microsoft.com/office/powerpoint/2010/main" val="507742836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2524661-05B7-816A-3BB6-33B3D520B0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3601" y="1844444"/>
            <a:ext cx="6249272" cy="3305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26557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11ED9-738A-F76D-BF98-7BEC528CF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0A41C63-A5C6-6E28-4FEC-5EB3B6E00003}"/>
              </a:ext>
            </a:extLst>
          </p:cNvPr>
          <p:cNvGrpSpPr/>
          <p:nvPr/>
        </p:nvGrpSpPr>
        <p:grpSpPr>
          <a:xfrm>
            <a:off x="1053583" y="708474"/>
            <a:ext cx="4621075" cy="958961"/>
            <a:chOff x="623277" y="717438"/>
            <a:chExt cx="4621075" cy="109343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2C8C80C-E0D0-AC3F-356D-930B960C3371}"/>
                </a:ext>
              </a:extLst>
            </p:cNvPr>
            <p:cNvSpPr/>
            <p:nvPr/>
          </p:nvSpPr>
          <p:spPr bwMode="auto">
            <a:xfrm>
              <a:off x="623277" y="717438"/>
              <a:ext cx="4621075" cy="109343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D30258E5-3A32-4FF5-D958-B1A72C737122}"/>
                </a:ext>
              </a:extLst>
            </p:cNvPr>
            <p:cNvSpPr/>
            <p:nvPr/>
          </p:nvSpPr>
          <p:spPr bwMode="auto">
            <a:xfrm flipH="1">
              <a:off x="2036715" y="985060"/>
              <a:ext cx="1779105" cy="555803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Update from GIT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211951-AD22-E515-0FC6-479E3C892FD5}"/>
                </a:ext>
              </a:extLst>
            </p:cNvPr>
            <p:cNvSpPr/>
            <p:nvPr/>
          </p:nvSpPr>
          <p:spPr bwMode="auto">
            <a:xfrm>
              <a:off x="3874960" y="836056"/>
              <a:ext cx="1261062" cy="85380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GIT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01BB4FC-1366-9464-EFA7-3D6987320FBC}"/>
                </a:ext>
              </a:extLst>
            </p:cNvPr>
            <p:cNvSpPr/>
            <p:nvPr/>
          </p:nvSpPr>
          <p:spPr bwMode="auto">
            <a:xfrm>
              <a:off x="747816" y="836059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>
                  <a:lumMod val="75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4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9984969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3C7A9A-4B84-3DBC-AD05-0C09E44FB8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297" y="416434"/>
            <a:ext cx="7494267" cy="41914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23663765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25E6E77-8A30-D875-931D-E71AA2B6B47B}"/>
              </a:ext>
            </a:extLst>
          </p:cNvPr>
          <p:cNvSpPr/>
          <p:nvPr/>
        </p:nvSpPr>
        <p:spPr bwMode="auto">
          <a:xfrm>
            <a:off x="903103" y="594377"/>
            <a:ext cx="7387457" cy="27584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 solution design with Medallion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3EFDA4-0605-D094-B6DF-3F85940CE8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463" y="961332"/>
            <a:ext cx="3449897" cy="181651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597693-3A42-51E6-9276-B711A4536B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9080" y="961332"/>
            <a:ext cx="3449897" cy="22836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16430065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9F29E08-9B84-CF8A-4E2D-49BE8B6BE4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199" y="223556"/>
            <a:ext cx="5042712" cy="51651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55753870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7AA8-FDDF-0FD1-6582-C416C5EF0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1CF3347-B2D3-274C-127B-32B4CC5052BE}"/>
              </a:ext>
            </a:extLst>
          </p:cNvPr>
          <p:cNvGrpSpPr/>
          <p:nvPr/>
        </p:nvGrpSpPr>
        <p:grpSpPr>
          <a:xfrm>
            <a:off x="856362" y="887768"/>
            <a:ext cx="4441780" cy="958961"/>
            <a:chOff x="1499629" y="3739975"/>
            <a:chExt cx="4170074" cy="110263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3245836-9D1C-9AC2-9968-EB8F1B468793}"/>
                </a:ext>
              </a:extLst>
            </p:cNvPr>
            <p:cNvSpPr/>
            <p:nvPr/>
          </p:nvSpPr>
          <p:spPr bwMode="auto">
            <a:xfrm>
              <a:off x="1499629" y="3739975"/>
              <a:ext cx="4170074" cy="110263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4" name="Arrow: Right 3">
              <a:extLst>
                <a:ext uri="{FF2B5EF4-FFF2-40B4-BE49-F238E27FC236}">
                  <a16:creationId xmlns:a16="http://schemas.microsoft.com/office/drawing/2014/main" id="{2F6D6202-FAE5-ADE6-0DA5-1224E10FC62D}"/>
                </a:ext>
              </a:extLst>
            </p:cNvPr>
            <p:cNvSpPr/>
            <p:nvPr/>
          </p:nvSpPr>
          <p:spPr bwMode="auto">
            <a:xfrm>
              <a:off x="2949384" y="4006166"/>
              <a:ext cx="1261062" cy="555803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C0931375-FE59-4EFC-6920-9D7802820302}"/>
                </a:ext>
              </a:extLst>
            </p:cNvPr>
            <p:cNvSpPr/>
            <p:nvPr/>
          </p:nvSpPr>
          <p:spPr bwMode="auto">
            <a:xfrm>
              <a:off x="4304880" y="3857162"/>
              <a:ext cx="1261062" cy="85380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integration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05116C4-85B4-83E8-D877-38A71A8144D1}"/>
                </a:ext>
              </a:extLst>
            </p:cNvPr>
            <p:cNvSpPr/>
            <p:nvPr/>
          </p:nvSpPr>
          <p:spPr bwMode="auto">
            <a:xfrm>
              <a:off x="1590499" y="3857165"/>
              <a:ext cx="1261062" cy="853809"/>
            </a:xfrm>
            <a:prstGeom prst="rect">
              <a:avLst/>
            </a:prstGeom>
            <a:solidFill>
              <a:schemeClr val="accent2">
                <a:lumMod val="50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ts val="20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ts val="20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9627246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65BD47B-8F89-A94D-6193-922593C63FDA}"/>
              </a:ext>
            </a:extLst>
          </p:cNvPr>
          <p:cNvGrpSpPr/>
          <p:nvPr/>
        </p:nvGrpSpPr>
        <p:grpSpPr>
          <a:xfrm>
            <a:off x="999796" y="475392"/>
            <a:ext cx="4728651" cy="958961"/>
            <a:chOff x="1499628" y="3750283"/>
            <a:chExt cx="4439397" cy="1102637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CE70D18-A46E-3353-F81D-8B99141106FA}"/>
                </a:ext>
              </a:extLst>
            </p:cNvPr>
            <p:cNvSpPr/>
            <p:nvPr/>
          </p:nvSpPr>
          <p:spPr bwMode="auto">
            <a:xfrm>
              <a:off x="1499628" y="3750283"/>
              <a:ext cx="4439397" cy="110263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5" name="Arrow: Right 4">
              <a:extLst>
                <a:ext uri="{FF2B5EF4-FFF2-40B4-BE49-F238E27FC236}">
                  <a16:creationId xmlns:a16="http://schemas.microsoft.com/office/drawing/2014/main" id="{40431711-4E9C-54BE-8982-303C7C24A803}"/>
                </a:ext>
              </a:extLst>
            </p:cNvPr>
            <p:cNvSpPr/>
            <p:nvPr/>
          </p:nvSpPr>
          <p:spPr bwMode="auto">
            <a:xfrm>
              <a:off x="2949384" y="4006166"/>
              <a:ext cx="1603938" cy="555803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2486A9C-506E-D23F-784F-75F2CB33B26A}"/>
                </a:ext>
              </a:extLst>
            </p:cNvPr>
            <p:cNvSpPr/>
            <p:nvPr/>
          </p:nvSpPr>
          <p:spPr bwMode="auto">
            <a:xfrm>
              <a:off x="4574203" y="3857162"/>
              <a:ext cx="1261062" cy="85380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integration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9D1545-1B35-CDED-4887-B6796542A87B}"/>
                </a:ext>
              </a:extLst>
            </p:cNvPr>
            <p:cNvSpPr/>
            <p:nvPr/>
          </p:nvSpPr>
          <p:spPr bwMode="auto">
            <a:xfrm>
              <a:off x="1590499" y="3857165"/>
              <a:ext cx="1261062" cy="85380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ts val="20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8270882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FE26F-3C1D-8755-6A70-7311DE4180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32A5646-53EF-CC91-5539-154467FA0970}"/>
              </a:ext>
            </a:extLst>
          </p:cNvPr>
          <p:cNvSpPr/>
          <p:nvPr/>
        </p:nvSpPr>
        <p:spPr bwMode="auto">
          <a:xfrm>
            <a:off x="1275345" y="638804"/>
            <a:ext cx="7986164" cy="105059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4C32AA54-935F-0A9A-07DC-D577321235D6}"/>
              </a:ext>
            </a:extLst>
          </p:cNvPr>
          <p:cNvSpPr/>
          <p:nvPr/>
        </p:nvSpPr>
        <p:spPr bwMode="auto">
          <a:xfrm>
            <a:off x="2855423" y="88214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Create 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5E4E8C-2DB5-4BF9-48CF-EDFE240FAC15}"/>
              </a:ext>
            </a:extLst>
          </p:cNvPr>
          <p:cNvSpPr/>
          <p:nvPr/>
        </p:nvSpPr>
        <p:spPr bwMode="auto">
          <a:xfrm>
            <a:off x="4586109" y="740446"/>
            <a:ext cx="1343228" cy="81197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28A12A-0CD5-635C-2146-70D3554B469E}"/>
              </a:ext>
            </a:extLst>
          </p:cNvPr>
          <p:cNvSpPr/>
          <p:nvPr/>
        </p:nvSpPr>
        <p:spPr bwMode="auto">
          <a:xfrm>
            <a:off x="1407998" y="740449"/>
            <a:ext cx="1343228" cy="81197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9CAB6515-99DD-781F-3CB0-24E9A9DE9906}"/>
              </a:ext>
            </a:extLst>
          </p:cNvPr>
          <p:cNvSpPr/>
          <p:nvPr/>
        </p:nvSpPr>
        <p:spPr bwMode="auto">
          <a:xfrm>
            <a:off x="6002037" y="87317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CB06631-2901-1BAF-6B0A-90B6646F3644}"/>
              </a:ext>
            </a:extLst>
          </p:cNvPr>
          <p:cNvSpPr/>
          <p:nvPr/>
        </p:nvSpPr>
        <p:spPr bwMode="auto">
          <a:xfrm>
            <a:off x="7783281" y="743543"/>
            <a:ext cx="1343228" cy="8119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004167463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BE7259A4-B068-D358-3746-E071FE213BC2}"/>
              </a:ext>
            </a:extLst>
          </p:cNvPr>
          <p:cNvGrpSpPr/>
          <p:nvPr/>
        </p:nvGrpSpPr>
        <p:grpSpPr>
          <a:xfrm>
            <a:off x="1334183" y="849630"/>
            <a:ext cx="7155393" cy="2647632"/>
            <a:chOff x="903877" y="552767"/>
            <a:chExt cx="7084299" cy="264763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68E41BF-198F-ADB2-976A-3D675BD4F4A3}"/>
                </a:ext>
              </a:extLst>
            </p:cNvPr>
            <p:cNvSpPr/>
            <p:nvPr/>
          </p:nvSpPr>
          <p:spPr bwMode="auto">
            <a:xfrm>
              <a:off x="903877" y="552767"/>
              <a:ext cx="7084299" cy="26476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17" name="Arrow: Right 16">
              <a:extLst>
                <a:ext uri="{FF2B5EF4-FFF2-40B4-BE49-F238E27FC236}">
                  <a16:creationId xmlns:a16="http://schemas.microsoft.com/office/drawing/2014/main" id="{F6A5552B-DB7D-6F2C-D43E-359301F3F785}"/>
                </a:ext>
              </a:extLst>
            </p:cNvPr>
            <p:cNvSpPr/>
            <p:nvPr/>
          </p:nvSpPr>
          <p:spPr bwMode="auto">
            <a:xfrm>
              <a:off x="2273039" y="783360"/>
              <a:ext cx="1379762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24A5E3C-6460-C90A-2236-7D9CC73FAC5D}"/>
                </a:ext>
              </a:extLst>
            </p:cNvPr>
            <p:cNvSpPr/>
            <p:nvPr/>
          </p:nvSpPr>
          <p:spPr bwMode="auto">
            <a:xfrm>
              <a:off x="3715678" y="668205"/>
              <a:ext cx="1186321" cy="66236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892E4E2-6A87-28AF-09B0-E47A47A426AB}"/>
                </a:ext>
              </a:extLst>
            </p:cNvPr>
            <p:cNvSpPr/>
            <p:nvPr/>
          </p:nvSpPr>
          <p:spPr bwMode="auto">
            <a:xfrm>
              <a:off x="1021976" y="668207"/>
              <a:ext cx="1186321" cy="6623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feature_1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23" name="Arrow: Right 22">
              <a:extLst>
                <a:ext uri="{FF2B5EF4-FFF2-40B4-BE49-F238E27FC236}">
                  <a16:creationId xmlns:a16="http://schemas.microsoft.com/office/drawing/2014/main" id="{8412FFAF-0907-EB59-9520-B3B410ADD753}"/>
                </a:ext>
              </a:extLst>
            </p:cNvPr>
            <p:cNvSpPr/>
            <p:nvPr/>
          </p:nvSpPr>
          <p:spPr bwMode="auto">
            <a:xfrm>
              <a:off x="4957268" y="776070"/>
              <a:ext cx="1343229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64DB877-9ECF-4540-F069-230B4F3C13EE}"/>
                </a:ext>
              </a:extLst>
            </p:cNvPr>
            <p:cNvSpPr/>
            <p:nvPr/>
          </p:nvSpPr>
          <p:spPr bwMode="auto">
            <a:xfrm>
              <a:off x="6375842" y="668206"/>
              <a:ext cx="1469571" cy="2407899"/>
            </a:xfrm>
            <a:prstGeom prst="rect">
              <a:avLst/>
            </a:prstGeom>
            <a:solidFill>
              <a:schemeClr val="accent4">
                <a:lumMod val="7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integration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28" name="Arrow: Right 27">
              <a:extLst>
                <a:ext uri="{FF2B5EF4-FFF2-40B4-BE49-F238E27FC236}">
                  <a16:creationId xmlns:a16="http://schemas.microsoft.com/office/drawing/2014/main" id="{F5F65CC7-3AD5-CA86-92AD-825F78A88999}"/>
                </a:ext>
              </a:extLst>
            </p:cNvPr>
            <p:cNvSpPr/>
            <p:nvPr/>
          </p:nvSpPr>
          <p:spPr bwMode="auto">
            <a:xfrm>
              <a:off x="2273039" y="1551298"/>
              <a:ext cx="1379762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5AD9694-A812-8979-B114-9E3D37CB0181}"/>
                </a:ext>
              </a:extLst>
            </p:cNvPr>
            <p:cNvSpPr/>
            <p:nvPr/>
          </p:nvSpPr>
          <p:spPr bwMode="auto">
            <a:xfrm>
              <a:off x="3715678" y="1436143"/>
              <a:ext cx="1186321" cy="66236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1247A8C-069D-08DF-EC00-41649767EC9E}"/>
                </a:ext>
              </a:extLst>
            </p:cNvPr>
            <p:cNvSpPr/>
            <p:nvPr/>
          </p:nvSpPr>
          <p:spPr bwMode="auto">
            <a:xfrm>
              <a:off x="1021976" y="1436145"/>
              <a:ext cx="1186321" cy="6623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feature_2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31" name="Arrow: Right 30">
              <a:extLst>
                <a:ext uri="{FF2B5EF4-FFF2-40B4-BE49-F238E27FC236}">
                  <a16:creationId xmlns:a16="http://schemas.microsoft.com/office/drawing/2014/main" id="{622F39B9-C40C-E76D-415D-39D24E90A9E0}"/>
                </a:ext>
              </a:extLst>
            </p:cNvPr>
            <p:cNvSpPr/>
            <p:nvPr/>
          </p:nvSpPr>
          <p:spPr bwMode="auto">
            <a:xfrm>
              <a:off x="4957268" y="1544008"/>
              <a:ext cx="1343229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sp>
          <p:nvSpPr>
            <p:cNvPr id="33" name="Arrow: Right 32">
              <a:extLst>
                <a:ext uri="{FF2B5EF4-FFF2-40B4-BE49-F238E27FC236}">
                  <a16:creationId xmlns:a16="http://schemas.microsoft.com/office/drawing/2014/main" id="{8A8F427D-3877-42E6-742A-869B26BE2F75}"/>
                </a:ext>
              </a:extLst>
            </p:cNvPr>
            <p:cNvSpPr/>
            <p:nvPr/>
          </p:nvSpPr>
          <p:spPr bwMode="auto">
            <a:xfrm>
              <a:off x="2280160" y="2528897"/>
              <a:ext cx="1379762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Commit to GIT</a:t>
              </a: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60D25400-356C-46A4-1D4F-4513F75F1EE2}"/>
                </a:ext>
              </a:extLst>
            </p:cNvPr>
            <p:cNvSpPr/>
            <p:nvPr/>
          </p:nvSpPr>
          <p:spPr bwMode="auto">
            <a:xfrm>
              <a:off x="3722798" y="2413742"/>
              <a:ext cx="1186321" cy="662363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branch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576AF5B-A037-0D34-D663-86CB7CEC6EC6}"/>
                </a:ext>
              </a:extLst>
            </p:cNvPr>
            <p:cNvSpPr/>
            <p:nvPr/>
          </p:nvSpPr>
          <p:spPr bwMode="auto">
            <a:xfrm>
              <a:off x="1029097" y="2413744"/>
              <a:ext cx="1186321" cy="6623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feature_N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36" name="Arrow: Right 35">
              <a:extLst>
                <a:ext uri="{FF2B5EF4-FFF2-40B4-BE49-F238E27FC236}">
                  <a16:creationId xmlns:a16="http://schemas.microsoft.com/office/drawing/2014/main" id="{72D15B01-0B49-6915-16AD-CD44E7EB2277}"/>
                </a:ext>
              </a:extLst>
            </p:cNvPr>
            <p:cNvSpPr/>
            <p:nvPr/>
          </p:nvSpPr>
          <p:spPr bwMode="auto">
            <a:xfrm>
              <a:off x="4964388" y="2521607"/>
              <a:ext cx="1343229" cy="431177"/>
            </a:xfrm>
            <a:prstGeom prst="rightArrow">
              <a:avLst>
                <a:gd name="adj1" fmla="val 62678"/>
                <a:gd name="adj2" fmla="val 58330"/>
              </a:avLst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ea typeface="Segoe UI" pitchFamily="34" charset="0"/>
                  <a:cs typeface="Segoe UI" pitchFamily="34" charset="0"/>
                </a:rPr>
                <a:t>Pull Request</a:t>
              </a: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41C3F50-C173-3212-672F-BA222726A61D}"/>
                </a:ext>
              </a:extLst>
            </p:cNvPr>
            <p:cNvCxnSpPr>
              <a:cxnSpLocks/>
            </p:cNvCxnSpPr>
            <p:nvPr/>
          </p:nvCxnSpPr>
          <p:spPr>
            <a:xfrm>
              <a:off x="1047027" y="2268071"/>
              <a:ext cx="5253470" cy="0"/>
            </a:xfrm>
            <a:prstGeom prst="line">
              <a:avLst/>
            </a:prstGeom>
            <a:ln w="19050">
              <a:solidFill>
                <a:schemeClr val="tx1">
                  <a:lumMod val="60000"/>
                  <a:lumOff val="40000"/>
                </a:schemeClr>
              </a:solidFill>
              <a:prstDash val="sysDot"/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482793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3B8B2D02-66AE-8312-7C68-D65660629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6311" y="579525"/>
            <a:ext cx="4514843" cy="356216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01460325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6FDF045-68AB-BA8E-F987-F193D151EB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443" y="434547"/>
            <a:ext cx="6001588" cy="6125430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87376809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708E7-1FEB-5605-CF24-303D2CEC9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47DC44-79C7-AC2D-0257-5C3BD3FE0C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059" y="890850"/>
            <a:ext cx="3370982" cy="1472504"/>
          </a:xfrm>
          <a:prstGeom prst="rect">
            <a:avLst/>
          </a:prstGeom>
          <a:ln>
            <a:noFill/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8E5FE1C-9106-3B81-48EF-11D49C3DFE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513" y="568962"/>
            <a:ext cx="6154009" cy="451548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56519074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2521B9-C16B-B9BE-5A0C-D0AC83891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848" y="917069"/>
            <a:ext cx="6830378" cy="552527"/>
          </a:xfrm>
          <a:prstGeom prst="rect">
            <a:avLst/>
          </a:prstGeom>
          <a:ln>
            <a:solidFill>
              <a:schemeClr val="tx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39121256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6C8E1B4-C7B8-A398-459C-A9F370763E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7" y="474937"/>
            <a:ext cx="10087722" cy="30223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89774159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DB6E530-A653-DBDB-F8B4-EC82B216A1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284" y="877528"/>
            <a:ext cx="9421906" cy="52394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4151043"/>
      </p:ext>
    </p:extLst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B000CA16-DD7F-3FFC-6CE8-27CCD2E52A0F}"/>
              </a:ext>
            </a:extLst>
          </p:cNvPr>
          <p:cNvGrpSpPr/>
          <p:nvPr/>
        </p:nvGrpSpPr>
        <p:grpSpPr>
          <a:xfrm>
            <a:off x="1446963" y="981175"/>
            <a:ext cx="6903218" cy="3531190"/>
            <a:chOff x="1446963" y="783953"/>
            <a:chExt cx="6390751" cy="453485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5CDE0593-E92A-B4AF-067E-88990EC25C23}"/>
                </a:ext>
              </a:extLst>
            </p:cNvPr>
            <p:cNvSpPr/>
            <p:nvPr/>
          </p:nvSpPr>
          <p:spPr bwMode="auto">
            <a:xfrm>
              <a:off x="1446963" y="1317204"/>
              <a:ext cx="6390751" cy="400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B3B96C0-05B9-467B-0AE5-F84ED0A49675}"/>
                </a:ext>
              </a:extLst>
            </p:cNvPr>
            <p:cNvSpPr/>
            <p:nvPr/>
          </p:nvSpPr>
          <p:spPr bwMode="auto">
            <a:xfrm>
              <a:off x="1446963" y="783953"/>
              <a:ext cx="6390751" cy="53325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00EFEF8-50CB-18EA-9929-4AE399C06E90}"/>
              </a:ext>
            </a:extLst>
          </p:cNvPr>
          <p:cNvGrpSpPr/>
          <p:nvPr/>
        </p:nvGrpSpPr>
        <p:grpSpPr>
          <a:xfrm>
            <a:off x="1563619" y="1540713"/>
            <a:ext cx="4300599" cy="2810223"/>
            <a:chOff x="1734441" y="1741680"/>
            <a:chExt cx="4300599" cy="3683367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2E05B73-3815-B0BE-9A65-3E8720EBF8DD}"/>
                </a:ext>
              </a:extLst>
            </p:cNvPr>
            <p:cNvGrpSpPr/>
            <p:nvPr/>
          </p:nvGrpSpPr>
          <p:grpSpPr>
            <a:xfrm>
              <a:off x="1734441" y="1741680"/>
              <a:ext cx="2349433" cy="3683367"/>
              <a:chOff x="1734441" y="1741680"/>
              <a:chExt cx="2349433" cy="3683367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F1E8789E-C083-1E95-B1F8-2B3A91218B73}"/>
                  </a:ext>
                </a:extLst>
              </p:cNvPr>
              <p:cNvSpPr/>
              <p:nvPr/>
            </p:nvSpPr>
            <p:spPr bwMode="auto">
              <a:xfrm>
                <a:off x="1734443" y="2515196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Pipeline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341B282-8C89-52C8-7FD4-871B7B8F640D}"/>
                  </a:ext>
                </a:extLst>
              </p:cNvPr>
              <p:cNvSpPr/>
              <p:nvPr/>
            </p:nvSpPr>
            <p:spPr bwMode="auto">
              <a:xfrm>
                <a:off x="1734443" y="1741680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Notebook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22DC64C-305C-F2CF-9ECE-638CE90AF008}"/>
                  </a:ext>
                </a:extLst>
              </p:cNvPr>
              <p:cNvSpPr/>
              <p:nvPr/>
            </p:nvSpPr>
            <p:spPr bwMode="auto">
              <a:xfrm>
                <a:off x="1734443" y="3288712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Copyjob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5FC9D02-A88E-2BE4-6643-058D6FBAC13E}"/>
                  </a:ext>
                </a:extLst>
              </p:cNvPr>
              <p:cNvSpPr/>
              <p:nvPr/>
            </p:nvSpPr>
            <p:spPr bwMode="auto">
              <a:xfrm>
                <a:off x="1734442" y="4062228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Dataflow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84DCB22-DFF6-0664-8481-CB833696C445}"/>
                  </a:ext>
                </a:extLst>
              </p:cNvPr>
              <p:cNvSpPr/>
              <p:nvPr/>
            </p:nvSpPr>
            <p:spPr bwMode="auto">
              <a:xfrm>
                <a:off x="1734441" y="4835743"/>
                <a:ext cx="2349431" cy="589304"/>
              </a:xfrm>
              <a:prstGeom prst="rect">
                <a:avLst/>
              </a:prstGeom>
              <a:solidFill>
                <a:srgbClr val="D9E6FF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Lakehouse Shortcut</a:t>
                </a:r>
              </a:p>
            </p:txBody>
          </p:sp>
        </p:grp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EADED1FF-0783-31E6-3C4C-A433E4FB1F30}"/>
                </a:ext>
              </a:extLst>
            </p:cNvPr>
            <p:cNvCxnSpPr>
              <a:cxnSpLocks/>
              <a:stCxn id="30" idx="3"/>
            </p:cNvCxnSpPr>
            <p:nvPr/>
          </p:nvCxnSpPr>
          <p:spPr>
            <a:xfrm>
              <a:off x="4083874" y="2036332"/>
              <a:ext cx="1951166" cy="902678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1C40E68-C70C-C089-3408-C58644FF9697}"/>
                </a:ext>
              </a:extLst>
            </p:cNvPr>
            <p:cNvCxnSpPr>
              <a:cxnSpLocks/>
            </p:cNvCxnSpPr>
            <p:nvPr/>
          </p:nvCxnSpPr>
          <p:spPr>
            <a:xfrm>
              <a:off x="4083872" y="3615894"/>
              <a:ext cx="1734124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D2B30A7-045F-9314-CFE5-AF0CE9E851C3}"/>
                </a:ext>
              </a:extLst>
            </p:cNvPr>
            <p:cNvCxnSpPr>
              <a:cxnSpLocks/>
              <a:stCxn id="2" idx="3"/>
            </p:cNvCxnSpPr>
            <p:nvPr/>
          </p:nvCxnSpPr>
          <p:spPr>
            <a:xfrm>
              <a:off x="4083874" y="2809848"/>
              <a:ext cx="1814508" cy="407500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70E49DD-D107-BCAE-1242-9B9C232D9085}"/>
                </a:ext>
              </a:extLst>
            </p:cNvPr>
            <p:cNvCxnSpPr>
              <a:cxnSpLocks/>
              <a:stCxn id="32" idx="3"/>
            </p:cNvCxnSpPr>
            <p:nvPr/>
          </p:nvCxnSpPr>
          <p:spPr>
            <a:xfrm flipV="1">
              <a:off x="4083873" y="3960451"/>
              <a:ext cx="1765607" cy="396429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5F4B33AA-4001-FD2B-17AA-3F8C59CE14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78066" y="4276562"/>
              <a:ext cx="1900702" cy="853833"/>
            </a:xfrm>
            <a:prstGeom prst="straightConnector1">
              <a:avLst/>
            </a:prstGeom>
            <a:ln>
              <a:solidFill>
                <a:schemeClr val="tx1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E6AE63BF-BD04-8C63-D239-D13099D85110}"/>
              </a:ext>
            </a:extLst>
          </p:cNvPr>
          <p:cNvGrpSpPr/>
          <p:nvPr/>
        </p:nvGrpSpPr>
        <p:grpSpPr>
          <a:xfrm>
            <a:off x="6077397" y="2490399"/>
            <a:ext cx="1919206" cy="1045579"/>
            <a:chOff x="2480209" y="3989407"/>
            <a:chExt cx="2202323" cy="117311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F849CE5-FB11-3825-5F47-373265281DDE}"/>
                </a:ext>
              </a:extLst>
            </p:cNvPr>
            <p:cNvSpPr/>
            <p:nvPr/>
          </p:nvSpPr>
          <p:spPr bwMode="auto">
            <a:xfrm>
              <a:off x="2480209" y="4267200"/>
              <a:ext cx="2202323" cy="89532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var1 - string - 'foo'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var2 - string - 'bar'</a:t>
              </a:r>
              <a:endParaRPr lang="en-US" sz="900" dirty="0">
                <a:solidFill>
                  <a:schemeClr val="accent5">
                    <a:lumMod val="75000"/>
                  </a:schemeClr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  <a:p>
              <a:pPr marL="111125" indent="-111125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var3 - integer - 42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841F01C4-3B54-FBE4-1E80-1583D6C74469}"/>
                </a:ext>
              </a:extLst>
            </p:cNvPr>
            <p:cNvSpPr/>
            <p:nvPr/>
          </p:nvSpPr>
          <p:spPr bwMode="auto">
            <a:xfrm>
              <a:off x="2480209" y="3989407"/>
              <a:ext cx="2202323" cy="27779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ts val="60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Variable Library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43001775"/>
      </p:ext>
    </p:extLst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421CA-FF99-E3D1-CE60-0086F2D7A3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901B015-973F-06CE-FD81-00149E6E17F4}"/>
              </a:ext>
            </a:extLst>
          </p:cNvPr>
          <p:cNvSpPr/>
          <p:nvPr/>
        </p:nvSpPr>
        <p:spPr bwMode="auto">
          <a:xfrm>
            <a:off x="1520534" y="1931276"/>
            <a:ext cx="7333768" cy="275005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4F9AF17D-1D9B-436B-5614-B0D9C658D335}"/>
              </a:ext>
            </a:extLst>
          </p:cNvPr>
          <p:cNvSpPr/>
          <p:nvPr/>
        </p:nvSpPr>
        <p:spPr bwMode="auto">
          <a:xfrm rot="5400000">
            <a:off x="7544354" y="3376453"/>
            <a:ext cx="528689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444DA0A-CAB9-EDA1-F4A0-51C0BA509F9C}"/>
              </a:ext>
            </a:extLst>
          </p:cNvPr>
          <p:cNvSpPr/>
          <p:nvPr/>
        </p:nvSpPr>
        <p:spPr bwMode="auto">
          <a:xfrm>
            <a:off x="1763495" y="2095884"/>
            <a:ext cx="1632212" cy="124366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8D3E5D-8480-2E3B-57B6-0E47E533F981}"/>
              </a:ext>
            </a:extLst>
          </p:cNvPr>
          <p:cNvSpPr/>
          <p:nvPr/>
        </p:nvSpPr>
        <p:spPr bwMode="auto">
          <a:xfrm>
            <a:off x="4374699" y="2113590"/>
            <a:ext cx="1625443" cy="12259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FEA7539D-2D62-62A9-0A25-2046C96F48EE}"/>
              </a:ext>
            </a:extLst>
          </p:cNvPr>
          <p:cNvSpPr/>
          <p:nvPr/>
        </p:nvSpPr>
        <p:spPr bwMode="auto">
          <a:xfrm>
            <a:off x="346300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2DFEE4-419D-F5DF-51D6-AD80EF95AEC2}"/>
              </a:ext>
            </a:extLst>
          </p:cNvPr>
          <p:cNvSpPr/>
          <p:nvPr/>
        </p:nvSpPr>
        <p:spPr bwMode="auto">
          <a:xfrm>
            <a:off x="6995979" y="2113590"/>
            <a:ext cx="1625443" cy="1225958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25749CE5-BE50-45C7-AB51-976A6A8BE75C}"/>
              </a:ext>
            </a:extLst>
          </p:cNvPr>
          <p:cNvSpPr/>
          <p:nvPr/>
        </p:nvSpPr>
        <p:spPr bwMode="auto">
          <a:xfrm>
            <a:off x="6084285" y="2489290"/>
            <a:ext cx="879837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1" name="Graphic 10" descr="Database with solid fill">
            <a:extLst>
              <a:ext uri="{FF2B5EF4-FFF2-40B4-BE49-F238E27FC236}">
                <a16:creationId xmlns:a16="http://schemas.microsoft.com/office/drawing/2014/main" id="{1EB11C1E-650E-D561-CC26-EA7B7C4736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22399" y="3916017"/>
            <a:ext cx="914400" cy="587721"/>
          </a:xfrm>
          <a:prstGeom prst="rect">
            <a:avLst/>
          </a:prstGeom>
        </p:spPr>
      </p:pic>
      <p:pic>
        <p:nvPicPr>
          <p:cNvPr id="13" name="Graphic 12" descr="Database outline">
            <a:extLst>
              <a:ext uri="{FF2B5EF4-FFF2-40B4-BE49-F238E27FC236}">
                <a16:creationId xmlns:a16="http://schemas.microsoft.com/office/drawing/2014/main" id="{0274E0E5-2194-0DB1-EA46-B717AFE8404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594644" y="3806169"/>
            <a:ext cx="1185548" cy="708026"/>
          </a:xfrm>
          <a:prstGeom prst="rect">
            <a:avLst/>
          </a:prstGeom>
        </p:spPr>
      </p:pic>
      <p:pic>
        <p:nvPicPr>
          <p:cNvPr id="14" name="Graphic 13" descr="Database outline">
            <a:extLst>
              <a:ext uri="{FF2B5EF4-FFF2-40B4-BE49-F238E27FC236}">
                <a16:creationId xmlns:a16="http://schemas.microsoft.com/office/drawing/2014/main" id="{6BF15019-DA71-DB66-A01E-86779A6107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010359" y="3793467"/>
            <a:ext cx="1625443" cy="806383"/>
          </a:xfrm>
          <a:prstGeom prst="rect">
            <a:avLst/>
          </a:prstGeom>
        </p:spPr>
      </p:pic>
      <p:sp>
        <p:nvSpPr>
          <p:cNvPr id="15" name="Arrow: Right 14">
            <a:extLst>
              <a:ext uri="{FF2B5EF4-FFF2-40B4-BE49-F238E27FC236}">
                <a16:creationId xmlns:a16="http://schemas.microsoft.com/office/drawing/2014/main" id="{2ADC86ED-0D20-0559-3154-EF9A107C860E}"/>
              </a:ext>
            </a:extLst>
          </p:cNvPr>
          <p:cNvSpPr/>
          <p:nvPr/>
        </p:nvSpPr>
        <p:spPr bwMode="auto">
          <a:xfrm rot="5400000">
            <a:off x="2291365" y="3438927"/>
            <a:ext cx="576468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E0BD12D-627A-E3BA-E877-45EEBC3DDBC7}"/>
              </a:ext>
            </a:extLst>
          </p:cNvPr>
          <p:cNvSpPr/>
          <p:nvPr/>
        </p:nvSpPr>
        <p:spPr bwMode="auto">
          <a:xfrm rot="5400000">
            <a:off x="4936453" y="3389834"/>
            <a:ext cx="501930" cy="377711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bg1"/>
          </a:solidFill>
          <a:ln w="19050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54554338"/>
      </p:ext>
    </p:extLst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CF8D9D-4981-2158-E260-5A58588EE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4493" y="1901602"/>
            <a:ext cx="10307488" cy="31913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36226808"/>
      </p:ext>
    </p:extLst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990B4B1-4927-ED10-E291-459DB7E071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9054241"/>
              </p:ext>
            </p:extLst>
          </p:nvPr>
        </p:nvGraphicFramePr>
        <p:xfrm>
          <a:off x="938002" y="769646"/>
          <a:ext cx="621179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818698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43951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3449144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devcamp.database.windows.net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product-sales-dev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6545251"/>
      </p:ext>
    </p:extLst>
  </p:cSld>
  <p:clrMapOvr>
    <a:masterClrMapping/>
  </p:clrMapOvr>
  <p:transition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3BBBEE-745B-2785-F381-4F9608C8E4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B327FB1-9162-9A00-B432-7F75D4063645}"/>
              </a:ext>
            </a:extLst>
          </p:cNvPr>
          <p:cNvSpPr/>
          <p:nvPr/>
        </p:nvSpPr>
        <p:spPr bwMode="auto">
          <a:xfrm>
            <a:off x="523888" y="904352"/>
            <a:ext cx="9001949" cy="229102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Variable Library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9A29033-571B-BAB1-DC72-DCFD70AED744}"/>
              </a:ext>
            </a:extLst>
          </p:cNvPr>
          <p:cNvSpPr/>
          <p:nvPr/>
        </p:nvSpPr>
        <p:spPr bwMode="auto">
          <a:xfrm>
            <a:off x="5351867" y="1316334"/>
            <a:ext cx="3949001" cy="164792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91440" rIns="18288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i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Value Sets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BCEA7F7-02CF-5F56-A6BD-5962406319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94252"/>
              </p:ext>
            </p:extLst>
          </p:nvPr>
        </p:nvGraphicFramePr>
        <p:xfrm>
          <a:off x="5698762" y="1487447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test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test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D42D2D-8C4F-B36D-3B19-2EA9993895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1603789"/>
              </p:ext>
            </p:extLst>
          </p:nvPr>
        </p:nvGraphicFramePr>
        <p:xfrm>
          <a:off x="7589527" y="1497931"/>
          <a:ext cx="1532101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532101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prod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prod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7F63ACF-DA37-0B04-2BA8-F496FBF0E0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9008420"/>
              </p:ext>
            </p:extLst>
          </p:nvPr>
        </p:nvGraphicFramePr>
        <p:xfrm>
          <a:off x="730675" y="1487447"/>
          <a:ext cx="4379433" cy="11125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13920">
                  <a:extLst>
                    <a:ext uri="{9D8B030D-6E8A-4147-A177-3AD203B41FA5}">
                      <a16:colId xmlns:a16="http://schemas.microsoft.com/office/drawing/2014/main" val="2828518658"/>
                    </a:ext>
                  </a:extLst>
                </a:gridCol>
                <a:gridCol w="964096">
                  <a:extLst>
                    <a:ext uri="{9D8B030D-6E8A-4147-A177-3AD203B41FA5}">
                      <a16:colId xmlns:a16="http://schemas.microsoft.com/office/drawing/2014/main" val="374367942"/>
                    </a:ext>
                  </a:extLst>
                </a:gridCol>
                <a:gridCol w="1401417">
                  <a:extLst>
                    <a:ext uri="{9D8B030D-6E8A-4147-A177-3AD203B41FA5}">
                      <a16:colId xmlns:a16="http://schemas.microsoft.com/office/drawing/2014/main" val="10520716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/>
                        <a:t>Variable 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Default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3277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database_server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50331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kern="1200" noProof="1">
                          <a:solidFill>
                            <a:schemeClr val="dk1"/>
                          </a:solidFill>
                          <a:effectLst/>
                          <a:latin typeface="Lucida Console" panose="020B0609040504020204" pitchFamily="49" charset="0"/>
                        </a:rPr>
                        <a:t>database_name</a:t>
                      </a:r>
                      <a:endParaRPr lang="en-US" sz="1400" b="1" kern="1200" noProof="1">
                        <a:solidFill>
                          <a:schemeClr val="dk1"/>
                        </a:solidFill>
                        <a:effectLst/>
                        <a:latin typeface="Lucida Console" panose="020B0609040504020204" pitchFamily="49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noProof="1">
                          <a:latin typeface="Lucida Console" panose="020B0609040504020204" pitchFamily="49" charset="0"/>
                        </a:rPr>
                        <a:t>String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32742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noProof="1">
                          <a:solidFill>
                            <a:schemeClr val="tx1"/>
                          </a:solidFill>
                          <a:effectLst/>
                          <a:latin typeface="Lucida Console" panose="020B0609040504020204" pitchFamily="49" charset="0"/>
                          <a:ea typeface="+mn-ea"/>
                          <a:cs typeface="+mn-cs"/>
                        </a:rPr>
                        <a:t>dev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8685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0660620"/>
      </p:ext>
    </p:extLst>
  </p:cSld>
  <p:clrMapOvr>
    <a:masterClrMapping/>
  </p:clrMapOvr>
  <p:transition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A8C2D-FE3A-4701-1749-9C9F063B10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6F632949-FEEC-DEF6-1199-411E30FFD8E8}"/>
              </a:ext>
            </a:extLst>
          </p:cNvPr>
          <p:cNvGrpSpPr/>
          <p:nvPr/>
        </p:nvGrpSpPr>
        <p:grpSpPr>
          <a:xfrm>
            <a:off x="1351722" y="1182756"/>
            <a:ext cx="10183786" cy="1942281"/>
            <a:chOff x="1664104" y="1182756"/>
            <a:chExt cx="9871404" cy="1942281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3B698D-3A46-0F39-E8C3-EE0ED46C7609}"/>
                </a:ext>
              </a:extLst>
            </p:cNvPr>
            <p:cNvGrpSpPr/>
            <p:nvPr/>
          </p:nvGrpSpPr>
          <p:grpSpPr>
            <a:xfrm>
              <a:off x="1664104" y="1182756"/>
              <a:ext cx="9871404" cy="1942281"/>
              <a:chOff x="1664104" y="773980"/>
              <a:chExt cx="6857927" cy="1667072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8BCB1775-D766-2154-B630-602CCBBBA5DB}"/>
                  </a:ext>
                </a:extLst>
              </p:cNvPr>
              <p:cNvSpPr/>
              <p:nvPr/>
            </p:nvSpPr>
            <p:spPr bwMode="auto">
              <a:xfrm>
                <a:off x="1664104" y="773980"/>
                <a:ext cx="1632212" cy="166707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EBAD41E3-23BF-CCC2-826E-F7CEB57CF786}"/>
                  </a:ext>
                </a:extLst>
              </p:cNvPr>
              <p:cNvSpPr/>
              <p:nvPr/>
            </p:nvSpPr>
            <p:spPr bwMode="auto">
              <a:xfrm>
                <a:off x="427530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workspace</a:t>
                </a:r>
              </a:p>
            </p:txBody>
          </p:sp>
          <p:sp>
            <p:nvSpPr>
              <p:cNvPr id="4" name="Arrow: Right 3">
                <a:extLst>
                  <a:ext uri="{FF2B5EF4-FFF2-40B4-BE49-F238E27FC236}">
                    <a16:creationId xmlns:a16="http://schemas.microsoft.com/office/drawing/2014/main" id="{C557B895-DB1B-211E-1427-12E77D99C9CF}"/>
                  </a:ext>
                </a:extLst>
              </p:cNvPr>
              <p:cNvSpPr/>
              <p:nvPr/>
            </p:nvSpPr>
            <p:spPr bwMode="auto">
              <a:xfrm>
                <a:off x="336361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BC67C6E-8CEA-495E-7ABE-6E35CD889B70}"/>
                  </a:ext>
                </a:extLst>
              </p:cNvPr>
              <p:cNvSpPr/>
              <p:nvPr/>
            </p:nvSpPr>
            <p:spPr bwMode="auto">
              <a:xfrm>
                <a:off x="6896588" y="797714"/>
                <a:ext cx="1625443" cy="164333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4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workspace</a:t>
                </a:r>
              </a:p>
            </p:txBody>
          </p:sp>
          <p:sp>
            <p:nvSpPr>
              <p:cNvPr id="6" name="Arrow: Right 5">
                <a:extLst>
                  <a:ext uri="{FF2B5EF4-FFF2-40B4-BE49-F238E27FC236}">
                    <a16:creationId xmlns:a16="http://schemas.microsoft.com/office/drawing/2014/main" id="{83E12C0A-64CB-6237-4D45-E6B2951781F4}"/>
                  </a:ext>
                </a:extLst>
              </p:cNvPr>
              <p:cNvSpPr/>
              <p:nvPr/>
            </p:nvSpPr>
            <p:spPr bwMode="auto">
              <a:xfrm>
                <a:off x="5984894" y="1577301"/>
                <a:ext cx="879837" cy="506304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1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EB9C09FA-DD35-2EAC-8E59-0E5A70EC18C9}"/>
                </a:ext>
              </a:extLst>
            </p:cNvPr>
            <p:cNvGrpSpPr/>
            <p:nvPr/>
          </p:nvGrpSpPr>
          <p:grpSpPr>
            <a:xfrm>
              <a:off x="1841151" y="1723984"/>
              <a:ext cx="1995335" cy="1045579"/>
              <a:chOff x="2480209" y="3989407"/>
              <a:chExt cx="2202323" cy="1173115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E1514387-BC0A-085C-D194-378514904C10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 (active)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AF45B4D6-940B-3F86-C4C4-B0D9CACA6B70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CD5282BC-0D57-27BE-8B49-455E616E7092}"/>
                </a:ext>
              </a:extLst>
            </p:cNvPr>
            <p:cNvGrpSpPr/>
            <p:nvPr/>
          </p:nvGrpSpPr>
          <p:grpSpPr>
            <a:xfrm>
              <a:off x="5607010" y="1723984"/>
              <a:ext cx="1995335" cy="1045579"/>
              <a:chOff x="2480209" y="3989407"/>
              <a:chExt cx="2202323" cy="1173115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C7F5946-ADF8-8E8F-2285-71821DD4422D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 (active)</a:t>
                </a:r>
                <a:endParaRPr lang="en-US" sz="900" dirty="0">
                  <a:solidFill>
                    <a:srgbClr val="8A0000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625FED2-207E-64A8-A6BE-9F7432DEA38C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ACFF671F-371E-8446-56C0-81DBC5EF039C}"/>
                </a:ext>
              </a:extLst>
            </p:cNvPr>
            <p:cNvGrpSpPr/>
            <p:nvPr/>
          </p:nvGrpSpPr>
          <p:grpSpPr>
            <a:xfrm>
              <a:off x="9367996" y="1723984"/>
              <a:ext cx="1995335" cy="1045579"/>
              <a:chOff x="2480209" y="3989407"/>
              <a:chExt cx="2202323" cy="1173115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0ACAFCD-D270-E16C-F9E8-B01D0DFD0947}"/>
                  </a:ext>
                </a:extLst>
              </p:cNvPr>
              <p:cNvSpPr/>
              <p:nvPr/>
            </p:nvSpPr>
            <p:spPr bwMode="auto">
              <a:xfrm>
                <a:off x="2480209" y="4267200"/>
                <a:ext cx="2202323" cy="89532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91440" rIns="0" bIns="9144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default value set</a:t>
                </a:r>
                <a:endParaRPr lang="en-US" sz="900" dirty="0">
                  <a:solidFill>
                    <a:schemeClr val="accent5">
                      <a:lumMod val="75000"/>
                    </a:schemeClr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test value set</a:t>
                </a:r>
              </a:p>
              <a:p>
                <a:pPr marL="111125" indent="-111125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900" b="1" dirty="0">
                    <a:solidFill>
                      <a:srgbClr val="8A0000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prod value set (active)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CC425CB-05F8-A582-EA5F-D50237A5B1F7}"/>
                  </a:ext>
                </a:extLst>
              </p:cNvPr>
              <p:cNvSpPr/>
              <p:nvPr/>
            </p:nvSpPr>
            <p:spPr bwMode="auto">
              <a:xfrm>
                <a:off x="2480209" y="3989407"/>
                <a:ext cx="2202323" cy="277791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ts val="60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Variable Library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422355693"/>
      </p:ext>
    </p:extLst>
  </p:cSld>
  <p:clrMapOvr>
    <a:masterClrMapping/>
  </p:clrMapOvr>
  <p:transition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24C53AC-84B0-43CF-E373-F2E7FFC9CF3E}"/>
              </a:ext>
            </a:extLst>
          </p:cNvPr>
          <p:cNvSpPr/>
          <p:nvPr/>
        </p:nvSpPr>
        <p:spPr bwMode="auto">
          <a:xfrm>
            <a:off x="897076" y="1078434"/>
            <a:ext cx="3969470" cy="1039078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82296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Fabric Solution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FA8F121-49B8-7EDB-521B-435EC6A3B551}"/>
              </a:ext>
            </a:extLst>
          </p:cNvPr>
          <p:cNvGrpSpPr/>
          <p:nvPr/>
        </p:nvGrpSpPr>
        <p:grpSpPr>
          <a:xfrm>
            <a:off x="3326066" y="1355423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17231FBD-030F-AEFF-DBB7-361376186B2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6B41BEDF-C5B7-E371-C150-6F03E7DAA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429B994-E364-1FBC-4BEC-B464A0229BAC}"/>
              </a:ext>
            </a:extLst>
          </p:cNvPr>
          <p:cNvGrpSpPr/>
          <p:nvPr/>
        </p:nvGrpSpPr>
        <p:grpSpPr>
          <a:xfrm>
            <a:off x="4089715" y="1355423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C0E4FA9-9874-0421-00A7-094E40E45F4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1A32AF3E-612A-DB91-644A-24DB597D0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5A92DD1-3300-EDFB-AFC6-9495E4C269EF}"/>
              </a:ext>
            </a:extLst>
          </p:cNvPr>
          <p:cNvGrpSpPr/>
          <p:nvPr/>
        </p:nvGrpSpPr>
        <p:grpSpPr>
          <a:xfrm>
            <a:off x="2558642" y="1353538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CF3EFBF-FC88-E9E9-D520-FAA3C58CD650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AB9A7A44-E49B-8A50-9FA3-D22D9703F8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77EC404-EBA5-2E5E-1CEE-0B19E6008845}"/>
              </a:ext>
            </a:extLst>
          </p:cNvPr>
          <p:cNvGrpSpPr/>
          <p:nvPr/>
        </p:nvGrpSpPr>
        <p:grpSpPr>
          <a:xfrm>
            <a:off x="1794995" y="1355423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0ACF54E-DF94-8A04-BCCD-0ACB270425F3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669F21DF-6B63-E20B-E993-410F040F2C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BFF103F-7CAD-3170-F550-79B97989D138}"/>
              </a:ext>
            </a:extLst>
          </p:cNvPr>
          <p:cNvGrpSpPr/>
          <p:nvPr/>
        </p:nvGrpSpPr>
        <p:grpSpPr>
          <a:xfrm>
            <a:off x="1029424" y="1355423"/>
            <a:ext cx="657835" cy="654509"/>
            <a:chOff x="4850599" y="1353539"/>
            <a:chExt cx="657835" cy="65450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C54E8B4-09E1-FD08-8D18-7B240CA9141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18026" t="13870" r="5038" b="6019"/>
            <a:stretch>
              <a:fillRect/>
            </a:stretch>
          </p:blipFill>
          <p:spPr>
            <a:xfrm>
              <a:off x="4959479" y="1414647"/>
              <a:ext cx="440073" cy="43228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823282D-B074-5213-F6AE-13DB249FC0E3}"/>
                </a:ext>
              </a:extLst>
            </p:cNvPr>
            <p:cNvSpPr/>
            <p:nvPr/>
          </p:nvSpPr>
          <p:spPr bwMode="auto">
            <a:xfrm>
              <a:off x="4850599" y="1353539"/>
              <a:ext cx="657835" cy="654509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Variable Library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44921670"/>
      </p:ext>
    </p:extLst>
  </p:cSld>
  <p:clrMapOvr>
    <a:masterClrMapping/>
  </p:clrMapOvr>
  <p:transition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roup 49">
            <a:extLst>
              <a:ext uri="{FF2B5EF4-FFF2-40B4-BE49-F238E27FC236}">
                <a16:creationId xmlns:a16="http://schemas.microsoft.com/office/drawing/2014/main" id="{EBB6EF5B-557D-2023-6AFD-A7517A01D008}"/>
              </a:ext>
            </a:extLst>
          </p:cNvPr>
          <p:cNvGrpSpPr/>
          <p:nvPr/>
        </p:nvGrpSpPr>
        <p:grpSpPr>
          <a:xfrm>
            <a:off x="1579297" y="1222316"/>
            <a:ext cx="3270369" cy="1673284"/>
            <a:chOff x="5389353" y="1249679"/>
            <a:chExt cx="3541287" cy="1811899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263C11A-349E-3159-0EAF-BAC4C7F2AB5E}"/>
                </a:ext>
              </a:extLst>
            </p:cNvPr>
            <p:cNvGrpSpPr/>
            <p:nvPr/>
          </p:nvGrpSpPr>
          <p:grpSpPr>
            <a:xfrm>
              <a:off x="5389353" y="1249679"/>
              <a:ext cx="3541287" cy="1811899"/>
              <a:chOff x="1446963" y="783951"/>
              <a:chExt cx="6390751" cy="4419287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C18EFFD3-0105-CD44-3BFC-DBAD5B2BE883}"/>
                  </a:ext>
                </a:extLst>
              </p:cNvPr>
              <p:cNvSpPr/>
              <p:nvPr/>
            </p:nvSpPr>
            <p:spPr bwMode="auto">
              <a:xfrm>
                <a:off x="1446963" y="1389338"/>
                <a:ext cx="6390751" cy="38139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42DB75A4-117A-8569-07E4-4CABADC47C6B}"/>
                  </a:ext>
                </a:extLst>
              </p:cNvPr>
              <p:cNvSpPr/>
              <p:nvPr/>
            </p:nvSpPr>
            <p:spPr bwMode="auto">
              <a:xfrm>
                <a:off x="1446963" y="783951"/>
                <a:ext cx="6390751" cy="605386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bg1"/>
                    </a:solidFill>
                    <a:latin typeface="+mj-lt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95484916-AB11-A0CF-0D32-1BA8A4BB7062}"/>
                </a:ext>
              </a:extLst>
            </p:cNvPr>
            <p:cNvGrpSpPr/>
            <p:nvPr/>
          </p:nvGrpSpPr>
          <p:grpSpPr>
            <a:xfrm>
              <a:off x="5524534" y="2266374"/>
              <a:ext cx="655911" cy="654509"/>
              <a:chOff x="540799" y="2865453"/>
              <a:chExt cx="1229935" cy="1325994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CBBA2384-5AA3-FF13-5403-2A35A19C5EE1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12" name="Picture 11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42CD4664-AD15-BB35-3A51-47ECB05534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</p:spPr>
          </p:pic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428D6BC-66CA-B6AA-A305-FE155CCB6535}"/>
                </a:ext>
              </a:extLst>
            </p:cNvPr>
            <p:cNvGrpSpPr/>
            <p:nvPr/>
          </p:nvGrpSpPr>
          <p:grpSpPr>
            <a:xfrm>
              <a:off x="8122371" y="2305755"/>
              <a:ext cx="659688" cy="658278"/>
              <a:chOff x="2677038" y="4875290"/>
              <a:chExt cx="659688" cy="658278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6CC0942-F384-6F7F-ED18-A99FEA2BB1CC}"/>
                  </a:ext>
                </a:extLst>
              </p:cNvPr>
              <p:cNvSpPr/>
              <p:nvPr/>
            </p:nvSpPr>
            <p:spPr bwMode="auto">
              <a:xfrm>
                <a:off x="2677038" y="4875290"/>
                <a:ext cx="659688" cy="658278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Pipeline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" name="Picture 5" descr="A green and white button&#10;&#10;AI-generated content may be incorrect.">
                <a:extLst>
                  <a:ext uri="{FF2B5EF4-FFF2-40B4-BE49-F238E27FC236}">
                    <a16:creationId xmlns:a16="http://schemas.microsoft.com/office/drawing/2014/main" id="{7EFB90B0-298D-9AA1-C6A3-5BB865DAD5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1511" y="4966847"/>
                <a:ext cx="442784" cy="399677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E1D6437-8264-CF08-9EA9-66F6F45B129F}"/>
                </a:ext>
              </a:extLst>
            </p:cNvPr>
            <p:cNvGrpSpPr/>
            <p:nvPr/>
          </p:nvGrpSpPr>
          <p:grpSpPr>
            <a:xfrm>
              <a:off x="6865269" y="1608096"/>
              <a:ext cx="659688" cy="658278"/>
              <a:chOff x="1943154" y="2871362"/>
              <a:chExt cx="1229935" cy="1325994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BCAAE14-88A5-AC0E-CF9C-72159B5945F0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9" name="Picture 8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F1191FD2-1170-96A6-0404-65F3778C16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583" y="3033143"/>
                <a:ext cx="838189" cy="834835"/>
              </a:xfrm>
              <a:prstGeom prst="rect">
                <a:avLst/>
              </a:prstGeom>
            </p:spPr>
          </p:pic>
        </p:grp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7440647-B516-5D06-442D-19EE48DA52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957" y="2706014"/>
              <a:ext cx="1810863" cy="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: Curved 22">
              <a:extLst>
                <a:ext uri="{FF2B5EF4-FFF2-40B4-BE49-F238E27FC236}">
                  <a16:creationId xmlns:a16="http://schemas.microsoft.com/office/drawing/2014/main" id="{0998B59D-E08F-AEB7-DD24-44E554B5C2CD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7524958" y="194697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Curved 32">
              <a:extLst>
                <a:ext uri="{FF2B5EF4-FFF2-40B4-BE49-F238E27FC236}">
                  <a16:creationId xmlns:a16="http://schemas.microsoft.com/office/drawing/2014/main" id="{9692384E-EF39-11C9-6F46-38956643C77F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254958" y="196729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8740875"/>
      </p:ext>
    </p:extLst>
  </p:cSld>
  <p:clrMapOvr>
    <a:masterClrMapping/>
  </p:clrMapOvr>
  <p:transition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353D5-5C12-14FE-B8A3-6C352D2D4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 38">
            <a:extLst>
              <a:ext uri="{FF2B5EF4-FFF2-40B4-BE49-F238E27FC236}">
                <a16:creationId xmlns:a16="http://schemas.microsoft.com/office/drawing/2014/main" id="{5C7265C4-A393-AC64-248D-530579392925}"/>
              </a:ext>
            </a:extLst>
          </p:cNvPr>
          <p:cNvSpPr/>
          <p:nvPr/>
        </p:nvSpPr>
        <p:spPr bwMode="auto">
          <a:xfrm>
            <a:off x="1477105" y="1139469"/>
            <a:ext cx="8388256" cy="359509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9DFC15D-DD84-AA39-1541-C86EE81E6A0D}"/>
              </a:ext>
            </a:extLst>
          </p:cNvPr>
          <p:cNvGrpSpPr/>
          <p:nvPr/>
        </p:nvGrpSpPr>
        <p:grpSpPr>
          <a:xfrm>
            <a:off x="1579297" y="1222316"/>
            <a:ext cx="3270369" cy="1717041"/>
            <a:chOff x="5389353" y="1249679"/>
            <a:chExt cx="3541287" cy="1859281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3648B16-92A4-55E7-3DF4-74EC061FE821}"/>
                </a:ext>
              </a:extLst>
            </p:cNvPr>
            <p:cNvGrpSpPr/>
            <p:nvPr/>
          </p:nvGrpSpPr>
          <p:grpSpPr>
            <a:xfrm>
              <a:off x="5389353" y="1249679"/>
              <a:ext cx="3541287" cy="1859281"/>
              <a:chOff x="1446963" y="783951"/>
              <a:chExt cx="6390751" cy="4534853"/>
            </a:xfrm>
          </p:grpSpPr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9C56671C-D348-3C5A-F2A7-BFED0CB752C3}"/>
                  </a:ext>
                </a:extLst>
              </p:cNvPr>
              <p:cNvSpPr/>
              <p:nvPr/>
            </p:nvSpPr>
            <p:spPr bwMode="auto">
              <a:xfrm>
                <a:off x="1446963" y="1389337"/>
                <a:ext cx="6390751" cy="392946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0F62A0F-E48E-D378-5B17-7ACCAF9726E7}"/>
                  </a:ext>
                </a:extLst>
              </p:cNvPr>
              <p:cNvSpPr/>
              <p:nvPr/>
            </p:nvSpPr>
            <p:spPr bwMode="auto">
              <a:xfrm>
                <a:off x="1446963" y="783951"/>
                <a:ext cx="6390751" cy="605386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bg1"/>
                    </a:solidFill>
                    <a:latin typeface="+mj-lt"/>
                    <a:ea typeface="Segoe UI" pitchFamily="34" charset="0"/>
                    <a:cs typeface="Segoe UI" pitchFamily="34" charset="0"/>
                  </a:rPr>
                  <a:t>dev workspace</a:t>
                </a: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BD21CC34-61C1-65FF-94F1-B21E2AE347DC}"/>
                </a:ext>
              </a:extLst>
            </p:cNvPr>
            <p:cNvGrpSpPr/>
            <p:nvPr/>
          </p:nvGrpSpPr>
          <p:grpSpPr>
            <a:xfrm>
              <a:off x="5524534" y="2266374"/>
              <a:ext cx="655911" cy="654509"/>
              <a:chOff x="540799" y="2865453"/>
              <a:chExt cx="1229935" cy="1325994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4342D62E-2EEF-D359-3A83-7B2DA6BE127B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12" name="Picture 11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9CF8D613-0309-62A2-6CB6-568F06D691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</p:spPr>
          </p:pic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9F7793B-0533-C118-1B8A-B9925A64DE1F}"/>
                </a:ext>
              </a:extLst>
            </p:cNvPr>
            <p:cNvGrpSpPr/>
            <p:nvPr/>
          </p:nvGrpSpPr>
          <p:grpSpPr>
            <a:xfrm>
              <a:off x="8122371" y="2305755"/>
              <a:ext cx="659688" cy="658278"/>
              <a:chOff x="2677038" y="4875290"/>
              <a:chExt cx="659688" cy="658278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723F3AB-581D-6EBC-1839-C8994A366312}"/>
                  </a:ext>
                </a:extLst>
              </p:cNvPr>
              <p:cNvSpPr/>
              <p:nvPr/>
            </p:nvSpPr>
            <p:spPr bwMode="auto">
              <a:xfrm>
                <a:off x="2677038" y="4875290"/>
                <a:ext cx="659688" cy="658278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Pipeline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" name="Picture 5" descr="A green and white button&#10;&#10;AI-generated content may be incorrect.">
                <a:extLst>
                  <a:ext uri="{FF2B5EF4-FFF2-40B4-BE49-F238E27FC236}">
                    <a16:creationId xmlns:a16="http://schemas.microsoft.com/office/drawing/2014/main" id="{02FAC87A-EED8-EC73-A8BA-A102E9B36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1511" y="4966847"/>
                <a:ext cx="442784" cy="399677"/>
              </a:xfrm>
              <a:prstGeom prst="rect">
                <a:avLst/>
              </a:prstGeom>
            </p:spPr>
          </p:pic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08ECD60-DDC4-B35C-778D-06249727E26A}"/>
                </a:ext>
              </a:extLst>
            </p:cNvPr>
            <p:cNvGrpSpPr/>
            <p:nvPr/>
          </p:nvGrpSpPr>
          <p:grpSpPr>
            <a:xfrm>
              <a:off x="6865269" y="1608096"/>
              <a:ext cx="659688" cy="658278"/>
              <a:chOff x="1943154" y="2871362"/>
              <a:chExt cx="1229935" cy="1325994"/>
            </a:xfrm>
          </p:grpSpPr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C1F8866A-A66C-D109-0B86-82235D0B10E2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9" name="Picture 8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9288A15A-01E7-9998-6865-E963F32510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583" y="3033143"/>
                <a:ext cx="838189" cy="834835"/>
              </a:xfrm>
              <a:prstGeom prst="rect">
                <a:avLst/>
              </a:prstGeom>
            </p:spPr>
          </p:pic>
        </p:grp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60CA7CBB-2BF2-1751-22A4-FE78B1095B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957" y="2706014"/>
              <a:ext cx="1810863" cy="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: Curved 22">
              <a:extLst>
                <a:ext uri="{FF2B5EF4-FFF2-40B4-BE49-F238E27FC236}">
                  <a16:creationId xmlns:a16="http://schemas.microsoft.com/office/drawing/2014/main" id="{B0F31AC5-44E3-0268-D4B8-5886DCE864E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7524958" y="194697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: Curved 32">
              <a:extLst>
                <a:ext uri="{FF2B5EF4-FFF2-40B4-BE49-F238E27FC236}">
                  <a16:creationId xmlns:a16="http://schemas.microsoft.com/office/drawing/2014/main" id="{05F7BE83-0574-8160-416F-557F04B5D0DF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254958" y="196729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2F5F337D-84F1-52E6-8126-8589642CD780}"/>
              </a:ext>
            </a:extLst>
          </p:cNvPr>
          <p:cNvSpPr/>
          <p:nvPr/>
        </p:nvSpPr>
        <p:spPr bwMode="auto">
          <a:xfrm>
            <a:off x="4909891" y="4044510"/>
            <a:ext cx="1419789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Create Branch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A31C714-C7FB-104F-467A-4BE889219470}"/>
              </a:ext>
            </a:extLst>
          </p:cNvPr>
          <p:cNvSpPr/>
          <p:nvPr/>
        </p:nvSpPr>
        <p:spPr bwMode="auto">
          <a:xfrm>
            <a:off x="6402479" y="3958510"/>
            <a:ext cx="3270368" cy="62094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37AB6541-F5E9-F7EC-5ED7-E3527D386D67}"/>
              </a:ext>
            </a:extLst>
          </p:cNvPr>
          <p:cNvSpPr/>
          <p:nvPr/>
        </p:nvSpPr>
        <p:spPr bwMode="auto">
          <a:xfrm>
            <a:off x="1591871" y="3995203"/>
            <a:ext cx="3245220" cy="627184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47" name="Arrow: Down 46">
            <a:extLst>
              <a:ext uri="{FF2B5EF4-FFF2-40B4-BE49-F238E27FC236}">
                <a16:creationId xmlns:a16="http://schemas.microsoft.com/office/drawing/2014/main" id="{3C3AC7E7-8BE1-D972-3F3C-426DFF4C7D35}"/>
              </a:ext>
            </a:extLst>
          </p:cNvPr>
          <p:cNvSpPr/>
          <p:nvPr/>
        </p:nvSpPr>
        <p:spPr bwMode="auto">
          <a:xfrm>
            <a:off x="2742080" y="3000317"/>
            <a:ext cx="944802" cy="981637"/>
          </a:xfrm>
          <a:prstGeom prst="downArrow">
            <a:avLst>
              <a:gd name="adj1" fmla="val 76301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to GIT</a:t>
            </a:r>
          </a:p>
        </p:txBody>
      </p:sp>
      <p:sp>
        <p:nvSpPr>
          <p:cNvPr id="52" name="Arrow: Up 51">
            <a:extLst>
              <a:ext uri="{FF2B5EF4-FFF2-40B4-BE49-F238E27FC236}">
                <a16:creationId xmlns:a16="http://schemas.microsoft.com/office/drawing/2014/main" id="{5D6130B0-6534-7284-E60B-04C691FDDFA5}"/>
              </a:ext>
            </a:extLst>
          </p:cNvPr>
          <p:cNvSpPr/>
          <p:nvPr/>
        </p:nvSpPr>
        <p:spPr bwMode="auto">
          <a:xfrm>
            <a:off x="7565262" y="3013526"/>
            <a:ext cx="944802" cy="907467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B641573-75F2-AFD8-6A0B-DEC1D93BDA16}"/>
              </a:ext>
            </a:extLst>
          </p:cNvPr>
          <p:cNvGrpSpPr/>
          <p:nvPr/>
        </p:nvGrpSpPr>
        <p:grpSpPr>
          <a:xfrm>
            <a:off x="6402479" y="1222316"/>
            <a:ext cx="3270369" cy="1717041"/>
            <a:chOff x="5389353" y="1249679"/>
            <a:chExt cx="3541287" cy="1859281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382BEFB-EE9B-3C13-21DA-9FCD9741B3A2}"/>
                </a:ext>
              </a:extLst>
            </p:cNvPr>
            <p:cNvGrpSpPr/>
            <p:nvPr/>
          </p:nvGrpSpPr>
          <p:grpSpPr>
            <a:xfrm>
              <a:off x="5389353" y="1249679"/>
              <a:ext cx="3541287" cy="1859281"/>
              <a:chOff x="1446963" y="783951"/>
              <a:chExt cx="6390751" cy="4534853"/>
            </a:xfrm>
          </p:grpSpPr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F974B960-492C-525C-2C81-2E327397EE3B}"/>
                  </a:ext>
                </a:extLst>
              </p:cNvPr>
              <p:cNvSpPr/>
              <p:nvPr/>
            </p:nvSpPr>
            <p:spPr bwMode="auto">
              <a:xfrm>
                <a:off x="1446963" y="1389337"/>
                <a:ext cx="6390751" cy="392946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665A705E-EB28-1645-4E12-74E1720149DB}"/>
                  </a:ext>
                </a:extLst>
              </p:cNvPr>
              <p:cNvSpPr/>
              <p:nvPr/>
            </p:nvSpPr>
            <p:spPr bwMode="auto">
              <a:xfrm>
                <a:off x="1446963" y="783951"/>
                <a:ext cx="6390751" cy="605386"/>
              </a:xfrm>
              <a:prstGeom prst="rect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182880" rIns="182880" bIns="18288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200" b="1" dirty="0">
                    <a:solidFill>
                      <a:schemeClr val="bg1"/>
                    </a:solidFill>
                    <a:latin typeface="+mj-lt"/>
                    <a:ea typeface="Segoe UI" pitchFamily="34" charset="0"/>
                    <a:cs typeface="Segoe UI" pitchFamily="34" charset="0"/>
                  </a:rPr>
                  <a:t>feature workspace</a:t>
                </a:r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34F78261-8382-BE0E-CCC7-33F0BA2A0FA8}"/>
                </a:ext>
              </a:extLst>
            </p:cNvPr>
            <p:cNvGrpSpPr/>
            <p:nvPr/>
          </p:nvGrpSpPr>
          <p:grpSpPr>
            <a:xfrm>
              <a:off x="5524534" y="2266374"/>
              <a:ext cx="655911" cy="654509"/>
              <a:chOff x="540799" y="2865453"/>
              <a:chExt cx="1229935" cy="1325994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9F4E9F2-5E64-6EEF-5748-E16E739EBFE4}"/>
                  </a:ext>
                </a:extLst>
              </p:cNvPr>
              <p:cNvSpPr/>
              <p:nvPr/>
            </p:nvSpPr>
            <p:spPr bwMode="auto">
              <a:xfrm>
                <a:off x="540799" y="2865453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Lakehouse</a:t>
                </a:r>
              </a:p>
            </p:txBody>
          </p:sp>
          <p:pic>
            <p:nvPicPr>
              <p:cNvPr id="66" name="Picture 65" descr="A blue and white sign with waves&#10;&#10;Description automatically generated">
                <a:extLst>
                  <a:ext uri="{FF2B5EF4-FFF2-40B4-BE49-F238E27FC236}">
                    <a16:creationId xmlns:a16="http://schemas.microsoft.com/office/drawing/2014/main" id="{3B419FD0-A031-354B-2D41-5E16512874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72453" y="2962982"/>
                <a:ext cx="908459" cy="904825"/>
              </a:xfrm>
              <a:prstGeom prst="rect">
                <a:avLst/>
              </a:prstGeom>
            </p:spPr>
          </p:pic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AB9E97C-7CB4-3C7B-408F-1A7CF48C5AF8}"/>
                </a:ext>
              </a:extLst>
            </p:cNvPr>
            <p:cNvGrpSpPr/>
            <p:nvPr/>
          </p:nvGrpSpPr>
          <p:grpSpPr>
            <a:xfrm>
              <a:off x="8122371" y="2305755"/>
              <a:ext cx="659688" cy="658278"/>
              <a:chOff x="2677038" y="4875290"/>
              <a:chExt cx="659688" cy="658278"/>
            </a:xfrm>
          </p:grpSpPr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541BBF4E-4E87-1E60-F032-B7A4760A6720}"/>
                  </a:ext>
                </a:extLst>
              </p:cNvPr>
              <p:cNvSpPr/>
              <p:nvPr/>
            </p:nvSpPr>
            <p:spPr bwMode="auto">
              <a:xfrm>
                <a:off x="2677038" y="4875290"/>
                <a:ext cx="659688" cy="658278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Pipeline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4" name="Picture 63" descr="A green and white button&#10;&#10;AI-generated content may be incorrect.">
                <a:extLst>
                  <a:ext uri="{FF2B5EF4-FFF2-40B4-BE49-F238E27FC236}">
                    <a16:creationId xmlns:a16="http://schemas.microsoft.com/office/drawing/2014/main" id="{ACA3F6B5-3D92-0742-0A26-95102791DF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771511" y="4966847"/>
                <a:ext cx="442784" cy="399677"/>
              </a:xfrm>
              <a:prstGeom prst="rect">
                <a:avLst/>
              </a:prstGeom>
            </p:spPr>
          </p:pic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7531CF1C-C1B7-BB96-74B0-0CA2AED81BEB}"/>
                </a:ext>
              </a:extLst>
            </p:cNvPr>
            <p:cNvGrpSpPr/>
            <p:nvPr/>
          </p:nvGrpSpPr>
          <p:grpSpPr>
            <a:xfrm>
              <a:off x="6865269" y="1608096"/>
              <a:ext cx="659688" cy="658278"/>
              <a:chOff x="1943154" y="2871362"/>
              <a:chExt cx="1229935" cy="1325994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048A1A3-8ED5-0CE6-7C8C-97BC38A60A7B}"/>
                  </a:ext>
                </a:extLst>
              </p:cNvPr>
              <p:cNvSpPr/>
              <p:nvPr/>
            </p:nvSpPr>
            <p:spPr bwMode="auto">
              <a:xfrm>
                <a:off x="1943154" y="2871362"/>
                <a:ext cx="1229935" cy="1325994"/>
              </a:xfrm>
              <a:prstGeom prst="rect">
                <a:avLst/>
              </a:prstGeom>
              <a:solidFill>
                <a:schemeClr val="bg1">
                  <a:alpha val="45000"/>
                </a:schemeClr>
              </a:solidFill>
              <a:ln w="12700">
                <a:solidFill>
                  <a:schemeClr val="tx1"/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6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Segoe UI" pitchFamily="34" charset="0"/>
                    <a:cs typeface="Arial" panose="020B0604020202020204" pitchFamily="34" charset="0"/>
                  </a:rPr>
                  <a:t>Notebook</a:t>
                </a:r>
                <a:endParaRPr lang="en-US" sz="11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endParaRPr>
              </a:p>
            </p:txBody>
          </p:sp>
          <p:pic>
            <p:nvPicPr>
              <p:cNvPr id="62" name="Picture 61" descr="A white book with a green symbol&#10;&#10;Description automatically generated">
                <a:extLst>
                  <a:ext uri="{FF2B5EF4-FFF2-40B4-BE49-F238E27FC236}">
                    <a16:creationId xmlns:a16="http://schemas.microsoft.com/office/drawing/2014/main" id="{47A59C54-0AC7-FE29-86BA-9E336AA29C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26583" y="3033143"/>
                <a:ext cx="838189" cy="834835"/>
              </a:xfrm>
              <a:prstGeom prst="rect">
                <a:avLst/>
              </a:prstGeom>
            </p:spPr>
          </p:pic>
        </p:grp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178700E0-2A33-E040-6B97-4A206BCDA5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4957" y="2706014"/>
              <a:ext cx="1810863" cy="0"/>
            </a:xfrm>
            <a:prstGeom prst="straightConnector1">
              <a:avLst/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: Curved 58">
              <a:extLst>
                <a:ext uri="{FF2B5EF4-FFF2-40B4-BE49-F238E27FC236}">
                  <a16:creationId xmlns:a16="http://schemas.microsoft.com/office/drawing/2014/main" id="{84BC8937-43C4-2D2D-634A-6E9CAAE2CBF6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7524958" y="194697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: Curved 59">
              <a:extLst>
                <a:ext uri="{FF2B5EF4-FFF2-40B4-BE49-F238E27FC236}">
                  <a16:creationId xmlns:a16="http://schemas.microsoft.com/office/drawing/2014/main" id="{88BABD8D-2E56-359C-1472-19BD09F10151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6254958" y="1967299"/>
              <a:ext cx="556262" cy="568512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C00000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05091348"/>
      </p:ext>
    </p:extLst>
  </p:cSld>
  <p:clrMapOvr>
    <a:masterClrMapping/>
  </p:clrMapOvr>
  <p:transition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E42FD6-2E77-96C8-9E00-9558CDB4E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7553" y="509531"/>
            <a:ext cx="7778207" cy="2246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8745845"/>
      </p:ext>
    </p:extLst>
  </p:cSld>
  <p:clrMapOvr>
    <a:masterClrMapping/>
  </p:clrMapOvr>
  <p:transition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F13B54-D851-4DF9-3613-F3BAB9E4EC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8733" y="1258575"/>
            <a:ext cx="2962688" cy="223868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1795737"/>
      </p:ext>
    </p:extLst>
  </p:cSld>
  <p:clrMapOvr>
    <a:masterClrMapping/>
  </p:clrMapOvr>
  <p:transition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D85509-5D2A-57FF-03A8-D7A1110E25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428" y="775237"/>
            <a:ext cx="4001058" cy="14003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246D4D5-8583-3C79-9A65-1E953C744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117" y="3273900"/>
            <a:ext cx="8068801" cy="22958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26397614"/>
      </p:ext>
    </p:extLst>
  </p:cSld>
  <p:clrMapOvr>
    <a:masterClrMapping/>
  </p:clrMapOvr>
  <p:transition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F8E32F5-E4B4-872A-0ED2-BD860DACAA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" b="29088"/>
          <a:stretch>
            <a:fillRect/>
          </a:stretch>
        </p:blipFill>
        <p:spPr>
          <a:xfrm>
            <a:off x="2094204" y="1633683"/>
            <a:ext cx="4915586" cy="17495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06498256"/>
      </p:ext>
    </p:extLst>
  </p:cSld>
  <p:clrMapOvr>
    <a:masterClrMapping/>
  </p:clrMapOvr>
  <p:transition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1080BB8-3CFB-B1DB-E05C-BA0F10783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2162" y="403412"/>
            <a:ext cx="3897583" cy="592100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16797157"/>
      </p:ext>
    </p:extLst>
  </p:cSld>
  <p:clrMapOvr>
    <a:masterClrMapping/>
  </p:clrMapOvr>
  <p:transition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03E1A49-4F88-73FD-E183-80FA8F345C86}"/>
              </a:ext>
            </a:extLst>
          </p:cNvPr>
          <p:cNvSpPr/>
          <p:nvPr/>
        </p:nvSpPr>
        <p:spPr bwMode="auto">
          <a:xfrm>
            <a:off x="573741" y="1452283"/>
            <a:ext cx="10049435" cy="198119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7B11CD-8461-F939-3EA7-1F96F8460DB3}"/>
              </a:ext>
            </a:extLst>
          </p:cNvPr>
          <p:cNvSpPr/>
          <p:nvPr/>
        </p:nvSpPr>
        <p:spPr bwMode="auto">
          <a:xfrm>
            <a:off x="771143" y="2542428"/>
            <a:ext cx="9735671" cy="699247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 REST APIs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EE0CB5-88C2-12A6-9319-BA18F4BC73E5}"/>
              </a:ext>
            </a:extLst>
          </p:cNvPr>
          <p:cNvSpPr/>
          <p:nvPr/>
        </p:nvSpPr>
        <p:spPr bwMode="auto">
          <a:xfrm>
            <a:off x="771143" y="1635922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Terraform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E50489-39F1-BB99-A6C2-5ECBEB640F59}"/>
              </a:ext>
            </a:extLst>
          </p:cNvPr>
          <p:cNvSpPr/>
          <p:nvPr/>
        </p:nvSpPr>
        <p:spPr bwMode="auto">
          <a:xfrm>
            <a:off x="2752343" y="1635922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 CLI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E7316A7-FC76-37FA-C31F-B2D5D2A41FA5}"/>
              </a:ext>
            </a:extLst>
          </p:cNvPr>
          <p:cNvSpPr/>
          <p:nvPr/>
        </p:nvSpPr>
        <p:spPr bwMode="auto">
          <a:xfrm>
            <a:off x="4706649" y="1635920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707ABE-3FD8-72DE-FF76-950B1020B531}"/>
              </a:ext>
            </a:extLst>
          </p:cNvPr>
          <p:cNvSpPr/>
          <p:nvPr/>
        </p:nvSpPr>
        <p:spPr bwMode="auto">
          <a:xfrm>
            <a:off x="8642155" y="1635922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Python SDK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B5EFF7-8952-8BC7-6830-DD035DB6E45B}"/>
              </a:ext>
            </a:extLst>
          </p:cNvPr>
          <p:cNvSpPr/>
          <p:nvPr/>
        </p:nvSpPr>
        <p:spPr bwMode="auto">
          <a:xfrm>
            <a:off x="6660955" y="1635921"/>
            <a:ext cx="1810871" cy="6992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2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.NET SDK</a:t>
            </a:r>
          </a:p>
        </p:txBody>
      </p:sp>
    </p:spTree>
    <p:extLst>
      <p:ext uri="{BB962C8B-B14F-4D97-AF65-F5344CB8AC3E}">
        <p14:creationId xmlns:p14="http://schemas.microsoft.com/office/powerpoint/2010/main" val="1223850847"/>
      </p:ext>
    </p:extLst>
  </p:cSld>
  <p:clrMapOvr>
    <a:masterClrMapping/>
  </p:clrMapOvr>
  <p:transition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F97BDA-A624-B94F-35AA-CE3914C95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EBC394F-0FAB-8798-DA4A-7B4E007AED18}"/>
              </a:ext>
            </a:extLst>
          </p:cNvPr>
          <p:cNvSpPr/>
          <p:nvPr/>
        </p:nvSpPr>
        <p:spPr bwMode="auto">
          <a:xfrm>
            <a:off x="1275345" y="638804"/>
            <a:ext cx="7986164" cy="105059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2DB102E-C946-A642-1F02-3AE48A1E1859}"/>
              </a:ext>
            </a:extLst>
          </p:cNvPr>
          <p:cNvSpPr/>
          <p:nvPr/>
        </p:nvSpPr>
        <p:spPr bwMode="auto">
          <a:xfrm>
            <a:off x="2855423" y="88214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Create 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371ADE-41C4-E256-0553-2570DC8B185C}"/>
              </a:ext>
            </a:extLst>
          </p:cNvPr>
          <p:cNvSpPr/>
          <p:nvPr/>
        </p:nvSpPr>
        <p:spPr bwMode="auto">
          <a:xfrm>
            <a:off x="4586109" y="740446"/>
            <a:ext cx="1343228" cy="81197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95F946-3F1D-701C-1439-0C6CCBEEA15F}"/>
              </a:ext>
            </a:extLst>
          </p:cNvPr>
          <p:cNvSpPr/>
          <p:nvPr/>
        </p:nvSpPr>
        <p:spPr bwMode="auto">
          <a:xfrm>
            <a:off x="1407998" y="740449"/>
            <a:ext cx="1343228" cy="81197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B9048771-B599-5D89-4D88-244DAD5F93FD}"/>
              </a:ext>
            </a:extLst>
          </p:cNvPr>
          <p:cNvSpPr/>
          <p:nvPr/>
        </p:nvSpPr>
        <p:spPr bwMode="auto">
          <a:xfrm>
            <a:off x="6002037" y="873179"/>
            <a:ext cx="1708445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3713FDD-73A1-0061-1F3E-ED687457327E}"/>
              </a:ext>
            </a:extLst>
          </p:cNvPr>
          <p:cNvSpPr/>
          <p:nvPr/>
        </p:nvSpPr>
        <p:spPr bwMode="auto">
          <a:xfrm>
            <a:off x="7783281" y="743543"/>
            <a:ext cx="1343228" cy="8119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764490707"/>
      </p:ext>
    </p:extLst>
  </p:cSld>
  <p:clrMapOvr>
    <a:masterClrMapping/>
  </p:clrMapOvr>
  <p:transition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9811C-600E-7031-53D5-8A025AE90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415775C-62FF-6AE6-4234-819090D7AAE9}"/>
              </a:ext>
            </a:extLst>
          </p:cNvPr>
          <p:cNvSpPr/>
          <p:nvPr/>
        </p:nvSpPr>
        <p:spPr bwMode="auto">
          <a:xfrm>
            <a:off x="1355460" y="849630"/>
            <a:ext cx="9384258" cy="93434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A9129EE1-6B91-2CB3-7B1D-95D01A018AFD}"/>
              </a:ext>
            </a:extLst>
          </p:cNvPr>
          <p:cNvSpPr/>
          <p:nvPr/>
        </p:nvSpPr>
        <p:spPr bwMode="auto">
          <a:xfrm>
            <a:off x="2690117" y="1076798"/>
            <a:ext cx="1393609" cy="431177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D3BA717-2C43-68C0-4023-86B2D99915A4}"/>
              </a:ext>
            </a:extLst>
          </p:cNvPr>
          <p:cNvSpPr/>
          <p:nvPr/>
        </p:nvSpPr>
        <p:spPr bwMode="auto">
          <a:xfrm>
            <a:off x="4122150" y="961205"/>
            <a:ext cx="1198226" cy="66236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093A881-CE3F-D1CA-F7B3-2CF3127E3D02}"/>
              </a:ext>
            </a:extLst>
          </p:cNvPr>
          <p:cNvSpPr/>
          <p:nvPr/>
        </p:nvSpPr>
        <p:spPr bwMode="auto">
          <a:xfrm>
            <a:off x="1453467" y="961205"/>
            <a:ext cx="1198226" cy="6623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81939891-4BDB-735D-0010-1D3F680655A8}"/>
              </a:ext>
            </a:extLst>
          </p:cNvPr>
          <p:cNvSpPr/>
          <p:nvPr/>
        </p:nvSpPr>
        <p:spPr bwMode="auto">
          <a:xfrm>
            <a:off x="5358800" y="1076798"/>
            <a:ext cx="1356709" cy="431177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7637F13-E84B-43AD-DCDD-BBE15BBC2A43}"/>
              </a:ext>
            </a:extLst>
          </p:cNvPr>
          <p:cNvSpPr/>
          <p:nvPr/>
        </p:nvSpPr>
        <p:spPr bwMode="auto">
          <a:xfrm>
            <a:off x="6753933" y="961205"/>
            <a:ext cx="1198226" cy="662363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F8DD27C2-B90A-BD11-0E57-7542BD7968E5}"/>
              </a:ext>
            </a:extLst>
          </p:cNvPr>
          <p:cNvSpPr/>
          <p:nvPr/>
        </p:nvSpPr>
        <p:spPr bwMode="auto">
          <a:xfrm>
            <a:off x="7990583" y="1076798"/>
            <a:ext cx="1393609" cy="431177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5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from GIT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1E4A48-4AFE-14C4-C949-99E29A33E27D}"/>
              </a:ext>
            </a:extLst>
          </p:cNvPr>
          <p:cNvSpPr/>
          <p:nvPr/>
        </p:nvSpPr>
        <p:spPr bwMode="auto">
          <a:xfrm>
            <a:off x="9422615" y="961205"/>
            <a:ext cx="1198226" cy="6623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416705326"/>
      </p:ext>
    </p:extLst>
  </p:cSld>
  <p:clrMapOvr>
    <a:masterClrMapping/>
  </p:clrMapOvr>
  <p:transition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E2E86-1D04-C845-5544-2808F3F87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7419FAB-0E38-1D7B-8C82-A8EB0E005EC5}"/>
              </a:ext>
            </a:extLst>
          </p:cNvPr>
          <p:cNvSpPr/>
          <p:nvPr/>
        </p:nvSpPr>
        <p:spPr bwMode="auto">
          <a:xfrm>
            <a:off x="764906" y="4319856"/>
            <a:ext cx="3395586" cy="358443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 REST APIs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5CE493-0585-0B6A-CB84-CE41EE906223}"/>
              </a:ext>
            </a:extLst>
          </p:cNvPr>
          <p:cNvSpPr/>
          <p:nvPr/>
        </p:nvSpPr>
        <p:spPr bwMode="auto">
          <a:xfrm>
            <a:off x="764905" y="3409487"/>
            <a:ext cx="6880195" cy="415943"/>
          </a:xfrm>
          <a:prstGeom prst="rect">
            <a:avLst/>
          </a:prstGeom>
          <a:solidFill>
            <a:schemeClr val="accent6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Terraform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28CF931-A0D5-6849-23DB-E3D7C2E8CF3B}"/>
              </a:ext>
            </a:extLst>
          </p:cNvPr>
          <p:cNvSpPr/>
          <p:nvPr/>
        </p:nvSpPr>
        <p:spPr bwMode="auto">
          <a:xfrm>
            <a:off x="4246343" y="4319856"/>
            <a:ext cx="3395586" cy="358443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Azure REST APIs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BDBFCF-B6BA-D625-39ED-E5F611938D81}"/>
              </a:ext>
            </a:extLst>
          </p:cNvPr>
          <p:cNvSpPr/>
          <p:nvPr/>
        </p:nvSpPr>
        <p:spPr bwMode="auto">
          <a:xfrm>
            <a:off x="764905" y="536082"/>
            <a:ext cx="6880196" cy="27979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Your Terraform Configuration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B240C6-4013-EF18-B4C3-D5EA86066FBB}"/>
              </a:ext>
            </a:extLst>
          </p:cNvPr>
          <p:cNvSpPr/>
          <p:nvPr/>
        </p:nvSpPr>
        <p:spPr bwMode="auto">
          <a:xfrm>
            <a:off x="764906" y="3910663"/>
            <a:ext cx="3395586" cy="35844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Terraform provider for Fabric (</a:t>
            </a: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</a:t>
            </a: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)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60AA33E-2912-B080-8E06-71A78ED57FA3}"/>
              </a:ext>
            </a:extLst>
          </p:cNvPr>
          <p:cNvSpPr/>
          <p:nvPr/>
        </p:nvSpPr>
        <p:spPr bwMode="auto">
          <a:xfrm>
            <a:off x="4246343" y="3910663"/>
            <a:ext cx="3395586" cy="35844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Terraform provider for Azure (</a:t>
            </a:r>
            <a:r>
              <a:rPr lang="en-US" sz="12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azurerm</a:t>
            </a:r>
            <a:r>
              <a:rPr lang="en-US" sz="12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F78CDA-D30A-ABC6-7922-7233D3D785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6343" y="968663"/>
            <a:ext cx="3312904" cy="211591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FA8E126-B68C-92CE-F0BF-02F91147BD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909" y="983837"/>
            <a:ext cx="2955580" cy="214935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352CAE7D-05DC-2F01-1058-3C241147301A}"/>
              </a:ext>
            </a:extLst>
          </p:cNvPr>
          <p:cNvSpPr/>
          <p:nvPr/>
        </p:nvSpPr>
        <p:spPr bwMode="auto">
          <a:xfrm>
            <a:off x="2245441" y="3133188"/>
            <a:ext cx="517197" cy="591138"/>
          </a:xfrm>
          <a:prstGeom prst="downArrow">
            <a:avLst/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DCCC5DDF-FD7F-802B-5DF8-F8DD216EDF01}"/>
              </a:ext>
            </a:extLst>
          </p:cNvPr>
          <p:cNvSpPr/>
          <p:nvPr/>
        </p:nvSpPr>
        <p:spPr bwMode="auto">
          <a:xfrm>
            <a:off x="5644197" y="3159516"/>
            <a:ext cx="517197" cy="564811"/>
          </a:xfrm>
          <a:prstGeom prst="downArrow">
            <a:avLst/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445950"/>
      </p:ext>
    </p:extLst>
  </p:cSld>
  <p:clrMapOvr>
    <a:masterClrMapping/>
  </p:clrMapOvr>
  <p:transition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B6052C-0D73-1343-DC00-C286871B4F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291" y="809698"/>
            <a:ext cx="2591162" cy="160995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79575120"/>
      </p:ext>
    </p:extLst>
  </p:cSld>
  <p:clrMapOvr>
    <a:masterClrMapping/>
  </p:clrMapOvr>
  <p:transition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EFAF46E-76D6-0971-2D0D-37D203FEFD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5405" y="927840"/>
            <a:ext cx="6344535" cy="27721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79688367"/>
      </p:ext>
    </p:extLst>
  </p:cSld>
  <p:clrMapOvr>
    <a:masterClrMapping/>
  </p:clrMapOvr>
  <p:transition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C43256B-DB78-579F-47C7-2C46B0F0C9AA}"/>
              </a:ext>
            </a:extLst>
          </p:cNvPr>
          <p:cNvGrpSpPr/>
          <p:nvPr/>
        </p:nvGrpSpPr>
        <p:grpSpPr>
          <a:xfrm>
            <a:off x="1006232" y="1025207"/>
            <a:ext cx="9025274" cy="4828745"/>
            <a:chOff x="1006232" y="1025208"/>
            <a:chExt cx="6308967" cy="2859328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EFCFE45-6789-C5A4-DB49-C737ABDDF6E2}"/>
                </a:ext>
              </a:extLst>
            </p:cNvPr>
            <p:cNvSpPr/>
            <p:nvPr/>
          </p:nvSpPr>
          <p:spPr bwMode="auto">
            <a:xfrm>
              <a:off x="1006232" y="1025208"/>
              <a:ext cx="6308967" cy="285932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04130F3-26B8-CE71-0599-A1CDC18421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3394" y="1134732"/>
              <a:ext cx="1992863" cy="1886374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F771B3C-4E3E-4BBF-5BDE-D2425E9A467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83771" y="1134732"/>
              <a:ext cx="3930898" cy="265244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</p:pic>
        <p:sp>
          <p:nvSpPr>
            <p:cNvPr id="19" name="Arrow: Right 18">
              <a:extLst>
                <a:ext uri="{FF2B5EF4-FFF2-40B4-BE49-F238E27FC236}">
                  <a16:creationId xmlns:a16="http://schemas.microsoft.com/office/drawing/2014/main" id="{85F38182-AECE-1D75-5C44-16000E704A7F}"/>
                </a:ext>
              </a:extLst>
            </p:cNvPr>
            <p:cNvSpPr/>
            <p:nvPr/>
          </p:nvSpPr>
          <p:spPr bwMode="auto">
            <a:xfrm>
              <a:off x="2829367" y="2395142"/>
              <a:ext cx="633676" cy="245849"/>
            </a:xfrm>
            <a:prstGeom prst="rightArrow">
              <a:avLst/>
            </a:prstGeom>
            <a:solidFill>
              <a:srgbClr val="8A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endParaRPr lang="en-US" sz="2400" dirty="0" err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77965543"/>
      </p:ext>
    </p:extLst>
  </p:cSld>
  <p:clrMapOvr>
    <a:masterClrMapping/>
  </p:clrMapOvr>
  <p:transition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4606FE-4E5B-8171-CEC6-FC35AA660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A61012B-6D84-61D7-101B-85C4C1471366}"/>
              </a:ext>
            </a:extLst>
          </p:cNvPr>
          <p:cNvSpPr/>
          <p:nvPr/>
        </p:nvSpPr>
        <p:spPr bwMode="auto">
          <a:xfrm>
            <a:off x="595008" y="551868"/>
            <a:ext cx="2314451" cy="2070075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environment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7FCE9F-032B-C2B9-052A-CFDD62735807}"/>
              </a:ext>
            </a:extLst>
          </p:cNvPr>
          <p:cNvSpPr/>
          <p:nvPr/>
        </p:nvSpPr>
        <p:spPr bwMode="auto">
          <a:xfrm>
            <a:off x="729110" y="1289146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(F4)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27E124-AFB9-8381-4D1A-967356346BEB}"/>
              </a:ext>
            </a:extLst>
          </p:cNvPr>
          <p:cNvSpPr/>
          <p:nvPr/>
        </p:nvSpPr>
        <p:spPr bwMode="auto">
          <a:xfrm>
            <a:off x="729110" y="1718237"/>
            <a:ext cx="2046247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dev data files</a:t>
            </a:r>
            <a:endParaRPr lang="en-US" sz="6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836032-2882-ADA8-E75D-FAB8A6CD8319}"/>
              </a:ext>
            </a:extLst>
          </p:cNvPr>
          <p:cNvSpPr/>
          <p:nvPr/>
        </p:nvSpPr>
        <p:spPr bwMode="auto">
          <a:xfrm>
            <a:off x="729110" y="860054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F8A8962-AB6B-865F-02FA-62956E91344D}"/>
              </a:ext>
            </a:extLst>
          </p:cNvPr>
          <p:cNvSpPr/>
          <p:nvPr/>
        </p:nvSpPr>
        <p:spPr bwMode="auto">
          <a:xfrm>
            <a:off x="729110" y="2147330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5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dev storage account</a:t>
            </a:r>
            <a:endParaRPr lang="en-US" sz="5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386455-D837-F606-B72D-DFA87A67A2E3}"/>
              </a:ext>
            </a:extLst>
          </p:cNvPr>
          <p:cNvSpPr/>
          <p:nvPr/>
        </p:nvSpPr>
        <p:spPr bwMode="auto">
          <a:xfrm>
            <a:off x="3043562" y="551868"/>
            <a:ext cx="2314451" cy="2070075"/>
          </a:xfrm>
          <a:prstGeom prst="rect">
            <a:avLst/>
          </a:prstGeom>
          <a:solidFill>
            <a:schemeClr val="accent2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 environment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65BC68D-EC62-4AC1-FAC7-2307D4963C37}"/>
              </a:ext>
            </a:extLst>
          </p:cNvPr>
          <p:cNvSpPr/>
          <p:nvPr/>
        </p:nvSpPr>
        <p:spPr bwMode="auto">
          <a:xfrm>
            <a:off x="3177664" y="1289146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(F16)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47BC48-FC74-6DF0-43E8-636B6728F4AC}"/>
              </a:ext>
            </a:extLst>
          </p:cNvPr>
          <p:cNvSpPr/>
          <p:nvPr/>
        </p:nvSpPr>
        <p:spPr bwMode="auto">
          <a:xfrm>
            <a:off x="3177664" y="1718237"/>
            <a:ext cx="2046247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test data files</a:t>
            </a:r>
            <a:endParaRPr lang="en-US" sz="6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F709B47-2E1D-5902-754F-2DBECFA4398B}"/>
              </a:ext>
            </a:extLst>
          </p:cNvPr>
          <p:cNvSpPr/>
          <p:nvPr/>
        </p:nvSpPr>
        <p:spPr bwMode="auto">
          <a:xfrm>
            <a:off x="3177664" y="860054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12E9923-346F-F5C3-7E6C-B29BBB08F59F}"/>
              </a:ext>
            </a:extLst>
          </p:cNvPr>
          <p:cNvSpPr/>
          <p:nvPr/>
        </p:nvSpPr>
        <p:spPr bwMode="auto">
          <a:xfrm>
            <a:off x="3177664" y="2147330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5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test storage account</a:t>
            </a:r>
            <a:endParaRPr lang="en-US" sz="5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202A481-7AEE-C272-ABC1-27C9F0B3648D}"/>
              </a:ext>
            </a:extLst>
          </p:cNvPr>
          <p:cNvSpPr/>
          <p:nvPr/>
        </p:nvSpPr>
        <p:spPr bwMode="auto">
          <a:xfrm>
            <a:off x="5475879" y="551868"/>
            <a:ext cx="2314451" cy="2070075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1371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environment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9CDE74E-6B65-CD78-8A64-7246179EF447}"/>
              </a:ext>
            </a:extLst>
          </p:cNvPr>
          <p:cNvSpPr/>
          <p:nvPr/>
        </p:nvSpPr>
        <p:spPr bwMode="auto">
          <a:xfrm>
            <a:off x="5609981" y="1289146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capacity (F64)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2D39DA6-16AD-F12D-CD81-EB8A742E868B}"/>
              </a:ext>
            </a:extLst>
          </p:cNvPr>
          <p:cNvSpPr/>
          <p:nvPr/>
        </p:nvSpPr>
        <p:spPr bwMode="auto">
          <a:xfrm>
            <a:off x="5609981" y="1718237"/>
            <a:ext cx="2046247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Azure Storage Account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6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used to store prod data files</a:t>
            </a:r>
            <a:endParaRPr lang="en-US" sz="6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6E59A3F-15B0-7E3D-A595-97CF2638D82A}"/>
              </a:ext>
            </a:extLst>
          </p:cNvPr>
          <p:cNvSpPr/>
          <p:nvPr/>
        </p:nvSpPr>
        <p:spPr bwMode="auto">
          <a:xfrm>
            <a:off x="5609981" y="860054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Workspace</a:t>
            </a:r>
            <a:endParaRPr lang="en-US" sz="9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780F377-0412-EF79-FE71-872C4C87785E}"/>
              </a:ext>
            </a:extLst>
          </p:cNvPr>
          <p:cNvSpPr/>
          <p:nvPr/>
        </p:nvSpPr>
        <p:spPr bwMode="auto">
          <a:xfrm>
            <a:off x="5609981" y="2147330"/>
            <a:ext cx="2046246" cy="34980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Connection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5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to prod storage account</a:t>
            </a:r>
            <a:endParaRPr lang="en-US" sz="500" dirty="0">
              <a:solidFill>
                <a:schemeClr val="tx1"/>
              </a:soli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0694079"/>
      </p:ext>
    </p:extLst>
  </p:cSld>
  <p:clrMapOvr>
    <a:masterClrMapping/>
  </p:clrMapOvr>
  <p:transition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BF3C2E3-16EB-72A2-1476-9ACB827F998D}"/>
              </a:ext>
            </a:extLst>
          </p:cNvPr>
          <p:cNvGrpSpPr/>
          <p:nvPr/>
        </p:nvGrpSpPr>
        <p:grpSpPr>
          <a:xfrm>
            <a:off x="973656" y="712134"/>
            <a:ext cx="6527293" cy="2437909"/>
            <a:chOff x="998219" y="2878366"/>
            <a:chExt cx="7734302" cy="288872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10C060B8-7875-3A2D-DC77-6967E6E56932}"/>
                </a:ext>
              </a:extLst>
            </p:cNvPr>
            <p:cNvSpPr/>
            <p:nvPr/>
          </p:nvSpPr>
          <p:spPr bwMode="auto">
            <a:xfrm>
              <a:off x="998219" y="2878366"/>
              <a:ext cx="4869065" cy="2888720"/>
            </a:xfrm>
            <a:prstGeom prst="rect">
              <a:avLst/>
            </a:prstGeom>
            <a:solidFill>
              <a:schemeClr val="tx2">
                <a:lumMod val="10000"/>
                <a:lumOff val="90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91440" rIns="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Development Process (CI)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E8957BC-E5B1-C3D6-BBB1-8DA6219E3A64}"/>
                </a:ext>
              </a:extLst>
            </p:cNvPr>
            <p:cNvSpPr/>
            <p:nvPr/>
          </p:nvSpPr>
          <p:spPr bwMode="auto">
            <a:xfrm>
              <a:off x="6030031" y="2878366"/>
              <a:ext cx="2702490" cy="2888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91440" rIns="0" bIns="9144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20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Release Process (CD)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690C601-734B-5917-D0F2-E5F263A7346F}"/>
                </a:ext>
              </a:extLst>
            </p:cNvPr>
            <p:cNvGrpSpPr/>
            <p:nvPr/>
          </p:nvGrpSpPr>
          <p:grpSpPr>
            <a:xfrm>
              <a:off x="1138108" y="4282427"/>
              <a:ext cx="3113579" cy="975768"/>
              <a:chOff x="1854618" y="1506117"/>
              <a:chExt cx="3443987" cy="1392700"/>
            </a:xfrm>
          </p:grpSpPr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5B9CA6C8-709F-8932-EEF5-41EC2AE308BA}"/>
                  </a:ext>
                </a:extLst>
              </p:cNvPr>
              <p:cNvGrpSpPr/>
              <p:nvPr/>
            </p:nvGrpSpPr>
            <p:grpSpPr>
              <a:xfrm>
                <a:off x="1854618" y="1506117"/>
                <a:ext cx="3443987" cy="614039"/>
                <a:chOff x="1194579" y="1506117"/>
                <a:chExt cx="4104026" cy="695707"/>
              </a:xfrm>
            </p:grpSpPr>
            <p:sp>
              <p:nvSpPr>
                <p:cNvPr id="19" name="Arrow: Right 18">
                  <a:extLst>
                    <a:ext uri="{FF2B5EF4-FFF2-40B4-BE49-F238E27FC236}">
                      <a16:creationId xmlns:a16="http://schemas.microsoft.com/office/drawing/2014/main" id="{E62D6ACE-54A5-62EF-50FA-5E61073CDABA}"/>
                    </a:ext>
                  </a:extLst>
                </p:cNvPr>
                <p:cNvSpPr/>
                <p:nvPr/>
              </p:nvSpPr>
              <p:spPr bwMode="auto">
                <a:xfrm>
                  <a:off x="4796382" y="1681008"/>
                  <a:ext cx="502223" cy="345925"/>
                </a:xfrm>
                <a:prstGeom prst="rightArrow">
                  <a:avLst>
                    <a:gd name="adj1" fmla="val 61383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endParaRPr>
                </a:p>
              </p:txBody>
            </p:sp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5235AC51-0E6C-11BA-7345-E0472F3839D3}"/>
                    </a:ext>
                  </a:extLst>
                </p:cNvPr>
                <p:cNvSpPr/>
                <p:nvPr/>
              </p:nvSpPr>
              <p:spPr bwMode="auto">
                <a:xfrm>
                  <a:off x="3504794" y="1506117"/>
                  <a:ext cx="1261062" cy="695707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branch</a:t>
                  </a: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CC107B61-370E-68F5-C398-D2B6B2D93664}"/>
                    </a:ext>
                  </a:extLst>
                </p:cNvPr>
                <p:cNvSpPr/>
                <p:nvPr/>
              </p:nvSpPr>
              <p:spPr bwMode="auto">
                <a:xfrm>
                  <a:off x="1194579" y="1506117"/>
                  <a:ext cx="1261062" cy="695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75000"/>
                    </a:schemeClr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workspace</a:t>
                  </a:r>
                </a:p>
              </p:txBody>
            </p:sp>
            <p:sp>
              <p:nvSpPr>
                <p:cNvPr id="22" name="Arrow: Left-Right 21">
                  <a:extLst>
                    <a:ext uri="{FF2B5EF4-FFF2-40B4-BE49-F238E27FC236}">
                      <a16:creationId xmlns:a16="http://schemas.microsoft.com/office/drawing/2014/main" id="{D0351745-356A-3550-3680-66E8E61FC2D8}"/>
                    </a:ext>
                  </a:extLst>
                </p:cNvPr>
                <p:cNvSpPr/>
                <p:nvPr/>
              </p:nvSpPr>
              <p:spPr bwMode="auto">
                <a:xfrm flipH="1">
                  <a:off x="2536213" y="1681008"/>
                  <a:ext cx="925970" cy="345925"/>
                </a:xfrm>
                <a:prstGeom prst="leftRightArrow">
                  <a:avLst>
                    <a:gd name="adj1" fmla="val 62628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749765A5-4371-AE7B-EF1A-C929161416B1}"/>
                  </a:ext>
                </a:extLst>
              </p:cNvPr>
              <p:cNvGrpSpPr/>
              <p:nvPr/>
            </p:nvGrpSpPr>
            <p:grpSpPr>
              <a:xfrm>
                <a:off x="1879901" y="2284778"/>
                <a:ext cx="3418704" cy="614039"/>
                <a:chOff x="1224707" y="1506117"/>
                <a:chExt cx="4073898" cy="695707"/>
              </a:xfrm>
            </p:grpSpPr>
            <p:sp>
              <p:nvSpPr>
                <p:cNvPr id="15" name="Arrow: Right 14">
                  <a:extLst>
                    <a:ext uri="{FF2B5EF4-FFF2-40B4-BE49-F238E27FC236}">
                      <a16:creationId xmlns:a16="http://schemas.microsoft.com/office/drawing/2014/main" id="{A96BB543-E456-9951-1952-0BAB398BE4AD}"/>
                    </a:ext>
                  </a:extLst>
                </p:cNvPr>
                <p:cNvSpPr/>
                <p:nvPr/>
              </p:nvSpPr>
              <p:spPr bwMode="auto">
                <a:xfrm>
                  <a:off x="4796382" y="1681008"/>
                  <a:ext cx="502223" cy="345925"/>
                </a:xfrm>
                <a:prstGeom prst="rightArrow">
                  <a:avLst>
                    <a:gd name="adj1" fmla="val 61383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endParaRPr>
                </a:p>
              </p:txBody>
            </p:sp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5D218C03-09D0-726C-F6E0-97656D006BED}"/>
                    </a:ext>
                  </a:extLst>
                </p:cNvPr>
                <p:cNvSpPr/>
                <p:nvPr/>
              </p:nvSpPr>
              <p:spPr bwMode="auto">
                <a:xfrm>
                  <a:off x="3517172" y="1506117"/>
                  <a:ext cx="1261062" cy="695707"/>
                </a:xfrm>
                <a:prstGeom prst="rect">
                  <a:avLst/>
                </a:prstGeom>
                <a:solidFill>
                  <a:schemeClr val="accent5">
                    <a:lumMod val="75000"/>
                  </a:schemeClr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gradFill>
                        <a:gsLst>
                          <a:gs pos="0">
                            <a:srgbClr val="FFFFFF"/>
                          </a:gs>
                          <a:gs pos="100000">
                            <a:srgbClr val="FFFFFF"/>
                          </a:gs>
                        </a:gsLst>
                        <a:lin ang="5400000" scaled="0"/>
                      </a:gra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branch</a:t>
                  </a:r>
                </a:p>
              </p:txBody>
            </p:sp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921655E9-F651-A0A1-FAFA-6F3C424EF903}"/>
                    </a:ext>
                  </a:extLst>
                </p:cNvPr>
                <p:cNvSpPr/>
                <p:nvPr/>
              </p:nvSpPr>
              <p:spPr bwMode="auto">
                <a:xfrm>
                  <a:off x="1224707" y="1506117"/>
                  <a:ext cx="1261062" cy="695707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tx1">
                      <a:lumMod val="75000"/>
                    </a:schemeClr>
                  </a:solidFill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feature</a:t>
                  </a:r>
                </a:p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r>
                    <a:rPr lang="en-US" sz="700" b="1" dirty="0">
                      <a:solidFill>
                        <a:schemeClr val="tx1"/>
                      </a:solidFill>
                      <a:latin typeface="Lucida Console" panose="020B0609040504020204" pitchFamily="49" charset="0"/>
                      <a:ea typeface="Segoe UI" pitchFamily="34" charset="0"/>
                      <a:cs typeface="Segoe UI" pitchFamily="34" charset="0"/>
                    </a:rPr>
                    <a:t>workspace</a:t>
                  </a:r>
                </a:p>
              </p:txBody>
            </p:sp>
            <p:sp>
              <p:nvSpPr>
                <p:cNvPr id="18" name="Arrow: Left-Right 17">
                  <a:extLst>
                    <a:ext uri="{FF2B5EF4-FFF2-40B4-BE49-F238E27FC236}">
                      <a16:creationId xmlns:a16="http://schemas.microsoft.com/office/drawing/2014/main" id="{560E0A22-5591-D5FB-75ED-FAB37C1753E3}"/>
                    </a:ext>
                  </a:extLst>
                </p:cNvPr>
                <p:cNvSpPr/>
                <p:nvPr/>
              </p:nvSpPr>
              <p:spPr bwMode="auto">
                <a:xfrm flipH="1">
                  <a:off x="2536212" y="1681008"/>
                  <a:ext cx="920226" cy="345925"/>
                </a:xfrm>
                <a:prstGeom prst="leftRightArrow">
                  <a:avLst>
                    <a:gd name="adj1" fmla="val 62628"/>
                    <a:gd name="adj2" fmla="val 50000"/>
                  </a:avLst>
                </a:prstGeom>
                <a:solidFill>
                  <a:srgbClr val="C00000"/>
                </a:solidFill>
                <a:ln>
                  <a:noFill/>
                  <a:headEnd type="none" w="med" len="med"/>
                  <a:tailEnd type="none" w="med" len="med"/>
                </a:ln>
                <a:effectLst/>
              </p:spPr>
              <p:style>
                <a:lnRef idx="1">
                  <a:schemeClr val="accent2"/>
                </a:lnRef>
                <a:fillRef idx="3">
                  <a:schemeClr val="accent2"/>
                </a:fillRef>
                <a:effectRef idx="2">
                  <a:schemeClr val="accent2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 defTabSz="932472" fontAlgn="base">
                    <a:lnSpc>
                      <a:spcPct val="90000"/>
                    </a:lnSpc>
                    <a:spcBef>
                      <a:spcPct val="0"/>
                    </a:spcBef>
                    <a:spcAft>
                      <a:spcPct val="0"/>
                    </a:spcAft>
                  </a:pPr>
                  <a:endParaRPr lang="en-US" sz="7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ea typeface="Segoe UI" pitchFamily="34" charset="0"/>
                    <a:cs typeface="Segoe UI" pitchFamily="34" charset="0"/>
                  </a:endParaRPr>
                </a:p>
              </p:txBody>
            </p:sp>
          </p:grp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B39E56F-EEFF-10B9-EE3E-18CA219A316A}"/>
                </a:ext>
              </a:extLst>
            </p:cNvPr>
            <p:cNvGrpSpPr/>
            <p:nvPr/>
          </p:nvGrpSpPr>
          <p:grpSpPr>
            <a:xfrm>
              <a:off x="4386498" y="3042990"/>
              <a:ext cx="1140078" cy="2247676"/>
              <a:chOff x="5239777" y="695739"/>
              <a:chExt cx="1261062" cy="2601961"/>
            </a:xfrm>
            <a:solidFill>
              <a:schemeClr val="accent4"/>
            </a:solidFill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40E14FB-83D5-33B3-FC53-A6B9DAB0BDE6}"/>
                  </a:ext>
                </a:extLst>
              </p:cNvPr>
              <p:cNvSpPr/>
              <p:nvPr/>
            </p:nvSpPr>
            <p:spPr bwMode="auto">
              <a:xfrm>
                <a:off x="5239777" y="2022754"/>
                <a:ext cx="1261062" cy="1274946"/>
              </a:xfrm>
              <a:prstGeom prst="rect">
                <a:avLst/>
              </a:prstGeom>
              <a:grpFill/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integration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bg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9AE5D25-898D-B931-8F02-24B053C9163F}"/>
                  </a:ext>
                </a:extLst>
              </p:cNvPr>
              <p:cNvSpPr/>
              <p:nvPr/>
            </p:nvSpPr>
            <p:spPr bwMode="auto">
              <a:xfrm>
                <a:off x="5239777" y="695739"/>
                <a:ext cx="1261062" cy="853809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5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Dev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5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12" name="Arrow: Right 11">
                <a:extLst>
                  <a:ext uri="{FF2B5EF4-FFF2-40B4-BE49-F238E27FC236}">
                    <a16:creationId xmlns:a16="http://schemas.microsoft.com/office/drawing/2014/main" id="{C364B072-63A4-9D0E-18A5-2D9315106A1F}"/>
                  </a:ext>
                </a:extLst>
              </p:cNvPr>
              <p:cNvSpPr/>
              <p:nvPr/>
            </p:nvSpPr>
            <p:spPr bwMode="auto">
              <a:xfrm rot="16200000">
                <a:off x="5666768" y="1663964"/>
                <a:ext cx="407079" cy="282097"/>
              </a:xfrm>
              <a:prstGeom prst="rightArrow">
                <a:avLst>
                  <a:gd name="adj1" fmla="val 61383"/>
                  <a:gd name="adj2" fmla="val 50000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endParaRPr lang="en-US" sz="1000" b="1" dirty="0">
                  <a:solidFill>
                    <a:schemeClr val="bg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endParaRPr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DDF5720-7663-47B0-2F53-0D66B9B89079}"/>
                </a:ext>
              </a:extLst>
            </p:cNvPr>
            <p:cNvSpPr/>
            <p:nvPr/>
          </p:nvSpPr>
          <p:spPr bwMode="auto">
            <a:xfrm>
              <a:off x="7296447" y="3313589"/>
              <a:ext cx="1140078" cy="737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Test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73CEBA1B-474E-F3B3-573C-2CCD3AF060EF}"/>
                </a:ext>
              </a:extLst>
            </p:cNvPr>
            <p:cNvSpPr/>
            <p:nvPr/>
          </p:nvSpPr>
          <p:spPr bwMode="auto">
            <a:xfrm>
              <a:off x="6149302" y="3780544"/>
              <a:ext cx="1027873" cy="927217"/>
            </a:xfrm>
            <a:prstGeom prst="rightArrow">
              <a:avLst>
                <a:gd name="adj1" fmla="val 61383"/>
                <a:gd name="adj2" fmla="val 50000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24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?</a:t>
              </a:r>
              <a:endParaRPr lang="en-US" sz="3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endParaRP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69C40AA-26AA-4321-EDB1-9EBE307C4BD5}"/>
                </a:ext>
              </a:extLst>
            </p:cNvPr>
            <p:cNvSpPr/>
            <p:nvPr/>
          </p:nvSpPr>
          <p:spPr bwMode="auto">
            <a:xfrm>
              <a:off x="7296447" y="4371215"/>
              <a:ext cx="1140078" cy="737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b="1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Prod</a:t>
              </a:r>
            </a:p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50" dirty="0">
                  <a:solidFill>
                    <a:schemeClr val="tx1"/>
                  </a:soli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workspace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31322366"/>
      </p:ext>
    </p:extLst>
  </p:cSld>
  <p:clrMapOvr>
    <a:masterClrMapping/>
  </p:clrMapOvr>
  <p:transition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E18CB-5510-9995-46E5-9CAE01B41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A8740D2-F051-D967-20A0-F49481439CFD}"/>
              </a:ext>
            </a:extLst>
          </p:cNvPr>
          <p:cNvSpPr/>
          <p:nvPr/>
        </p:nvSpPr>
        <p:spPr bwMode="auto">
          <a:xfrm>
            <a:off x="302953" y="238998"/>
            <a:ext cx="7560888" cy="326842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EDB799-4EDC-6DA7-6DC6-63624D4C63B5}"/>
              </a:ext>
            </a:extLst>
          </p:cNvPr>
          <p:cNvSpPr/>
          <p:nvPr/>
        </p:nvSpPr>
        <p:spPr bwMode="auto">
          <a:xfrm>
            <a:off x="401494" y="764984"/>
            <a:ext cx="7334961" cy="113569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8FCE019-1553-9442-81F3-76DDBE8CABC0}"/>
              </a:ext>
            </a:extLst>
          </p:cNvPr>
          <p:cNvSpPr/>
          <p:nvPr/>
        </p:nvSpPr>
        <p:spPr bwMode="auto">
          <a:xfrm>
            <a:off x="401494" y="351423"/>
            <a:ext cx="7334961" cy="402111"/>
          </a:xfrm>
          <a:prstGeom prst="rect">
            <a:avLst/>
          </a:prstGeom>
          <a:solidFill>
            <a:schemeClr val="tx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 Deployment Pipeline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47363E60-D1DA-817E-3604-E073F0D14679}"/>
              </a:ext>
            </a:extLst>
          </p:cNvPr>
          <p:cNvSpPr/>
          <p:nvPr/>
        </p:nvSpPr>
        <p:spPr bwMode="auto">
          <a:xfrm>
            <a:off x="2218741" y="1059869"/>
            <a:ext cx="970624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F34F188-4935-E961-0E90-6ECEA88FA0F7}"/>
              </a:ext>
            </a:extLst>
          </p:cNvPr>
          <p:cNvSpPr/>
          <p:nvPr/>
        </p:nvSpPr>
        <p:spPr bwMode="auto">
          <a:xfrm>
            <a:off x="565725" y="2647841"/>
            <a:ext cx="1634694" cy="7479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AB5F77E-BA4B-9C00-FCFA-9E63C98B134F}"/>
              </a:ext>
            </a:extLst>
          </p:cNvPr>
          <p:cNvSpPr/>
          <p:nvPr/>
        </p:nvSpPr>
        <p:spPr bwMode="auto">
          <a:xfrm>
            <a:off x="565725" y="950191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2EDF43A-17A1-AD45-A408-EC37B49A34DB}"/>
              </a:ext>
            </a:extLst>
          </p:cNvPr>
          <p:cNvSpPr/>
          <p:nvPr/>
        </p:nvSpPr>
        <p:spPr bwMode="auto">
          <a:xfrm>
            <a:off x="3212600" y="950191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987B42C-D5C3-94B5-7A63-32067C41F033}"/>
              </a:ext>
            </a:extLst>
          </p:cNvPr>
          <p:cNvSpPr/>
          <p:nvPr/>
        </p:nvSpPr>
        <p:spPr bwMode="auto">
          <a:xfrm>
            <a:off x="5859475" y="94108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BA859621-4BBB-2D8A-D94D-AA4F3EDD56EE}"/>
              </a:ext>
            </a:extLst>
          </p:cNvPr>
          <p:cNvSpPr/>
          <p:nvPr/>
        </p:nvSpPr>
        <p:spPr bwMode="auto">
          <a:xfrm>
            <a:off x="4870529" y="1059869"/>
            <a:ext cx="970624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Deploy</a:t>
            </a:r>
          </a:p>
        </p:txBody>
      </p:sp>
      <p:sp>
        <p:nvSpPr>
          <p:cNvPr id="2" name="Arrow: Up-Down 1">
            <a:extLst>
              <a:ext uri="{FF2B5EF4-FFF2-40B4-BE49-F238E27FC236}">
                <a16:creationId xmlns:a16="http://schemas.microsoft.com/office/drawing/2014/main" id="{CB9EA47A-8CCC-5979-E2BB-5A0BF89A9739}"/>
              </a:ext>
            </a:extLst>
          </p:cNvPr>
          <p:cNvSpPr/>
          <p:nvPr/>
        </p:nvSpPr>
        <p:spPr bwMode="auto">
          <a:xfrm>
            <a:off x="1102649" y="1698117"/>
            <a:ext cx="560846" cy="950490"/>
          </a:xfrm>
          <a:prstGeom prst="upDownArrow">
            <a:avLst>
              <a:gd name="adj1" fmla="val 67960"/>
              <a:gd name="adj2" fmla="val 55238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sync</a:t>
            </a:r>
          </a:p>
        </p:txBody>
      </p:sp>
    </p:spTree>
    <p:extLst>
      <p:ext uri="{BB962C8B-B14F-4D97-AF65-F5344CB8AC3E}">
        <p14:creationId xmlns:p14="http://schemas.microsoft.com/office/powerpoint/2010/main" val="4035362271"/>
      </p:ext>
    </p:extLst>
  </p:cSld>
  <p:clrMapOvr>
    <a:masterClrMapping/>
  </p:clrMapOvr>
  <p:transition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24B017B2-8C5C-F312-8BCF-4038DB14AEF2}"/>
              </a:ext>
            </a:extLst>
          </p:cNvPr>
          <p:cNvSpPr/>
          <p:nvPr/>
        </p:nvSpPr>
        <p:spPr bwMode="auto">
          <a:xfrm>
            <a:off x="2508484" y="2268071"/>
            <a:ext cx="7603706" cy="242943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5D014D91-ED3A-1AB4-4797-E1572D72F754}"/>
              </a:ext>
            </a:extLst>
          </p:cNvPr>
          <p:cNvSpPr/>
          <p:nvPr/>
        </p:nvSpPr>
        <p:spPr bwMode="auto">
          <a:xfrm>
            <a:off x="4239220" y="392558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27467B2-5BAF-E591-79BF-CCEA40C52123}"/>
              </a:ext>
            </a:extLst>
          </p:cNvPr>
          <p:cNvSpPr/>
          <p:nvPr/>
        </p:nvSpPr>
        <p:spPr bwMode="auto">
          <a:xfrm>
            <a:off x="2587682" y="3815909"/>
            <a:ext cx="1634694" cy="7479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Arrow: Up 10">
            <a:extLst>
              <a:ext uri="{FF2B5EF4-FFF2-40B4-BE49-F238E27FC236}">
                <a16:creationId xmlns:a16="http://schemas.microsoft.com/office/drawing/2014/main" id="{9EFDCDA2-95FD-F09F-867A-2338D9CBE4F0}"/>
              </a:ext>
            </a:extLst>
          </p:cNvPr>
          <p:cNvSpPr/>
          <p:nvPr/>
        </p:nvSpPr>
        <p:spPr bwMode="auto">
          <a:xfrm>
            <a:off x="3045881" y="3178615"/>
            <a:ext cx="718296" cy="637294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96EB9C3-EC3C-EE66-E4E2-E27EA7DE3F67}"/>
              </a:ext>
            </a:extLst>
          </p:cNvPr>
          <p:cNvSpPr/>
          <p:nvPr/>
        </p:nvSpPr>
        <p:spPr bwMode="auto">
          <a:xfrm>
            <a:off x="2587682" y="239177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77D6C4EA-7ADB-E420-BAB2-DAE5010422AF}"/>
              </a:ext>
            </a:extLst>
          </p:cNvPr>
          <p:cNvSpPr/>
          <p:nvPr/>
        </p:nvSpPr>
        <p:spPr bwMode="auto">
          <a:xfrm>
            <a:off x="7118923" y="392558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DA350F9-A690-3153-17E4-9E97D9AC5536}"/>
              </a:ext>
            </a:extLst>
          </p:cNvPr>
          <p:cNvSpPr/>
          <p:nvPr/>
        </p:nvSpPr>
        <p:spPr bwMode="auto">
          <a:xfrm>
            <a:off x="5467385" y="3815909"/>
            <a:ext cx="1634694" cy="74792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9" name="Arrow: Up 18">
            <a:extLst>
              <a:ext uri="{FF2B5EF4-FFF2-40B4-BE49-F238E27FC236}">
                <a16:creationId xmlns:a16="http://schemas.microsoft.com/office/drawing/2014/main" id="{54C74829-F391-7C28-0A03-467B4FCD0C33}"/>
              </a:ext>
            </a:extLst>
          </p:cNvPr>
          <p:cNvSpPr/>
          <p:nvPr/>
        </p:nvSpPr>
        <p:spPr bwMode="auto">
          <a:xfrm>
            <a:off x="5925584" y="3178615"/>
            <a:ext cx="718296" cy="637294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35CE572-35D0-4771-1BC1-2D49FFC07A27}"/>
              </a:ext>
            </a:extLst>
          </p:cNvPr>
          <p:cNvSpPr/>
          <p:nvPr/>
        </p:nvSpPr>
        <p:spPr bwMode="auto">
          <a:xfrm>
            <a:off x="5467385" y="239177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7C72239-59A4-EC26-B4D3-B2446FB1A5D3}"/>
              </a:ext>
            </a:extLst>
          </p:cNvPr>
          <p:cNvSpPr/>
          <p:nvPr/>
        </p:nvSpPr>
        <p:spPr bwMode="auto">
          <a:xfrm>
            <a:off x="8347088" y="3815909"/>
            <a:ext cx="1634694" cy="74792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7" name="Arrow: Up 26">
            <a:extLst>
              <a:ext uri="{FF2B5EF4-FFF2-40B4-BE49-F238E27FC236}">
                <a16:creationId xmlns:a16="http://schemas.microsoft.com/office/drawing/2014/main" id="{84EBFD1F-A53B-C8FF-E78F-AFC8CEB9216A}"/>
              </a:ext>
            </a:extLst>
          </p:cNvPr>
          <p:cNvSpPr/>
          <p:nvPr/>
        </p:nvSpPr>
        <p:spPr bwMode="auto">
          <a:xfrm>
            <a:off x="8805287" y="3178615"/>
            <a:ext cx="718296" cy="637294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24CE80-49AA-EF8E-DEC7-396B209773F8}"/>
              </a:ext>
            </a:extLst>
          </p:cNvPr>
          <p:cNvSpPr/>
          <p:nvPr/>
        </p:nvSpPr>
        <p:spPr bwMode="auto">
          <a:xfrm>
            <a:off x="8347088" y="239177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3255497976"/>
      </p:ext>
    </p:extLst>
  </p:cSld>
  <p:clrMapOvr>
    <a:masterClrMapping/>
  </p:clrMapOvr>
  <p:transition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42EC8-C543-B01B-255A-8274FCD1E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5B3CE59-91FB-FD1E-5254-1F02B3829DB1}"/>
              </a:ext>
            </a:extLst>
          </p:cNvPr>
          <p:cNvSpPr/>
          <p:nvPr/>
        </p:nvSpPr>
        <p:spPr bwMode="auto">
          <a:xfrm>
            <a:off x="2698376" y="2481404"/>
            <a:ext cx="6171304" cy="12632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716621-77CA-1DAA-EF81-07D7C1ABA7AB}"/>
              </a:ext>
            </a:extLst>
          </p:cNvPr>
          <p:cNvSpPr/>
          <p:nvPr/>
        </p:nvSpPr>
        <p:spPr bwMode="auto">
          <a:xfrm>
            <a:off x="2841812" y="2591375"/>
            <a:ext cx="1951490" cy="1043333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custom code for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 process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547F79-CF55-3D8C-A6B1-2E81F1B66ED9}"/>
              </a:ext>
            </a:extLst>
          </p:cNvPr>
          <p:cNvSpPr/>
          <p:nvPr/>
        </p:nvSpPr>
        <p:spPr bwMode="auto">
          <a:xfrm>
            <a:off x="7475325" y="2591375"/>
            <a:ext cx="1261061" cy="104333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8F8A8BF-6BD4-B004-BED9-AEA6A1A60FC8}"/>
              </a:ext>
            </a:extLst>
          </p:cNvPr>
          <p:cNvGrpSpPr/>
          <p:nvPr/>
        </p:nvGrpSpPr>
        <p:grpSpPr>
          <a:xfrm>
            <a:off x="4912660" y="2722880"/>
            <a:ext cx="2493980" cy="804862"/>
            <a:chOff x="4862504" y="2833855"/>
            <a:chExt cx="2033199" cy="663407"/>
          </a:xfrm>
        </p:grpSpPr>
        <p:sp>
          <p:nvSpPr>
            <p:cNvPr id="29" name="Arrow: Right 28">
              <a:extLst>
                <a:ext uri="{FF2B5EF4-FFF2-40B4-BE49-F238E27FC236}">
                  <a16:creationId xmlns:a16="http://schemas.microsoft.com/office/drawing/2014/main" id="{D8CB168B-B7ED-3D89-588F-7132701DE342}"/>
                </a:ext>
              </a:extLst>
            </p:cNvPr>
            <p:cNvSpPr/>
            <p:nvPr/>
          </p:nvSpPr>
          <p:spPr bwMode="auto">
            <a:xfrm>
              <a:off x="4862504" y="2833855"/>
              <a:ext cx="2021254" cy="279187"/>
            </a:xfrm>
            <a:prstGeom prst="rightArrow">
              <a:avLst>
                <a:gd name="adj1" fmla="val 73858"/>
                <a:gd name="adj2" fmla="val 77367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3152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1. Call Update from GIT</a:t>
              </a:r>
            </a:p>
          </p:txBody>
        </p:sp>
        <p:sp>
          <p:nvSpPr>
            <p:cNvPr id="3" name="Arrow: Right 2">
              <a:extLst>
                <a:ext uri="{FF2B5EF4-FFF2-40B4-BE49-F238E27FC236}">
                  <a16:creationId xmlns:a16="http://schemas.microsoft.com/office/drawing/2014/main" id="{510EFE0B-5866-86CE-1CFB-519ED5BD9E1D}"/>
                </a:ext>
              </a:extLst>
            </p:cNvPr>
            <p:cNvSpPr/>
            <p:nvPr/>
          </p:nvSpPr>
          <p:spPr bwMode="auto">
            <a:xfrm>
              <a:off x="4874449" y="3218075"/>
              <a:ext cx="2021254" cy="279187"/>
            </a:xfrm>
            <a:prstGeom prst="rightArrow">
              <a:avLst>
                <a:gd name="adj1" fmla="val 73858"/>
                <a:gd name="adj2" fmla="val 76355"/>
              </a:avLst>
            </a:prstGeom>
            <a:solidFill>
              <a:srgbClr val="C00000"/>
            </a:solidFill>
            <a:ln>
              <a:noFill/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3152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1000" b="1" dirty="0">
                  <a:gradFill>
                    <a:gsLst>
                      <a:gs pos="0">
                        <a:srgbClr val="FFFFFF"/>
                      </a:gs>
                      <a:gs pos="100000">
                        <a:srgbClr val="FFFFFF"/>
                      </a:gs>
                    </a:gsLst>
                    <a:lin ang="5400000" scaled="0"/>
                  </a:gradFill>
                  <a:latin typeface="Lucida Console" panose="020B0609040504020204" pitchFamily="49" charset="0"/>
                  <a:ea typeface="Segoe UI" pitchFamily="34" charset="0"/>
                  <a:cs typeface="Segoe UI" pitchFamily="34" charset="0"/>
                </a:rPr>
                <a:t>2. Run post-sync operations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48239690"/>
      </p:ext>
    </p:extLst>
  </p:cSld>
  <p:clrMapOvr>
    <a:masterClrMapping/>
  </p:clrMapOvr>
  <p:transition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A67157F-85EA-D044-9F14-F5E15FBA436A}"/>
              </a:ext>
            </a:extLst>
          </p:cNvPr>
          <p:cNvSpPr/>
          <p:nvPr/>
        </p:nvSpPr>
        <p:spPr bwMode="auto">
          <a:xfrm>
            <a:off x="2442536" y="2178991"/>
            <a:ext cx="7727831" cy="29621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1DB50EC9-9740-659C-8957-32E4B8FF471F}"/>
              </a:ext>
            </a:extLst>
          </p:cNvPr>
          <p:cNvSpPr/>
          <p:nvPr/>
        </p:nvSpPr>
        <p:spPr bwMode="auto">
          <a:xfrm>
            <a:off x="4239220" y="437417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BB4928-6E5F-9869-95A2-154A0655D81F}"/>
              </a:ext>
            </a:extLst>
          </p:cNvPr>
          <p:cNvSpPr/>
          <p:nvPr/>
        </p:nvSpPr>
        <p:spPr bwMode="auto">
          <a:xfrm>
            <a:off x="2587682" y="4264499"/>
            <a:ext cx="1634694" cy="747926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3676B4-C9FF-B640-DB37-76FB8A829E7F}"/>
              </a:ext>
            </a:extLst>
          </p:cNvPr>
          <p:cNvSpPr/>
          <p:nvPr/>
        </p:nvSpPr>
        <p:spPr bwMode="auto">
          <a:xfrm>
            <a:off x="2587682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46778C45-FF03-5684-AD2D-604348DE87E5}"/>
              </a:ext>
            </a:extLst>
          </p:cNvPr>
          <p:cNvSpPr/>
          <p:nvPr/>
        </p:nvSpPr>
        <p:spPr bwMode="auto">
          <a:xfrm>
            <a:off x="7118923" y="4374177"/>
            <a:ext cx="1211321" cy="528569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Pull Request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C78F321-4BDB-B5EA-A7D6-84E821FD29E2}"/>
              </a:ext>
            </a:extLst>
          </p:cNvPr>
          <p:cNvSpPr/>
          <p:nvPr/>
        </p:nvSpPr>
        <p:spPr bwMode="auto">
          <a:xfrm>
            <a:off x="5467385" y="4264499"/>
            <a:ext cx="1634694" cy="747926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2B86D77D-E4C0-D488-EB09-FC0145D2F073}"/>
              </a:ext>
            </a:extLst>
          </p:cNvPr>
          <p:cNvSpPr/>
          <p:nvPr/>
        </p:nvSpPr>
        <p:spPr bwMode="auto">
          <a:xfrm rot="16200000">
            <a:off x="2833045" y="3406667"/>
            <a:ext cx="1143971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54C30F2-F8D3-B3B0-1279-638178BFEBE7}"/>
              </a:ext>
            </a:extLst>
          </p:cNvPr>
          <p:cNvSpPr/>
          <p:nvPr/>
        </p:nvSpPr>
        <p:spPr bwMode="auto">
          <a:xfrm>
            <a:off x="5467385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3F2AC5E-5AC5-ECB0-D777-E6120EB31082}"/>
              </a:ext>
            </a:extLst>
          </p:cNvPr>
          <p:cNvSpPr/>
          <p:nvPr/>
        </p:nvSpPr>
        <p:spPr bwMode="auto">
          <a:xfrm>
            <a:off x="8347088" y="4264499"/>
            <a:ext cx="1634694" cy="747926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32EFC81-6367-7FA8-FB05-55309FACE575}"/>
              </a:ext>
            </a:extLst>
          </p:cNvPr>
          <p:cNvSpPr/>
          <p:nvPr/>
        </p:nvSpPr>
        <p:spPr bwMode="auto">
          <a:xfrm>
            <a:off x="8347088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D8FE3656-152A-10A8-D2F8-E00979F27A9D}"/>
              </a:ext>
            </a:extLst>
          </p:cNvPr>
          <p:cNvSpPr/>
          <p:nvPr/>
        </p:nvSpPr>
        <p:spPr bwMode="auto">
          <a:xfrm rot="16200000">
            <a:off x="5712747" y="3406668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54BB3283-0BC0-585B-62AB-352C4A028A92}"/>
              </a:ext>
            </a:extLst>
          </p:cNvPr>
          <p:cNvSpPr/>
          <p:nvPr/>
        </p:nvSpPr>
        <p:spPr bwMode="auto">
          <a:xfrm rot="16200000">
            <a:off x="8592450" y="3406668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</p:spTree>
    <p:extLst>
      <p:ext uri="{BB962C8B-B14F-4D97-AF65-F5344CB8AC3E}">
        <p14:creationId xmlns:p14="http://schemas.microsoft.com/office/powerpoint/2010/main" val="3243106548"/>
      </p:ext>
    </p:extLst>
  </p:cSld>
  <p:clrMapOvr>
    <a:masterClrMapping/>
  </p:clrMapOvr>
  <p:transition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2E68-172C-3322-CEFA-1E24E5604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C6B727A-614B-F18A-8B71-66DB6506732B}"/>
              </a:ext>
            </a:extLst>
          </p:cNvPr>
          <p:cNvSpPr/>
          <p:nvPr/>
        </p:nvSpPr>
        <p:spPr bwMode="auto">
          <a:xfrm>
            <a:off x="2489069" y="2172579"/>
            <a:ext cx="4799237" cy="36365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1F699C7-CEDD-07FE-3CB9-8742279D93A6}"/>
              </a:ext>
            </a:extLst>
          </p:cNvPr>
          <p:cNvSpPr/>
          <p:nvPr/>
        </p:nvSpPr>
        <p:spPr bwMode="auto">
          <a:xfrm>
            <a:off x="2587682" y="3868455"/>
            <a:ext cx="1634694" cy="178157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F78946-78EE-2B0A-CDC4-832F17F6BC90}"/>
              </a:ext>
            </a:extLst>
          </p:cNvPr>
          <p:cNvSpPr/>
          <p:nvPr/>
        </p:nvSpPr>
        <p:spPr bwMode="auto">
          <a:xfrm>
            <a:off x="2587682" y="232005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AF89351-B777-D565-0982-D57B2ADE37D7}"/>
              </a:ext>
            </a:extLst>
          </p:cNvPr>
          <p:cNvSpPr/>
          <p:nvPr/>
        </p:nvSpPr>
        <p:spPr bwMode="auto">
          <a:xfrm>
            <a:off x="5489104" y="3956271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5808A5-D3FA-D8E7-84F2-4942CF4F1240}"/>
              </a:ext>
            </a:extLst>
          </p:cNvPr>
          <p:cNvSpPr/>
          <p:nvPr/>
        </p:nvSpPr>
        <p:spPr bwMode="auto">
          <a:xfrm>
            <a:off x="5489104" y="4902107"/>
            <a:ext cx="1634694" cy="747926"/>
          </a:xfrm>
          <a:prstGeom prst="rect">
            <a:avLst/>
          </a:prstGeom>
          <a:solidFill>
            <a:schemeClr val="bg1"/>
          </a:solidFill>
          <a:ln>
            <a:solidFill>
              <a:schemeClr val="accent4">
                <a:lumMod val="50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1752F503-7C1E-B75F-C6DC-B9A5E3C61823}"/>
              </a:ext>
            </a:extLst>
          </p:cNvPr>
          <p:cNvSpPr/>
          <p:nvPr/>
        </p:nvSpPr>
        <p:spPr bwMode="auto">
          <a:xfrm>
            <a:off x="4276399" y="4070660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78F3F7B8-982F-EF9D-49AE-446868456CD6}"/>
              </a:ext>
            </a:extLst>
          </p:cNvPr>
          <p:cNvSpPr/>
          <p:nvPr/>
        </p:nvSpPr>
        <p:spPr bwMode="auto">
          <a:xfrm>
            <a:off x="4283755" y="5012425"/>
            <a:ext cx="1143969" cy="519149"/>
          </a:xfrm>
          <a:prstGeom prst="rightArrow">
            <a:avLst>
              <a:gd name="adj1" fmla="val 64970"/>
              <a:gd name="adj2" fmla="val 5000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fabric-cicd</a:t>
            </a:r>
          </a:p>
        </p:txBody>
      </p:sp>
      <p:sp>
        <p:nvSpPr>
          <p:cNvPr id="4" name="Arrow: Up 3">
            <a:extLst>
              <a:ext uri="{FF2B5EF4-FFF2-40B4-BE49-F238E27FC236}">
                <a16:creationId xmlns:a16="http://schemas.microsoft.com/office/drawing/2014/main" id="{2D26066D-ABB0-BEC7-92D2-02FB2AF37D08}"/>
              </a:ext>
            </a:extLst>
          </p:cNvPr>
          <p:cNvSpPr/>
          <p:nvPr/>
        </p:nvSpPr>
        <p:spPr bwMode="auto">
          <a:xfrm>
            <a:off x="3045881" y="3067983"/>
            <a:ext cx="718296" cy="747926"/>
          </a:xfrm>
          <a:prstGeom prst="upArrow">
            <a:avLst>
              <a:gd name="adj1" fmla="val 77388"/>
              <a:gd name="adj2" fmla="val 44825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Update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from GIT</a:t>
            </a:r>
          </a:p>
        </p:txBody>
      </p:sp>
    </p:spTree>
    <p:extLst>
      <p:ext uri="{BB962C8B-B14F-4D97-AF65-F5344CB8AC3E}">
        <p14:creationId xmlns:p14="http://schemas.microsoft.com/office/powerpoint/2010/main" val="3679389188"/>
      </p:ext>
    </p:extLst>
  </p:cSld>
  <p:clrMapOvr>
    <a:masterClrMapping/>
  </p:clrMapOvr>
  <p:transition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8C79D-BF78-AC57-3E27-8FA378FD1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B21A243-9727-9F05-65D5-228F2C85169F}"/>
              </a:ext>
            </a:extLst>
          </p:cNvPr>
          <p:cNvSpPr/>
          <p:nvPr/>
        </p:nvSpPr>
        <p:spPr bwMode="auto">
          <a:xfrm>
            <a:off x="708135" y="465608"/>
            <a:ext cx="8120905" cy="227360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Rectangle: Top Corners Rounded 1">
            <a:extLst>
              <a:ext uri="{FF2B5EF4-FFF2-40B4-BE49-F238E27FC236}">
                <a16:creationId xmlns:a16="http://schemas.microsoft.com/office/drawing/2014/main" id="{6CA6B813-D356-65B8-CB63-AC2BFC4D741E}"/>
              </a:ext>
            </a:extLst>
          </p:cNvPr>
          <p:cNvSpPr/>
          <p:nvPr/>
        </p:nvSpPr>
        <p:spPr bwMode="auto">
          <a:xfrm>
            <a:off x="4260604" y="632613"/>
            <a:ext cx="2038595" cy="1980230"/>
          </a:xfrm>
          <a:prstGeom prst="round2SameRect">
            <a:avLst>
              <a:gd name="adj1" fmla="val 8009"/>
              <a:gd name="adj2" fmla="val 0"/>
            </a:avLst>
          </a:prstGeom>
          <a:solidFill>
            <a:schemeClr val="bg1"/>
          </a:solidFill>
          <a:ln>
            <a:solidFill>
              <a:schemeClr val="accent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73152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fabric-cicd </a:t>
            </a:r>
            <a:r>
              <a:rPr lang="en-US" sz="1000" dirty="0">
                <a:solidFill>
                  <a:schemeClr val="tx1"/>
                </a:solidFill>
                <a:ea typeface="Segoe UI" pitchFamily="34" charset="0"/>
                <a:cs typeface="Segoe UI" pitchFamily="34" charset="0"/>
              </a:rPr>
              <a:t>processing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C2A0C0A-88F9-5B96-6542-E1E12CAAA8E7}"/>
              </a:ext>
            </a:extLst>
          </p:cNvPr>
          <p:cNvSpPr/>
          <p:nvPr/>
        </p:nvSpPr>
        <p:spPr bwMode="auto">
          <a:xfrm>
            <a:off x="6404073" y="599319"/>
            <a:ext cx="2259959" cy="2004747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target workspace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39AA3D-26A3-3237-9A9B-1ABE3EF5F6E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584" r="39007" b="16195"/>
          <a:stretch>
            <a:fillRect/>
          </a:stretch>
        </p:blipFill>
        <p:spPr>
          <a:xfrm>
            <a:off x="6501093" y="941935"/>
            <a:ext cx="1996252" cy="152512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37890D58-3EED-7469-67F4-88B905EA479E}"/>
              </a:ext>
            </a:extLst>
          </p:cNvPr>
          <p:cNvSpPr/>
          <p:nvPr/>
        </p:nvSpPr>
        <p:spPr bwMode="auto">
          <a:xfrm>
            <a:off x="807978" y="618120"/>
            <a:ext cx="3365767" cy="1989009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Folder with Item Definitions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566F4C-DA4B-08EF-C3E5-E8490785AE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-1" b="18154"/>
          <a:stretch>
            <a:fillRect/>
          </a:stretch>
        </p:blipFill>
        <p:spPr>
          <a:xfrm>
            <a:off x="945276" y="962002"/>
            <a:ext cx="3091173" cy="1505059"/>
          </a:xfrm>
          <a:prstGeom prst="rect">
            <a:avLst/>
          </a:prstGeom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6291F422-9C48-A878-D325-883A7785C9C5}"/>
              </a:ext>
            </a:extLst>
          </p:cNvPr>
          <p:cNvSpPr/>
          <p:nvPr/>
        </p:nvSpPr>
        <p:spPr bwMode="auto">
          <a:xfrm>
            <a:off x="4358220" y="997861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E83B46A8-6969-267F-DCE3-8EA464EFDFE9}"/>
              </a:ext>
            </a:extLst>
          </p:cNvPr>
          <p:cNvSpPr/>
          <p:nvPr/>
        </p:nvSpPr>
        <p:spPr bwMode="auto">
          <a:xfrm>
            <a:off x="4358220" y="1311482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0A7F71E-E129-BCCD-923B-EA88E74719DB}"/>
              </a:ext>
            </a:extLst>
          </p:cNvPr>
          <p:cNvSpPr/>
          <p:nvPr/>
        </p:nvSpPr>
        <p:spPr bwMode="auto">
          <a:xfrm>
            <a:off x="4358220" y="1625103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BFE54A35-9C90-F51E-75F3-914880EC1ED8}"/>
              </a:ext>
            </a:extLst>
          </p:cNvPr>
          <p:cNvSpPr/>
          <p:nvPr/>
        </p:nvSpPr>
        <p:spPr bwMode="auto">
          <a:xfrm>
            <a:off x="4358220" y="1938724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08F56CC5-A4EC-B30F-F68A-AC29DD67FFB5}"/>
              </a:ext>
            </a:extLst>
          </p:cNvPr>
          <p:cNvSpPr/>
          <p:nvPr/>
        </p:nvSpPr>
        <p:spPr bwMode="auto">
          <a:xfrm>
            <a:off x="4358220" y="2252343"/>
            <a:ext cx="1839814" cy="214718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or Update Item</a:t>
            </a:r>
          </a:p>
        </p:txBody>
      </p:sp>
    </p:spTree>
    <p:extLst>
      <p:ext uri="{BB962C8B-B14F-4D97-AF65-F5344CB8AC3E}">
        <p14:creationId xmlns:p14="http://schemas.microsoft.com/office/powerpoint/2010/main" val="1783259338"/>
      </p:ext>
    </p:extLst>
  </p:cSld>
  <p:clrMapOvr>
    <a:masterClrMapping/>
  </p:clrMapOvr>
  <p:transition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BB35FD-6BDC-D8E1-F703-E285A7CB4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188" y="528917"/>
            <a:ext cx="4017718" cy="4078941"/>
          </a:xfrm>
          <a:prstGeom prst="rect">
            <a:avLst/>
          </a:prstGeom>
          <a:ln>
            <a:solidFill>
              <a:schemeClr val="accent4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419086739"/>
      </p:ext>
    </p:extLst>
  </p:cSld>
  <p:clrMapOvr>
    <a:masterClrMapping/>
  </p:clrMapOvr>
  <p:transition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9758804"/>
      </p:ext>
    </p:extLst>
  </p:cSld>
  <p:clrMapOvr>
    <a:masterClrMapping/>
  </p:clrMapOvr>
  <p:transition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78374-6D93-DE30-C294-CAB3A37D2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21ECCAD9-6A29-E075-CA34-9A2388C8D4A2}"/>
              </a:ext>
            </a:extLst>
          </p:cNvPr>
          <p:cNvSpPr/>
          <p:nvPr/>
        </p:nvSpPr>
        <p:spPr bwMode="auto">
          <a:xfrm>
            <a:off x="1102660" y="217216"/>
            <a:ext cx="9739598" cy="275458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B9E129A-F40B-78A4-043F-1056A6D0C222}"/>
              </a:ext>
            </a:extLst>
          </p:cNvPr>
          <p:cNvSpPr/>
          <p:nvPr/>
        </p:nvSpPr>
        <p:spPr bwMode="auto">
          <a:xfrm>
            <a:off x="8395478" y="359323"/>
            <a:ext cx="2306563" cy="24725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APIs</a:t>
            </a:r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B6F30E5-16DC-279A-BDDC-0611B6C67311}"/>
              </a:ext>
            </a:extLst>
          </p:cNvPr>
          <p:cNvSpPr/>
          <p:nvPr/>
        </p:nvSpPr>
        <p:spPr bwMode="auto">
          <a:xfrm>
            <a:off x="5017089" y="487447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Create Item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E4ABE7D-AAC0-AFB8-9310-162C1BFC9235}"/>
              </a:ext>
            </a:extLst>
          </p:cNvPr>
          <p:cNvSpPr/>
          <p:nvPr/>
        </p:nvSpPr>
        <p:spPr bwMode="auto">
          <a:xfrm>
            <a:off x="3756027" y="359323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65275D0-E57E-F23F-150C-87A4131E1139}"/>
              </a:ext>
            </a:extLst>
          </p:cNvPr>
          <p:cNvSpPr/>
          <p:nvPr/>
        </p:nvSpPr>
        <p:spPr bwMode="auto">
          <a:xfrm>
            <a:off x="5017088" y="1333212"/>
            <a:ext cx="3338635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Update Item Definition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951EE0-647B-370E-0532-777F5D9ED590}"/>
              </a:ext>
            </a:extLst>
          </p:cNvPr>
          <p:cNvSpPr/>
          <p:nvPr/>
        </p:nvSpPr>
        <p:spPr bwMode="auto">
          <a:xfrm>
            <a:off x="3756027" y="1223087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1A651E6-CB03-ACCC-5C30-1A32B01C2494}"/>
              </a:ext>
            </a:extLst>
          </p:cNvPr>
          <p:cNvSpPr/>
          <p:nvPr/>
        </p:nvSpPr>
        <p:spPr bwMode="auto">
          <a:xfrm flipH="1">
            <a:off x="3756026" y="2086847"/>
            <a:ext cx="4493451" cy="493519"/>
          </a:xfrm>
          <a:prstGeom prst="rightArrow">
            <a:avLst>
              <a:gd name="adj1" fmla="val 65947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Get Item Definition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1E8C06-1A67-530B-739A-5B8C2D07F5F2}"/>
              </a:ext>
            </a:extLst>
          </p:cNvPr>
          <p:cNvSpPr/>
          <p:nvPr/>
        </p:nvSpPr>
        <p:spPr bwMode="auto">
          <a:xfrm>
            <a:off x="6988414" y="1972632"/>
            <a:ext cx="1261062" cy="713771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Item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Definition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5CFD038-1BA4-BB33-13D9-8532F83DF339}"/>
              </a:ext>
            </a:extLst>
          </p:cNvPr>
          <p:cNvSpPr/>
          <p:nvPr/>
        </p:nvSpPr>
        <p:spPr bwMode="auto">
          <a:xfrm>
            <a:off x="1303462" y="343712"/>
            <a:ext cx="2306563" cy="2472518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6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Your Code</a:t>
            </a:r>
          </a:p>
        </p:txBody>
      </p:sp>
    </p:spTree>
    <p:extLst>
      <p:ext uri="{BB962C8B-B14F-4D97-AF65-F5344CB8AC3E}">
        <p14:creationId xmlns:p14="http://schemas.microsoft.com/office/powerpoint/2010/main" val="3515172411"/>
      </p:ext>
    </p:extLst>
  </p:cSld>
  <p:clrMapOvr>
    <a:masterClrMapping/>
  </p:clrMapOvr>
  <p:transition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E951C4-C2FF-92FC-22F4-14F6824C4C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90" t="38099" r="29504" b="22737"/>
          <a:stretch>
            <a:fillRect/>
          </a:stretch>
        </p:blipFill>
        <p:spPr>
          <a:xfrm>
            <a:off x="2483224" y="2922494"/>
            <a:ext cx="5486400" cy="189155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1605428"/>
      </p:ext>
    </p:extLst>
  </p:cSld>
  <p:clrMapOvr>
    <a:masterClrMapping/>
  </p:clrMapOvr>
  <p:transition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9F193DB-5FDC-723C-D2DF-E2F27B0D6A5C}"/>
              </a:ext>
            </a:extLst>
          </p:cNvPr>
          <p:cNvSpPr/>
          <p:nvPr/>
        </p:nvSpPr>
        <p:spPr bwMode="auto">
          <a:xfrm>
            <a:off x="783570" y="806385"/>
            <a:ext cx="8919230" cy="281057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4B877A-65A5-93DF-3498-B3703CBB131E}"/>
              </a:ext>
            </a:extLst>
          </p:cNvPr>
          <p:cNvSpPr/>
          <p:nvPr/>
        </p:nvSpPr>
        <p:spPr bwMode="auto">
          <a:xfrm>
            <a:off x="948467" y="970615"/>
            <a:ext cx="2952973" cy="2526647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branch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E8EA83-5A03-5784-E1C2-A3E3650906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736" y="1262953"/>
            <a:ext cx="2754433" cy="2061668"/>
          </a:xfrm>
          <a:prstGeom prst="rect">
            <a:avLst/>
          </a:prstGeom>
        </p:spPr>
      </p:pic>
      <p:sp>
        <p:nvSpPr>
          <p:cNvPr id="13" name="Arrow: Right 12">
            <a:extLst>
              <a:ext uri="{FF2B5EF4-FFF2-40B4-BE49-F238E27FC236}">
                <a16:creationId xmlns:a16="http://schemas.microsoft.com/office/drawing/2014/main" id="{1B60D661-BBD1-FA4C-9264-98EC813BFC4F}"/>
              </a:ext>
            </a:extLst>
          </p:cNvPr>
          <p:cNvSpPr/>
          <p:nvPr/>
        </p:nvSpPr>
        <p:spPr bwMode="auto">
          <a:xfrm>
            <a:off x="3901438" y="1996608"/>
            <a:ext cx="2133600" cy="635525"/>
          </a:xfrm>
          <a:prstGeom prst="rightArrow">
            <a:avLst>
              <a:gd name="adj1" fmla="val 73858"/>
              <a:gd name="adj2" fmla="val 7736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API-driven 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 process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3F2B241-309C-EC20-83ED-0FE4555D610E}"/>
              </a:ext>
            </a:extLst>
          </p:cNvPr>
          <p:cNvSpPr/>
          <p:nvPr/>
        </p:nvSpPr>
        <p:spPr bwMode="auto">
          <a:xfrm>
            <a:off x="6035038" y="970614"/>
            <a:ext cx="3454402" cy="2526647"/>
          </a:xfrm>
          <a:prstGeom prst="rect">
            <a:avLst/>
          </a:prstGeom>
          <a:solidFill>
            <a:schemeClr val="accent2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91440" rIns="0" bIns="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target workspace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77C88C79-09FB-F3D1-803F-DB897C26BB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0972" y="1254771"/>
            <a:ext cx="3163577" cy="2069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9383652"/>
      </p:ext>
    </p:extLst>
  </p:cSld>
  <p:clrMapOvr>
    <a:masterClrMapping/>
  </p:clrMapOvr>
  <p:transition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BFCB159-38E7-96CC-1742-12A4A7A17566}"/>
              </a:ext>
            </a:extLst>
          </p:cNvPr>
          <p:cNvSpPr/>
          <p:nvPr/>
        </p:nvSpPr>
        <p:spPr bwMode="auto">
          <a:xfrm>
            <a:off x="780440" y="880560"/>
            <a:ext cx="4194971" cy="345835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2E9F250-624B-F6C4-CC97-F964E9677E47}"/>
              </a:ext>
            </a:extLst>
          </p:cNvPr>
          <p:cNvSpPr/>
          <p:nvPr/>
        </p:nvSpPr>
        <p:spPr bwMode="auto">
          <a:xfrm>
            <a:off x="921927" y="2492755"/>
            <a:ext cx="1261062" cy="1756516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release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F1FD56A-5CAF-8C13-5FF0-F155E1438F0F}"/>
              </a:ext>
            </a:extLst>
          </p:cNvPr>
          <p:cNvSpPr/>
          <p:nvPr/>
        </p:nvSpPr>
        <p:spPr bwMode="auto">
          <a:xfrm>
            <a:off x="921927" y="1032978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EA298BB-E057-804E-5B43-B1B7F300EF2B}"/>
              </a:ext>
            </a:extLst>
          </p:cNvPr>
          <p:cNvSpPr/>
          <p:nvPr/>
        </p:nvSpPr>
        <p:spPr bwMode="auto">
          <a:xfrm>
            <a:off x="3567681" y="2573440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test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892D57F7-84D1-03BD-D959-22CE7D8938B4}"/>
              </a:ext>
            </a:extLst>
          </p:cNvPr>
          <p:cNvSpPr/>
          <p:nvPr/>
        </p:nvSpPr>
        <p:spPr bwMode="auto">
          <a:xfrm>
            <a:off x="2276436" y="2770689"/>
            <a:ext cx="1249708" cy="383871"/>
          </a:xfrm>
          <a:prstGeom prst="rightArrow">
            <a:avLst>
              <a:gd name="adj1" fmla="val 61383"/>
              <a:gd name="adj2" fmla="val 59341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noProof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fabric-cicd</a:t>
            </a: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2" name="Arrow: Down 11">
            <a:extLst>
              <a:ext uri="{FF2B5EF4-FFF2-40B4-BE49-F238E27FC236}">
                <a16:creationId xmlns:a16="http://schemas.microsoft.com/office/drawing/2014/main" id="{32E039CF-D10D-1B9A-2B15-2B6A1918167A}"/>
              </a:ext>
            </a:extLst>
          </p:cNvPr>
          <p:cNvSpPr/>
          <p:nvPr/>
        </p:nvSpPr>
        <p:spPr bwMode="auto">
          <a:xfrm>
            <a:off x="1206882" y="1777031"/>
            <a:ext cx="691152" cy="690715"/>
          </a:xfrm>
          <a:prstGeom prst="downArrow">
            <a:avLst>
              <a:gd name="adj1" fmla="val 64151"/>
              <a:gd name="adj2" fmla="val 42217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  <a:b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</a:b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Sync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E98D3F6-CC81-FD23-E0D7-3F12180A2274}"/>
              </a:ext>
            </a:extLst>
          </p:cNvPr>
          <p:cNvSpPr/>
          <p:nvPr/>
        </p:nvSpPr>
        <p:spPr bwMode="auto">
          <a:xfrm>
            <a:off x="3580062" y="3465148"/>
            <a:ext cx="1261062" cy="74405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696F8A8B-3683-E5D0-E7ED-24A7A82C6A0B}"/>
              </a:ext>
            </a:extLst>
          </p:cNvPr>
          <p:cNvSpPr/>
          <p:nvPr/>
        </p:nvSpPr>
        <p:spPr bwMode="auto">
          <a:xfrm>
            <a:off x="2294494" y="3611814"/>
            <a:ext cx="1249708" cy="383871"/>
          </a:xfrm>
          <a:prstGeom prst="rightArrow">
            <a:avLst>
              <a:gd name="adj1" fmla="val 61383"/>
              <a:gd name="adj2" fmla="val 59341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noProof="1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fabric-cicd</a:t>
            </a:r>
            <a:endParaRPr lang="en-US" sz="1000" b="1" noProof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770261"/>
      </p:ext>
    </p:extLst>
  </p:cSld>
  <p:clrMapOvr>
    <a:masterClrMapping/>
  </p:clrMapOvr>
  <p:transition>
    <p:fade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C1C3717-9C7A-5880-8F76-2B0A6644F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40" y="524238"/>
            <a:ext cx="3257604" cy="3599528"/>
          </a:xfrm>
          <a:prstGeom prst="rect">
            <a:avLst/>
          </a:prstGeom>
          <a:ln>
            <a:solidFill>
              <a:schemeClr val="accent4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619123483"/>
      </p:ext>
    </p:extLst>
  </p:cSld>
  <p:clrMapOvr>
    <a:masterClrMapping/>
  </p:clrMapOvr>
  <p:transition>
    <p:fade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789EB56-92F7-0CF1-0AF1-D766E1DF03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718" y="727545"/>
            <a:ext cx="9906000" cy="431234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07654333"/>
      </p:ext>
    </p:extLst>
  </p:cSld>
  <p:clrMapOvr>
    <a:masterClrMapping/>
  </p:clrMapOvr>
  <p:transition>
    <p:fade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402E37-D0FA-15AF-B10D-5675B5FF68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2442" y="2125471"/>
            <a:ext cx="7811590" cy="27435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20201287"/>
      </p:ext>
    </p:extLst>
  </p:cSld>
  <p:clrMapOvr>
    <a:masterClrMapping/>
  </p:clrMapOvr>
  <p:transition>
    <p:fade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6C47B9-120E-E590-EA2C-10295298F0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134" y="977153"/>
            <a:ext cx="8427978" cy="474232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04692953"/>
      </p:ext>
    </p:extLst>
  </p:cSld>
  <p:clrMapOvr>
    <a:masterClrMapping/>
  </p:clrMapOvr>
  <p:transition>
    <p:fade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9D9DD7-8D79-D6A9-33C5-AEA4946C6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612" y="480558"/>
            <a:ext cx="5208897" cy="48624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65849808"/>
      </p:ext>
    </p:extLst>
  </p:cSld>
  <p:clrMapOvr>
    <a:masterClrMapping/>
  </p:clrMapOvr>
  <p:transition>
    <p:fade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CF5E978-A4E6-A8F8-FEF3-4749240A4C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30"/>
          <a:stretch>
            <a:fillRect/>
          </a:stretch>
        </p:blipFill>
        <p:spPr>
          <a:xfrm>
            <a:off x="1250256" y="529811"/>
            <a:ext cx="6095095" cy="358498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21406356"/>
      </p:ext>
    </p:extLst>
  </p:cSld>
  <p:clrMapOvr>
    <a:masterClrMapping/>
  </p:clrMapOvr>
  <p:transition>
    <p:fade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224B34F-21F6-EC3C-61E6-C469EC316E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871" y="922416"/>
            <a:ext cx="10786969" cy="451303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5722299"/>
      </p:ext>
    </p:extLst>
  </p:cSld>
  <p:clrMapOvr>
    <a:masterClrMapping/>
  </p:clrMapOvr>
  <p:transition>
    <p:fade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74F7D07-4F39-8FDC-D005-F7F4BEA9C2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3695" y="453255"/>
            <a:ext cx="4375848" cy="28081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EFD4667-A9C6-C6C6-5B08-6DBFBB40FD3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967"/>
          <a:stretch>
            <a:fillRect/>
          </a:stretch>
        </p:blipFill>
        <p:spPr>
          <a:xfrm>
            <a:off x="494131" y="428887"/>
            <a:ext cx="4514716" cy="2832473"/>
          </a:xfrm>
          <a:prstGeom prst="rect">
            <a:avLst/>
          </a:prstGeom>
          <a:ln>
            <a:solidFill>
              <a:schemeClr val="tx1"/>
            </a:solidFill>
          </a:ln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BDD000D-2265-C42F-BAB9-7016DA6D5B2E}"/>
              </a:ext>
            </a:extLst>
          </p:cNvPr>
          <p:cNvCxnSpPr>
            <a:cxnSpLocks/>
          </p:cNvCxnSpPr>
          <p:nvPr/>
        </p:nvCxnSpPr>
        <p:spPr>
          <a:xfrm>
            <a:off x="3810000" y="1933481"/>
            <a:ext cx="1808480" cy="0"/>
          </a:xfrm>
          <a:prstGeom prst="straightConnector1">
            <a:avLst/>
          </a:prstGeom>
          <a:ln w="57150">
            <a:solidFill>
              <a:srgbClr val="C00000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9241603"/>
      </p:ext>
    </p:extLst>
  </p:cSld>
  <p:clrMapOvr>
    <a:masterClrMapping/>
  </p:clrMapOvr>
  <p:transition>
    <p:fade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6B54D17-3C13-F4C0-D651-DD2268B1B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2495" y="1277627"/>
            <a:ext cx="5066010" cy="30343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16943527"/>
      </p:ext>
    </p:extLst>
  </p:cSld>
  <p:clrMapOvr>
    <a:masterClrMapping/>
  </p:clrMapOvr>
  <p:transition>
    <p:fade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F30463-1979-DF85-8712-7E1409F69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159804-EED3-571E-D299-43757AD4513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939172"/>
      </p:ext>
    </p:extLst>
  </p:cSld>
  <p:clrMapOvr>
    <a:masterClrMapping/>
  </p:clrMapOvr>
  <p:transition>
    <p:fade/>
  </p:transition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1BCC36B-13B7-308D-5CE2-436D5116C5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908" y="358379"/>
            <a:ext cx="7373379" cy="566816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083112187"/>
      </p:ext>
    </p:extLst>
  </p:cSld>
  <p:clrMapOvr>
    <a:masterClrMapping/>
  </p:clrMapOvr>
  <p:transition>
    <p:fade/>
  </p:transition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F62AF20-7495-721F-2F6E-7E59BFFF89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522" y="939416"/>
            <a:ext cx="8935278" cy="378974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4043978"/>
      </p:ext>
    </p:extLst>
  </p:cSld>
  <p:clrMapOvr>
    <a:masterClrMapping/>
  </p:clrMapOvr>
  <p:transition>
    <p:fade/>
  </p:transition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331110-5413-7009-35C6-AE5897A198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983" y="778995"/>
            <a:ext cx="9697803" cy="402011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20952068"/>
      </p:ext>
    </p:extLst>
  </p:cSld>
  <p:clrMapOvr>
    <a:masterClrMapping/>
  </p:clrMapOvr>
  <p:transition>
    <p:fade/>
  </p:transition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B92654F-B93D-DC3A-EBC5-23D16FB3A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960" y="766267"/>
            <a:ext cx="11044555" cy="457560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195108337"/>
      </p:ext>
    </p:extLst>
  </p:cSld>
  <p:clrMapOvr>
    <a:masterClrMapping/>
  </p:clrMapOvr>
  <p:transition>
    <p:fade/>
  </p:transition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FB95F66-9CD1-A3E6-142E-0BBFD0E6FB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9316" y="489239"/>
            <a:ext cx="7629811" cy="3357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7727211"/>
      </p:ext>
    </p:extLst>
  </p:cSld>
  <p:clrMapOvr>
    <a:masterClrMapping/>
  </p:clrMapOvr>
  <p:transition>
    <p:fade/>
  </p:transition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794D19-378E-08ED-3FBC-5E4D99773D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4429" y="969617"/>
            <a:ext cx="5430742" cy="44074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45727"/>
      </p:ext>
    </p:extLst>
  </p:cSld>
  <p:clrMapOvr>
    <a:masterClrMapping/>
  </p:clrMapOvr>
  <p:transition>
    <p:fade/>
  </p:transition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9208BD1-97C7-3E4C-1108-B120C3D914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2" y="2254076"/>
            <a:ext cx="10069330" cy="248637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6629105"/>
      </p:ext>
    </p:extLst>
  </p:cSld>
  <p:clrMapOvr>
    <a:masterClrMapping/>
  </p:clrMapOvr>
  <p:transition>
    <p:fade/>
  </p:transition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A974CD2-6211-1219-8E01-BDBEF29200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595" y="868440"/>
            <a:ext cx="8478433" cy="482032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10849097"/>
      </p:ext>
    </p:extLst>
  </p:cSld>
  <p:clrMapOvr>
    <a:masterClrMapping/>
  </p:clrMapOvr>
  <p:transition>
    <p:fade/>
  </p:transition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D2A8E2-B35E-6464-2B99-6444D98B3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3762" y="999396"/>
            <a:ext cx="10631384" cy="352474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186910088"/>
      </p:ext>
    </p:extLst>
  </p:cSld>
  <p:clrMapOvr>
    <a:masterClrMapping/>
  </p:clrMapOvr>
  <p:transition>
    <p:fade/>
  </p:transition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886B019-F44B-0CCB-46D3-037548512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7758" y="1101390"/>
            <a:ext cx="7220958" cy="479174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83614765"/>
      </p:ext>
    </p:extLst>
  </p:cSld>
  <p:clrMapOvr>
    <a:masterClrMapping/>
  </p:clrMapOvr>
  <p:transition>
    <p:fade/>
  </p:transition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45F5A-9845-5E89-E5FD-D047C1CAB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98FDBD1B-880F-663B-D471-B2DE746562A6}"/>
              </a:ext>
            </a:extLst>
          </p:cNvPr>
          <p:cNvSpPr/>
          <p:nvPr/>
        </p:nvSpPr>
        <p:spPr bwMode="auto">
          <a:xfrm>
            <a:off x="1941885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Dev Workspace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8EBC1AE-8902-6432-81F3-4746F893F8DF}"/>
              </a:ext>
            </a:extLst>
          </p:cNvPr>
          <p:cNvGrpSpPr/>
          <p:nvPr/>
        </p:nvGrpSpPr>
        <p:grpSpPr>
          <a:xfrm>
            <a:off x="2131875" y="1353539"/>
            <a:ext cx="655911" cy="654509"/>
            <a:chOff x="6295914" y="1428878"/>
            <a:chExt cx="1693119" cy="1825354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8FB22A1-9162-7D2F-D3AC-5B725D7D1805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15" name="Picture 1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8E0BC2AE-3AE0-E094-5105-C43E60442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BEC2ACE-4FF2-B20F-0061-D40090714EA0}"/>
              </a:ext>
            </a:extLst>
          </p:cNvPr>
          <p:cNvGrpSpPr/>
          <p:nvPr/>
        </p:nvGrpSpPr>
        <p:grpSpPr>
          <a:xfrm>
            <a:off x="2890835" y="1353539"/>
            <a:ext cx="657835" cy="654509"/>
            <a:chOff x="6503915" y="831583"/>
            <a:chExt cx="1229935" cy="1325994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6A22345-4A0D-F77F-4FFF-B49051C7FE3A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18" name="Picture 1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0C5E69C6-9E50-4738-D020-CCF27398AE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88090DA-2D75-CF9E-0A43-21DD6DA266BC}"/>
              </a:ext>
            </a:extLst>
          </p:cNvPr>
          <p:cNvGrpSpPr/>
          <p:nvPr/>
        </p:nvGrpSpPr>
        <p:grpSpPr>
          <a:xfrm>
            <a:off x="2879884" y="2168548"/>
            <a:ext cx="659688" cy="658278"/>
            <a:chOff x="1943154" y="2871362"/>
            <a:chExt cx="1229935" cy="1325994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A8DC213-1BAE-A9EB-9781-A4B1C96CD859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2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CE0FF270-E74F-A8BB-1B64-C2BAFBBE21B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2A3B1245-6D16-29CB-E15E-6C96F7FE0039}"/>
              </a:ext>
            </a:extLst>
          </p:cNvPr>
          <p:cNvGrpSpPr/>
          <p:nvPr/>
        </p:nvGrpSpPr>
        <p:grpSpPr>
          <a:xfrm>
            <a:off x="2120924" y="2168548"/>
            <a:ext cx="655911" cy="654509"/>
            <a:chOff x="540799" y="2865453"/>
            <a:chExt cx="1229935" cy="1325994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23B5B3-3B57-713C-71B4-7DCF9D2593C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4" name="Picture 23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3011EC3-7B80-6FC6-092D-FFED5B6CAA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2DE4400-1AB0-E791-E22A-64C96E8DA711}"/>
              </a:ext>
            </a:extLst>
          </p:cNvPr>
          <p:cNvSpPr/>
          <p:nvPr/>
        </p:nvSpPr>
        <p:spPr bwMode="auto">
          <a:xfrm>
            <a:off x="5017936" y="1050871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Test Workspace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21F0DE3-6E73-8747-35DD-67168F67775B}"/>
              </a:ext>
            </a:extLst>
          </p:cNvPr>
          <p:cNvGrpSpPr/>
          <p:nvPr/>
        </p:nvGrpSpPr>
        <p:grpSpPr>
          <a:xfrm>
            <a:off x="5207926" y="1356903"/>
            <a:ext cx="655911" cy="654509"/>
            <a:chOff x="6295914" y="1428878"/>
            <a:chExt cx="1693119" cy="182535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EEB100B-36B3-A710-58FD-EA24EAEF893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5" name="Picture 4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EBBAF3A1-2229-B561-E426-084D23527F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6CD15EF-B23B-B857-28D7-A22A65D8066E}"/>
              </a:ext>
            </a:extLst>
          </p:cNvPr>
          <p:cNvGrpSpPr/>
          <p:nvPr/>
        </p:nvGrpSpPr>
        <p:grpSpPr>
          <a:xfrm>
            <a:off x="5966886" y="1356903"/>
            <a:ext cx="657835" cy="654509"/>
            <a:chOff x="6503915" y="831583"/>
            <a:chExt cx="1229935" cy="132599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6BA4F5-69D8-D752-9A5B-B8EDEC7A4A8E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8" name="Picture 7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92936BCB-5EA4-5D97-DF48-34C6AD6FE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52593E4A-4ECF-8327-45DF-BAE074105A24}"/>
              </a:ext>
            </a:extLst>
          </p:cNvPr>
          <p:cNvGrpSpPr/>
          <p:nvPr/>
        </p:nvGrpSpPr>
        <p:grpSpPr>
          <a:xfrm>
            <a:off x="5955935" y="2171912"/>
            <a:ext cx="659688" cy="658278"/>
            <a:chOff x="1943154" y="2871362"/>
            <a:chExt cx="1229935" cy="1325994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BABA33C-D171-BE59-D5A7-0DFDA6B24DFF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1" name="Picture 10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75042CEC-DA51-7C65-F730-D9EB8933F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71EEB7C-83B2-21A6-D906-F632A34437A0}"/>
              </a:ext>
            </a:extLst>
          </p:cNvPr>
          <p:cNvGrpSpPr/>
          <p:nvPr/>
        </p:nvGrpSpPr>
        <p:grpSpPr>
          <a:xfrm>
            <a:off x="5196975" y="2171912"/>
            <a:ext cx="655911" cy="654509"/>
            <a:chOff x="540799" y="2865453"/>
            <a:chExt cx="1229935" cy="1325994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B203EB38-93B3-2810-7528-A1E3D440A81A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27" name="Picture 26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04671681-8833-6786-CE6A-05A866D3E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14DB4231-7106-4165-0076-7D46A9055C3D}"/>
              </a:ext>
            </a:extLst>
          </p:cNvPr>
          <p:cNvSpPr/>
          <p:nvPr/>
        </p:nvSpPr>
        <p:spPr bwMode="auto">
          <a:xfrm>
            <a:off x="8104147" y="1047507"/>
            <a:ext cx="1742421" cy="1914354"/>
          </a:xfrm>
          <a:prstGeom prst="rect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rPr>
              <a:t>Prod Workspace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29C755D2-DC79-DB88-7955-A368BA8361F3}"/>
              </a:ext>
            </a:extLst>
          </p:cNvPr>
          <p:cNvGrpSpPr/>
          <p:nvPr/>
        </p:nvGrpSpPr>
        <p:grpSpPr>
          <a:xfrm>
            <a:off x="8294137" y="1353539"/>
            <a:ext cx="655911" cy="654509"/>
            <a:chOff x="6295914" y="1428878"/>
            <a:chExt cx="1693119" cy="1825354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AAC2A7C3-A0F5-B1F8-BF38-16E0A928668D}"/>
                </a:ext>
              </a:extLst>
            </p:cNvPr>
            <p:cNvSpPr/>
            <p:nvPr/>
          </p:nvSpPr>
          <p:spPr bwMode="auto">
            <a:xfrm>
              <a:off x="6295914" y="1428878"/>
              <a:ext cx="1693119" cy="182535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Semantic Model</a:t>
              </a:r>
            </a:p>
          </p:txBody>
        </p:sp>
        <p:pic>
          <p:nvPicPr>
            <p:cNvPr id="31" name="Picture 30" descr="A white square with purple dots&#10;&#10;Description automatically generated">
              <a:extLst>
                <a:ext uri="{FF2B5EF4-FFF2-40B4-BE49-F238E27FC236}">
                  <a16:creationId xmlns:a16="http://schemas.microsoft.com/office/drawing/2014/main" id="{A140B9E2-27C9-89DC-705B-F1348C972C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86779" y="1536648"/>
              <a:ext cx="1311387" cy="1300896"/>
            </a:xfrm>
            <a:prstGeom prst="rect">
              <a:avLst/>
            </a:prstGeom>
          </p:spPr>
        </p:pic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C8694A7-9840-00B5-D659-30BD4055B85B}"/>
              </a:ext>
            </a:extLst>
          </p:cNvPr>
          <p:cNvGrpSpPr/>
          <p:nvPr/>
        </p:nvGrpSpPr>
        <p:grpSpPr>
          <a:xfrm>
            <a:off x="9053097" y="1353539"/>
            <a:ext cx="657835" cy="654509"/>
            <a:chOff x="6503915" y="831583"/>
            <a:chExt cx="1229935" cy="1325994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E11D1F1-ED0A-220C-11E7-FB376654D3C7}"/>
                </a:ext>
              </a:extLst>
            </p:cNvPr>
            <p:cNvSpPr/>
            <p:nvPr/>
          </p:nvSpPr>
          <p:spPr bwMode="auto">
            <a:xfrm>
              <a:off x="6503915" y="83158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bg1">
                  <a:lumMod val="50000"/>
                </a:schemeClr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Report</a:t>
              </a:r>
            </a:p>
          </p:txBody>
        </p:sp>
        <p:pic>
          <p:nvPicPr>
            <p:cNvPr id="34" name="Picture 33" descr="A white square with a graph&#10;&#10;Description automatically generated">
              <a:extLst>
                <a:ext uri="{FF2B5EF4-FFF2-40B4-BE49-F238E27FC236}">
                  <a16:creationId xmlns:a16="http://schemas.microsoft.com/office/drawing/2014/main" id="{2C0FD1C6-9C1C-8079-AC50-091835B0864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2565" y="904155"/>
              <a:ext cx="952633" cy="948822"/>
            </a:xfrm>
            <a:prstGeom prst="rect">
              <a:avLst/>
            </a:prstGeom>
          </p:spPr>
        </p:pic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F8326EE7-39D9-58D7-1768-F66F78865F6F}"/>
              </a:ext>
            </a:extLst>
          </p:cNvPr>
          <p:cNvGrpSpPr/>
          <p:nvPr/>
        </p:nvGrpSpPr>
        <p:grpSpPr>
          <a:xfrm>
            <a:off x="9042146" y="2168548"/>
            <a:ext cx="659688" cy="658278"/>
            <a:chOff x="1943154" y="2871362"/>
            <a:chExt cx="1229935" cy="132599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384C313-AAB7-9247-F7C3-348D4BB6EFD8}"/>
                </a:ext>
              </a:extLst>
            </p:cNvPr>
            <p:cNvSpPr/>
            <p:nvPr/>
          </p:nvSpPr>
          <p:spPr bwMode="auto">
            <a:xfrm>
              <a:off x="1943154" y="2871362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Notebook</a:t>
              </a:r>
              <a:endParaRPr lang="en-US" sz="1100" b="1" dirty="0">
                <a:solidFill>
                  <a:schemeClr val="tx1"/>
                </a:solidFill>
                <a:latin typeface="Arial" panose="020B0604020202020204" pitchFamily="34" charset="0"/>
                <a:ea typeface="Segoe UI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7" name="Picture 36" descr="A white book with a green symbol&#10;&#10;Description automatically generated">
              <a:extLst>
                <a:ext uri="{FF2B5EF4-FFF2-40B4-BE49-F238E27FC236}">
                  <a16:creationId xmlns:a16="http://schemas.microsoft.com/office/drawing/2014/main" id="{2BE7ACA8-3994-8662-88FE-C64F7BFA36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6583" y="3033143"/>
              <a:ext cx="838189" cy="834835"/>
            </a:xfrm>
            <a:prstGeom prst="rect">
              <a:avLst/>
            </a:prstGeom>
          </p:spPr>
        </p:pic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78737FB-EA6B-193B-4C43-25712BA4DF65}"/>
              </a:ext>
            </a:extLst>
          </p:cNvPr>
          <p:cNvGrpSpPr/>
          <p:nvPr/>
        </p:nvGrpSpPr>
        <p:grpSpPr>
          <a:xfrm>
            <a:off x="8283186" y="2168548"/>
            <a:ext cx="655911" cy="654509"/>
            <a:chOff x="540799" y="2865453"/>
            <a:chExt cx="1229935" cy="1325994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86AF671-8B85-05C1-1778-0603DE3E3B0B}"/>
                </a:ext>
              </a:extLst>
            </p:cNvPr>
            <p:cNvSpPr/>
            <p:nvPr/>
          </p:nvSpPr>
          <p:spPr bwMode="auto">
            <a:xfrm>
              <a:off x="540799" y="2865453"/>
              <a:ext cx="1229935" cy="1325994"/>
            </a:xfrm>
            <a:prstGeom prst="rect">
              <a:avLst/>
            </a:prstGeom>
            <a:solidFill>
              <a:schemeClr val="bg1">
                <a:alpha val="45000"/>
              </a:schemeClr>
            </a:solidFill>
            <a:ln w="12700">
              <a:solidFill>
                <a:schemeClr val="tx1"/>
              </a:solidFill>
              <a:headEnd type="none" w="med" len="med"/>
              <a:tailEnd type="none" w="med" len="med"/>
            </a:ln>
            <a:effectLst/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146304" rIns="0" bIns="45720" numCol="1" spcCol="0" rtlCol="0" fromWordArt="0" anchor="b" anchorCtr="0" forceAA="0" compatLnSpc="1">
              <a:prstTxWarp prst="textNoShape">
                <a:avLst/>
              </a:prstTxWarp>
              <a:noAutofit/>
            </a:bodyPr>
            <a:lstStyle/>
            <a:p>
              <a:pPr algn="ctr" defTabSz="932472" fontAlgn="base">
                <a:lnSpc>
                  <a:spcPct val="90000"/>
                </a:lnSpc>
                <a:spcBef>
                  <a:spcPct val="0"/>
                </a:spcBef>
                <a:spcAft>
                  <a:spcPct val="0"/>
                </a:spcAft>
              </a:pPr>
              <a:r>
                <a:rPr lang="en-US" sz="600" b="1" dirty="0">
                  <a:solidFill>
                    <a:schemeClr val="tx1"/>
                  </a:solidFill>
                  <a:latin typeface="Arial" panose="020B0604020202020204" pitchFamily="34" charset="0"/>
                  <a:ea typeface="Segoe UI" pitchFamily="34" charset="0"/>
                  <a:cs typeface="Arial" panose="020B0604020202020204" pitchFamily="34" charset="0"/>
                </a:rPr>
                <a:t>Lakehouse</a:t>
              </a:r>
            </a:p>
          </p:txBody>
        </p:sp>
        <p:pic>
          <p:nvPicPr>
            <p:cNvPr id="40" name="Picture 39" descr="A blue and white sign with waves&#10;&#10;Description automatically generated">
              <a:extLst>
                <a:ext uri="{FF2B5EF4-FFF2-40B4-BE49-F238E27FC236}">
                  <a16:creationId xmlns:a16="http://schemas.microsoft.com/office/drawing/2014/main" id="{7D9C4484-2301-DC95-08DD-C3DFDA670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453" y="2962982"/>
              <a:ext cx="908459" cy="904825"/>
            </a:xfrm>
            <a:prstGeom prst="rect">
              <a:avLst/>
            </a:prstGeom>
          </p:spPr>
        </p:pic>
      </p:grp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302BE8EE-2C7D-03A6-2772-69DFA7FD869A}"/>
              </a:ext>
            </a:extLst>
          </p:cNvPr>
          <p:cNvSpPr/>
          <p:nvPr/>
        </p:nvSpPr>
        <p:spPr bwMode="auto">
          <a:xfrm>
            <a:off x="379395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491C9813-958B-F335-9A87-9343D5D35CA4}"/>
              </a:ext>
            </a:extLst>
          </p:cNvPr>
          <p:cNvSpPr/>
          <p:nvPr/>
        </p:nvSpPr>
        <p:spPr bwMode="auto">
          <a:xfrm>
            <a:off x="6872431" y="1635844"/>
            <a:ext cx="1174127" cy="751136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Deploy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1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changes</a:t>
            </a:r>
          </a:p>
        </p:txBody>
      </p:sp>
    </p:spTree>
    <p:extLst>
      <p:ext uri="{BB962C8B-B14F-4D97-AF65-F5344CB8AC3E}">
        <p14:creationId xmlns:p14="http://schemas.microsoft.com/office/powerpoint/2010/main" val="2516019051"/>
      </p:ext>
    </p:extLst>
  </p:cSld>
  <p:clrMapOvr>
    <a:masterClrMapping/>
  </p:clrMapOvr>
  <p:transition>
    <p:fade/>
  </p:transition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81075-D850-9317-DD2F-7327A9A33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2C65CC7-7B4E-E704-28B0-67313FBE9FBC}"/>
              </a:ext>
            </a:extLst>
          </p:cNvPr>
          <p:cNvSpPr/>
          <p:nvPr/>
        </p:nvSpPr>
        <p:spPr bwMode="auto">
          <a:xfrm>
            <a:off x="240883" y="3395448"/>
            <a:ext cx="3581050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5F9E2E5-BAF2-7D61-3F15-DB0841EB7AB3}"/>
              </a:ext>
            </a:extLst>
          </p:cNvPr>
          <p:cNvSpPr/>
          <p:nvPr/>
        </p:nvSpPr>
        <p:spPr bwMode="auto">
          <a:xfrm>
            <a:off x="4399396" y="3395447"/>
            <a:ext cx="3562811" cy="187020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AC3D105B-3470-8B36-4C3B-5F5E0061B2F3}"/>
              </a:ext>
            </a:extLst>
          </p:cNvPr>
          <p:cNvSpPr/>
          <p:nvPr/>
        </p:nvSpPr>
        <p:spPr bwMode="auto">
          <a:xfrm>
            <a:off x="3832093" y="3688847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2760DE-724B-9D79-5792-CC63CCB121F6}"/>
              </a:ext>
            </a:extLst>
          </p:cNvPr>
          <p:cNvSpPr/>
          <p:nvPr/>
        </p:nvSpPr>
        <p:spPr bwMode="auto">
          <a:xfrm>
            <a:off x="8571317" y="3395447"/>
            <a:ext cx="3581049" cy="18702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7483D0-A50A-1877-0B22-999049351619}"/>
              </a:ext>
            </a:extLst>
          </p:cNvPr>
          <p:cNvSpPr/>
          <p:nvPr/>
        </p:nvSpPr>
        <p:spPr bwMode="auto">
          <a:xfrm>
            <a:off x="352613" y="3718095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272691AE-C066-77EE-E0FA-C0E0C766E9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0752772"/>
              </p:ext>
            </p:extLst>
          </p:nvPr>
        </p:nvGraphicFramePr>
        <p:xfrm>
          <a:off x="352614" y="3945848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5053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1" name="Arrow: Right 30">
            <a:extLst>
              <a:ext uri="{FF2B5EF4-FFF2-40B4-BE49-F238E27FC236}">
                <a16:creationId xmlns:a16="http://schemas.microsoft.com/office/drawing/2014/main" id="{B726F6A9-4A0E-E546-260C-AF8B24D2B3F5}"/>
              </a:ext>
            </a:extLst>
          </p:cNvPr>
          <p:cNvSpPr/>
          <p:nvPr/>
        </p:nvSpPr>
        <p:spPr bwMode="auto">
          <a:xfrm>
            <a:off x="8005900" y="3688846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chemeClr val="tx1">
              <a:lumMod val="40000"/>
              <a:lumOff val="6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63BB88E-706C-9AD8-9B57-033C0C2C10CB}"/>
              </a:ext>
            </a:extLst>
          </p:cNvPr>
          <p:cNvSpPr/>
          <p:nvPr/>
        </p:nvSpPr>
        <p:spPr bwMode="auto">
          <a:xfrm>
            <a:off x="4550892" y="3722514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B1322248-9356-46EE-DEAF-0E9065AC8B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8248294"/>
              </p:ext>
            </p:extLst>
          </p:nvPr>
        </p:nvGraphicFramePr>
        <p:xfrm>
          <a:off x="4550893" y="3950267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781853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4" name="Rectangle 33">
            <a:extLst>
              <a:ext uri="{FF2B5EF4-FFF2-40B4-BE49-F238E27FC236}">
                <a16:creationId xmlns:a16="http://schemas.microsoft.com/office/drawing/2014/main" id="{191B6C03-4E38-70FE-A965-A643C054AAE7}"/>
              </a:ext>
            </a:extLst>
          </p:cNvPr>
          <p:cNvSpPr/>
          <p:nvPr/>
        </p:nvSpPr>
        <p:spPr bwMode="auto">
          <a:xfrm>
            <a:off x="8718689" y="3715890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8BD3F71B-1124-4357-201A-7210FEB1E8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3115040"/>
              </p:ext>
            </p:extLst>
          </p:nvPr>
        </p:nvGraphicFramePr>
        <p:xfrm>
          <a:off x="8718690" y="3943643"/>
          <a:ext cx="3296632" cy="10972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534725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logicalId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AAAAAAAA-AAAA-AAAA-AAAA-AAAAAAAAAAAA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4630371"/>
                  </a:ext>
                </a:extLst>
              </a:tr>
            </a:tbl>
          </a:graphicData>
        </a:graphic>
      </p:graphicFrame>
      <p:sp>
        <p:nvSpPr>
          <p:cNvPr id="36" name="Rectangle 35">
            <a:extLst>
              <a:ext uri="{FF2B5EF4-FFF2-40B4-BE49-F238E27FC236}">
                <a16:creationId xmlns:a16="http://schemas.microsoft.com/office/drawing/2014/main" id="{E0209436-E9A6-D0C0-5E55-28C30492401A}"/>
              </a:ext>
            </a:extLst>
          </p:cNvPr>
          <p:cNvSpPr/>
          <p:nvPr/>
        </p:nvSpPr>
        <p:spPr bwMode="auto">
          <a:xfrm>
            <a:off x="278318" y="797920"/>
            <a:ext cx="3581050" cy="15123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feature workspace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D88422C-4499-A255-979E-898CED480233}"/>
              </a:ext>
            </a:extLst>
          </p:cNvPr>
          <p:cNvSpPr/>
          <p:nvPr/>
        </p:nvSpPr>
        <p:spPr bwMode="auto">
          <a:xfrm>
            <a:off x="4436831" y="797919"/>
            <a:ext cx="3562811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 workspace</a:t>
            </a:r>
          </a:p>
        </p:txBody>
      </p:sp>
      <p:sp>
        <p:nvSpPr>
          <p:cNvPr id="38" name="Arrow: Right 37">
            <a:extLst>
              <a:ext uri="{FF2B5EF4-FFF2-40B4-BE49-F238E27FC236}">
                <a16:creationId xmlns:a16="http://schemas.microsoft.com/office/drawing/2014/main" id="{2EEEEEB1-7570-0AF3-C34B-FDDE434F8DD8}"/>
              </a:ext>
            </a:extLst>
          </p:cNvPr>
          <p:cNvSpPr/>
          <p:nvPr/>
        </p:nvSpPr>
        <p:spPr bwMode="auto">
          <a:xfrm>
            <a:off x="3859368" y="1182295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6ACDB4C-85A6-24F4-4265-C59D07BAF736}"/>
              </a:ext>
            </a:extLst>
          </p:cNvPr>
          <p:cNvSpPr/>
          <p:nvPr/>
        </p:nvSpPr>
        <p:spPr bwMode="auto">
          <a:xfrm>
            <a:off x="8608752" y="797918"/>
            <a:ext cx="3581049" cy="151232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9144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 workspace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7BB852-7C90-DDBF-243D-FD8E8E918323}"/>
              </a:ext>
            </a:extLst>
          </p:cNvPr>
          <p:cNvSpPr/>
          <p:nvPr/>
        </p:nvSpPr>
        <p:spPr bwMode="auto">
          <a:xfrm>
            <a:off x="420528" y="1150583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A4071E35-3A74-D1A5-7A65-C04C2A8822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3117659"/>
              </p:ext>
            </p:extLst>
          </p:nvPr>
        </p:nvGraphicFramePr>
        <p:xfrm>
          <a:off x="420529" y="1378336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188611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11111111-1111-1111-1111-111111111111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2" name="Arrow: Right 41">
            <a:extLst>
              <a:ext uri="{FF2B5EF4-FFF2-40B4-BE49-F238E27FC236}">
                <a16:creationId xmlns:a16="http://schemas.microsoft.com/office/drawing/2014/main" id="{8DDFD746-B450-FDE4-D8C6-104305D80B95}"/>
              </a:ext>
            </a:extLst>
          </p:cNvPr>
          <p:cNvSpPr/>
          <p:nvPr/>
        </p:nvSpPr>
        <p:spPr bwMode="auto">
          <a:xfrm>
            <a:off x="8024819" y="1116502"/>
            <a:ext cx="602852" cy="589887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182880" rIns="182880" bIns="18288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1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37DF1DF-9FE3-5BEB-9AC7-E9724DC32682}"/>
              </a:ext>
            </a:extLst>
          </p:cNvPr>
          <p:cNvSpPr/>
          <p:nvPr/>
        </p:nvSpPr>
        <p:spPr bwMode="auto">
          <a:xfrm>
            <a:off x="4588327" y="1104202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951ECB2E-2278-9F1D-27B3-9B11FB2789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9885191"/>
              </p:ext>
            </p:extLst>
          </p:nvPr>
        </p:nvGraphicFramePr>
        <p:xfrm>
          <a:off x="4588328" y="1331955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168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chemeClr val="tx1"/>
                          </a:solidFill>
                          <a:latin typeface="Lucida Console" panose="020B0609040504020204" pitchFamily="49" charset="0"/>
                          <a:ea typeface="Segoe UI" pitchFamily="34" charset="0"/>
                          <a:cs typeface="Segoe UI" pitchFamily="34" charset="0"/>
                        </a:rPr>
                        <a:t>22222222-2222-2222-2222-222222222222</a:t>
                      </a:r>
                      <a:endParaRPr lang="en-US" sz="800" b="1" dirty="0">
                        <a:latin typeface="Lucida Console" panose="020B0609040504020204" pitchFamily="49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5" name="Rectangle 44">
            <a:extLst>
              <a:ext uri="{FF2B5EF4-FFF2-40B4-BE49-F238E27FC236}">
                <a16:creationId xmlns:a16="http://schemas.microsoft.com/office/drawing/2014/main" id="{EC047CCF-EA65-B2A1-69E3-0088CBE8020E}"/>
              </a:ext>
            </a:extLst>
          </p:cNvPr>
          <p:cNvSpPr/>
          <p:nvPr/>
        </p:nvSpPr>
        <p:spPr bwMode="auto">
          <a:xfrm>
            <a:off x="8756124" y="1097578"/>
            <a:ext cx="3296631" cy="22775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ts val="600"/>
              </a:spcBef>
              <a:spcAft>
                <a:spcPct val="0"/>
              </a:spcAft>
            </a:pPr>
            <a:r>
              <a:rPr lang="en-US" sz="900" b="1" dirty="0">
                <a:solidFill>
                  <a:schemeClr val="bg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 Item</a:t>
            </a:r>
          </a:p>
        </p:txBody>
      </p:sp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53AAC975-295F-82DE-2607-A6F9043A3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09236"/>
              </p:ext>
            </p:extLst>
          </p:nvPr>
        </p:nvGraphicFramePr>
        <p:xfrm>
          <a:off x="8756125" y="1325331"/>
          <a:ext cx="3296632" cy="822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19541">
                  <a:extLst>
                    <a:ext uri="{9D8B030D-6E8A-4147-A177-3AD203B41FA5}">
                      <a16:colId xmlns:a16="http://schemas.microsoft.com/office/drawing/2014/main" val="2332736309"/>
                    </a:ext>
                  </a:extLst>
                </a:gridCol>
                <a:gridCol w="2477091">
                  <a:extLst>
                    <a:ext uri="{9D8B030D-6E8A-4147-A177-3AD203B41FA5}">
                      <a16:colId xmlns:a16="http://schemas.microsoft.com/office/drawing/2014/main" val="79788393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displayName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sales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0705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Lakehouse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02412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r"/>
                      <a:r>
                        <a:rPr lang="en-US" sz="800" b="1" dirty="0"/>
                        <a:t>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800" b="1" dirty="0">
                          <a:latin typeface="Lucida Console" panose="020B0609040504020204" pitchFamily="49" charset="0"/>
                        </a:rPr>
                        <a:t>33333333-3333-3333-3333-333333333333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91627"/>
                  </a:ext>
                </a:extLst>
              </a:tr>
            </a:tbl>
          </a:graphicData>
        </a:graphic>
      </p:graphicFrame>
      <p:sp>
        <p:nvSpPr>
          <p:cNvPr id="47" name="Rectangle 46">
            <a:extLst>
              <a:ext uri="{FF2B5EF4-FFF2-40B4-BE49-F238E27FC236}">
                <a16:creationId xmlns:a16="http://schemas.microsoft.com/office/drawing/2014/main" id="{9BDAAA28-E6D3-C112-5EA1-6CC90650D56E}"/>
              </a:ext>
            </a:extLst>
          </p:cNvPr>
          <p:cNvSpPr/>
          <p:nvPr/>
        </p:nvSpPr>
        <p:spPr bwMode="auto">
          <a:xfrm>
            <a:off x="324150" y="4766261"/>
            <a:ext cx="11738929" cy="260117"/>
          </a:xfrm>
          <a:prstGeom prst="rect">
            <a:avLst/>
          </a:prstGeom>
          <a:noFill/>
          <a:ln w="38100">
            <a:solidFill>
              <a:srgbClr val="EE0000"/>
            </a:solidFill>
            <a:prstDash val="sysDash"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273068"/>
      </p:ext>
    </p:extLst>
  </p:cSld>
  <p:clrMapOvr>
    <a:masterClrMapping/>
  </p:clrMapOvr>
  <p:transition>
    <p:fade/>
  </p:transition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6DA5E9-D66A-9398-8240-2844AE10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0730" y="729864"/>
            <a:ext cx="9955014" cy="553479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35011011"/>
      </p:ext>
    </p:extLst>
  </p:cSld>
  <p:clrMapOvr>
    <a:masterClrMapping/>
  </p:clrMapOvr>
  <p:transition>
    <p:fade/>
  </p:transition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1444E-FF95-69D5-DADE-B4F8B697E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C9C3E6F-3A43-3B76-CA28-48F6341F3B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887" y="1158052"/>
            <a:ext cx="5450833" cy="45867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20723531"/>
      </p:ext>
    </p:extLst>
  </p:cSld>
  <p:clrMapOvr>
    <a:masterClrMapping/>
  </p:clrMapOvr>
  <p:transition>
    <p:fade/>
  </p:transition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93BBD36-97C4-7689-7B3C-D3C478E59C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989" y="792517"/>
            <a:ext cx="4867954" cy="29531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21321098"/>
      </p:ext>
    </p:extLst>
  </p:cSld>
  <p:clrMapOvr>
    <a:masterClrMapping/>
  </p:clrMapOvr>
  <p:transition>
    <p:fade/>
  </p:transition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D8E90-ED59-FC7F-9B3A-E15695DB30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D346B3-DB82-B8B2-85F4-920D52845B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646" y="626789"/>
            <a:ext cx="7992590" cy="4906060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13413006"/>
      </p:ext>
    </p:extLst>
  </p:cSld>
  <p:clrMapOvr>
    <a:masterClrMapping/>
  </p:clrMapOvr>
  <p:transition>
    <p:fade/>
  </p:transition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1F83280-6ACC-1CD9-59C4-9CDAA2D6C2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231" y="1291918"/>
            <a:ext cx="7244143" cy="339477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756237070"/>
      </p:ext>
    </p:extLst>
  </p:cSld>
  <p:clrMapOvr>
    <a:masterClrMapping/>
  </p:clrMapOvr>
  <p:transition>
    <p:fade/>
  </p:transition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9F07A0-596C-8E32-98E4-4EDD4A18B0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844" y="319041"/>
            <a:ext cx="8206260" cy="33286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98590117"/>
      </p:ext>
    </p:extLst>
  </p:cSld>
  <p:clrMapOvr>
    <a:masterClrMapping/>
  </p:clrMapOvr>
  <p:transition>
    <p:fade/>
  </p:transition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5C68A0-65EF-4EA9-5280-6201D92753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480" t="44362"/>
          <a:stretch>
            <a:fillRect/>
          </a:stretch>
        </p:blipFill>
        <p:spPr>
          <a:xfrm>
            <a:off x="1684195" y="755569"/>
            <a:ext cx="3884457" cy="287240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CDCD9A42-CFF4-72DE-1A8E-68E8D3E2093B}"/>
              </a:ext>
            </a:extLst>
          </p:cNvPr>
          <p:cNvSpPr/>
          <p:nvPr/>
        </p:nvSpPr>
        <p:spPr bwMode="auto">
          <a:xfrm>
            <a:off x="1223624" y="1398108"/>
            <a:ext cx="682601" cy="301023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6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4602574"/>
      </p:ext>
    </p:extLst>
  </p:cSld>
  <p:clrMapOvr>
    <a:masterClrMapping/>
  </p:clrMapOvr>
  <p:transition>
    <p:fade/>
  </p:transition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C64352-795B-8B49-09CB-66DB6A387B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5678" y="1082338"/>
            <a:ext cx="8545118" cy="48298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70777179"/>
      </p:ext>
    </p:extLst>
  </p:cSld>
  <p:clrMapOvr>
    <a:masterClrMapping/>
  </p:clrMapOvr>
  <p:transition>
    <p:fade/>
  </p:transition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379B322-3C68-85D0-9E51-4B8765F956B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861"/>
          <a:stretch>
            <a:fillRect/>
          </a:stretch>
        </p:blipFill>
        <p:spPr>
          <a:xfrm>
            <a:off x="1888434" y="1083036"/>
            <a:ext cx="3963993" cy="37152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77486191"/>
      </p:ext>
    </p:extLst>
  </p:cSld>
  <p:clrMapOvr>
    <a:masterClrMapping/>
  </p:clrMapOvr>
  <p:transition>
    <p:fade/>
  </p:transition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DA362-ED44-E05C-6D0C-B80BD285C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358B5717-91D2-D730-06D9-D36F5BED45E3}"/>
              </a:ext>
            </a:extLst>
          </p:cNvPr>
          <p:cNvSpPr/>
          <p:nvPr/>
        </p:nvSpPr>
        <p:spPr bwMode="auto">
          <a:xfrm>
            <a:off x="765313" y="685800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4B8C3B-A4D2-B984-66F7-6877181322AC}"/>
              </a:ext>
            </a:extLst>
          </p:cNvPr>
          <p:cNvSpPr/>
          <p:nvPr/>
        </p:nvSpPr>
        <p:spPr bwMode="auto">
          <a:xfrm>
            <a:off x="2684710" y="2229984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7E70B40-1E2D-07A3-3CFB-794FDDCD01EE}"/>
              </a:ext>
            </a:extLst>
          </p:cNvPr>
          <p:cNvSpPr/>
          <p:nvPr/>
        </p:nvSpPr>
        <p:spPr bwMode="auto">
          <a:xfrm>
            <a:off x="2670984" y="823537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D3A5154-3942-DCD0-64EA-56F76029D0B3}"/>
              </a:ext>
            </a:extLst>
          </p:cNvPr>
          <p:cNvSpPr/>
          <p:nvPr/>
        </p:nvSpPr>
        <p:spPr bwMode="auto">
          <a:xfrm>
            <a:off x="891546" y="2229984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40" name="Arrow: Right 39">
            <a:extLst>
              <a:ext uri="{FF2B5EF4-FFF2-40B4-BE49-F238E27FC236}">
                <a16:creationId xmlns:a16="http://schemas.microsoft.com/office/drawing/2014/main" id="{7A3E7367-A547-510E-4FCF-D9DB1A8A26EE}"/>
              </a:ext>
            </a:extLst>
          </p:cNvPr>
          <p:cNvSpPr/>
          <p:nvPr/>
        </p:nvSpPr>
        <p:spPr bwMode="auto">
          <a:xfrm rot="16200000" flipH="1">
            <a:off x="3034578" y="1749901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2" name="Arrow: Right 41">
            <a:extLst>
              <a:ext uri="{FF2B5EF4-FFF2-40B4-BE49-F238E27FC236}">
                <a16:creationId xmlns:a16="http://schemas.microsoft.com/office/drawing/2014/main" id="{F9696F7B-0054-6D38-3B6F-3C1F540C9409}"/>
              </a:ext>
            </a:extLst>
          </p:cNvPr>
          <p:cNvSpPr/>
          <p:nvPr/>
        </p:nvSpPr>
        <p:spPr bwMode="auto">
          <a:xfrm flipH="1">
            <a:off x="2168534" y="2481452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26768"/>
      </p:ext>
    </p:extLst>
  </p:cSld>
  <p:clrMapOvr>
    <a:masterClrMapping/>
  </p:clrMapOvr>
  <p:transition>
    <p:fade/>
  </p:transition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09148-A402-0A53-5B9D-41F45EA56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9656763-2773-FFB2-5324-1B6A122CC8B4}"/>
              </a:ext>
            </a:extLst>
          </p:cNvPr>
          <p:cNvSpPr/>
          <p:nvPr/>
        </p:nvSpPr>
        <p:spPr bwMode="auto">
          <a:xfrm>
            <a:off x="1013986" y="784412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DCA495-BDB3-81E6-CE19-C82FB8683FED}"/>
              </a:ext>
            </a:extLst>
          </p:cNvPr>
          <p:cNvSpPr/>
          <p:nvPr/>
        </p:nvSpPr>
        <p:spPr bwMode="auto">
          <a:xfrm>
            <a:off x="2933383" y="2328596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3BD3952-7650-3E96-9ABB-5194EC9DA85E}"/>
              </a:ext>
            </a:extLst>
          </p:cNvPr>
          <p:cNvSpPr/>
          <p:nvPr/>
        </p:nvSpPr>
        <p:spPr bwMode="auto">
          <a:xfrm>
            <a:off x="2919657" y="922149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38A0F9-97F1-7E53-82DE-DEC4746CCD68}"/>
              </a:ext>
            </a:extLst>
          </p:cNvPr>
          <p:cNvSpPr/>
          <p:nvPr/>
        </p:nvSpPr>
        <p:spPr bwMode="auto">
          <a:xfrm>
            <a:off x="1140219" y="2328596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B3C7667E-C286-443C-7103-E0716F698742}"/>
              </a:ext>
            </a:extLst>
          </p:cNvPr>
          <p:cNvSpPr/>
          <p:nvPr/>
        </p:nvSpPr>
        <p:spPr bwMode="auto">
          <a:xfrm rot="5400000" flipH="1" flipV="1">
            <a:off x="3283251" y="1848513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58C28B22-FF61-D55A-D371-7EA8B310DF75}"/>
              </a:ext>
            </a:extLst>
          </p:cNvPr>
          <p:cNvSpPr/>
          <p:nvPr/>
        </p:nvSpPr>
        <p:spPr bwMode="auto">
          <a:xfrm>
            <a:off x="2417207" y="2580064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7724901"/>
      </p:ext>
    </p:extLst>
  </p:cSld>
  <p:clrMapOvr>
    <a:masterClrMapping/>
  </p:clrMapOvr>
  <p:transition>
    <p:fade/>
  </p:transition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5B18D74-0A71-BA90-B0FB-6170CA23FD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580" y="589065"/>
            <a:ext cx="6392167" cy="24768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08191561"/>
      </p:ext>
    </p:extLst>
  </p:cSld>
  <p:clrMapOvr>
    <a:masterClrMapping/>
  </p:clrMapOvr>
  <p:transition>
    <p:fade/>
  </p:transition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5BB03-3C62-8381-5E78-7D7B79FAC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6BF720-995B-6407-B753-644E91BC0FED}"/>
              </a:ext>
            </a:extLst>
          </p:cNvPr>
          <p:cNvSpPr/>
          <p:nvPr/>
        </p:nvSpPr>
        <p:spPr bwMode="auto">
          <a:xfrm>
            <a:off x="695787" y="643439"/>
            <a:ext cx="3319671" cy="255161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91F1BA-C32C-AE02-614D-9698D0EB0CD4}"/>
              </a:ext>
            </a:extLst>
          </p:cNvPr>
          <p:cNvSpPr/>
          <p:nvPr/>
        </p:nvSpPr>
        <p:spPr bwMode="auto">
          <a:xfrm>
            <a:off x="2615184" y="2187623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main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1A87DD5-1117-4E34-DEFA-603111C935C4}"/>
              </a:ext>
            </a:extLst>
          </p:cNvPr>
          <p:cNvSpPr/>
          <p:nvPr/>
        </p:nvSpPr>
        <p:spPr bwMode="auto">
          <a:xfrm>
            <a:off x="2601458" y="781176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prod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53E3CE-51ED-3A3D-638E-02E135D85226}"/>
              </a:ext>
            </a:extLst>
          </p:cNvPr>
          <p:cNvSpPr/>
          <p:nvPr/>
        </p:nvSpPr>
        <p:spPr bwMode="auto">
          <a:xfrm>
            <a:off x="822020" y="2187623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dev1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087BC9B9-C2D3-05AB-EC3A-F9318B407D54}"/>
              </a:ext>
            </a:extLst>
          </p:cNvPr>
          <p:cNvSpPr/>
          <p:nvPr/>
        </p:nvSpPr>
        <p:spPr bwMode="auto">
          <a:xfrm rot="16200000" flipH="1">
            <a:off x="2965052" y="1707540"/>
            <a:ext cx="552642" cy="407532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2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3EFAFF4E-8654-FA8B-0C1D-6BD3825349A8}"/>
              </a:ext>
            </a:extLst>
          </p:cNvPr>
          <p:cNvSpPr/>
          <p:nvPr/>
        </p:nvSpPr>
        <p:spPr bwMode="auto">
          <a:xfrm>
            <a:off x="2099008" y="2439091"/>
            <a:ext cx="516176" cy="350871"/>
          </a:xfrm>
          <a:prstGeom prst="rightArrow">
            <a:avLst>
              <a:gd name="adj1" fmla="val 61383"/>
              <a:gd name="adj2" fmla="val 50000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pic>
        <p:nvPicPr>
          <p:cNvPr id="16" name="Graphic 15" descr="No sign with solid fill">
            <a:extLst>
              <a:ext uri="{FF2B5EF4-FFF2-40B4-BE49-F238E27FC236}">
                <a16:creationId xmlns:a16="http://schemas.microsoft.com/office/drawing/2014/main" id="{9CB64DF4-1A32-19F6-DF29-F7B9F1DAE7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90399" y="2187623"/>
            <a:ext cx="910632" cy="91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511937"/>
      </p:ext>
    </p:extLst>
  </p:cSld>
  <p:clrMapOvr>
    <a:masterClrMapping/>
  </p:clrMapOvr>
  <p:transition>
    <p:fade/>
  </p:transition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BAB94-10D8-E957-01C7-DD74DDBBA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A83ADA1-AAE7-9D4A-1627-2BF08F8C27A1}"/>
              </a:ext>
            </a:extLst>
          </p:cNvPr>
          <p:cNvSpPr/>
          <p:nvPr/>
        </p:nvSpPr>
        <p:spPr bwMode="auto">
          <a:xfrm>
            <a:off x="883253" y="468146"/>
            <a:ext cx="4679376" cy="11874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4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4B99BC0F-44EA-193A-AD86-02D17DA22805}"/>
              </a:ext>
            </a:extLst>
          </p:cNvPr>
          <p:cNvSpPr/>
          <p:nvPr/>
        </p:nvSpPr>
        <p:spPr bwMode="auto">
          <a:xfrm>
            <a:off x="2306042" y="780590"/>
            <a:ext cx="1796262" cy="555803"/>
          </a:xfrm>
          <a:prstGeom prst="rightArrow">
            <a:avLst>
              <a:gd name="adj1" fmla="val 62678"/>
              <a:gd name="adj2" fmla="val 58330"/>
            </a:avLst>
          </a:prstGeom>
          <a:solidFill>
            <a:srgbClr val="8A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2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ea typeface="Segoe UI" pitchFamily="34" charset="0"/>
                <a:cs typeface="Segoe UI" pitchFamily="34" charset="0"/>
              </a:rPr>
              <a:t>Commit to GIT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35C1A3-9612-9935-FD14-6BDB4E50581C}"/>
              </a:ext>
            </a:extLst>
          </p:cNvPr>
          <p:cNvSpPr/>
          <p:nvPr/>
        </p:nvSpPr>
        <p:spPr bwMode="auto">
          <a:xfrm>
            <a:off x="4134936" y="631588"/>
            <a:ext cx="1261062" cy="853809"/>
          </a:xfrm>
          <a:prstGeom prst="rect">
            <a:avLst/>
          </a:prstGeom>
          <a:solidFill>
            <a:schemeClr val="accent4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8C327C-2EFB-6A5B-7E9B-E4A40DA0FF82}"/>
              </a:ext>
            </a:extLst>
          </p:cNvPr>
          <p:cNvSpPr/>
          <p:nvPr/>
        </p:nvSpPr>
        <p:spPr bwMode="auto">
          <a:xfrm>
            <a:off x="1007792" y="631591"/>
            <a:ext cx="1261062" cy="85380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existing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4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</p:spTree>
    <p:extLst>
      <p:ext uri="{BB962C8B-B14F-4D97-AF65-F5344CB8AC3E}">
        <p14:creationId xmlns:p14="http://schemas.microsoft.com/office/powerpoint/2010/main" val="2995931159"/>
      </p:ext>
    </p:extLst>
  </p:cSld>
  <p:clrMapOvr>
    <a:masterClrMapping/>
  </p:clrMapOvr>
  <p:transition>
    <p:fade/>
  </p:transition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0AABE6-24B6-59A3-7C86-58C8147264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8D8FDFB0-692D-1D51-FFE1-B83E8C641A88}"/>
              </a:ext>
            </a:extLst>
          </p:cNvPr>
          <p:cNvSpPr/>
          <p:nvPr/>
        </p:nvSpPr>
        <p:spPr bwMode="auto">
          <a:xfrm flipH="1">
            <a:off x="6104965" y="381757"/>
            <a:ext cx="4930588" cy="321309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1000" b="1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latin typeface="Lucida Console" panose="020B0609040504020204" pitchFamily="49" charset="0"/>
              <a:ea typeface="Segoe UI" pitchFamily="34" charset="0"/>
              <a:cs typeface="Segoe UI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4F846D6-6BE1-6541-F374-9E75B1EA08B8}"/>
              </a:ext>
            </a:extLst>
          </p:cNvPr>
          <p:cNvSpPr/>
          <p:nvPr/>
        </p:nvSpPr>
        <p:spPr bwMode="auto">
          <a:xfrm>
            <a:off x="8698272" y="492342"/>
            <a:ext cx="1193192" cy="616415"/>
          </a:xfrm>
          <a:prstGeom prst="rect">
            <a:avLst/>
          </a:prstGeom>
          <a:solidFill>
            <a:schemeClr val="accent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integration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branch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998A8-BA0E-FC04-5AB1-84DF58D8D8E7}"/>
              </a:ext>
            </a:extLst>
          </p:cNvPr>
          <p:cNvSpPr/>
          <p:nvPr/>
        </p:nvSpPr>
        <p:spPr bwMode="auto">
          <a:xfrm>
            <a:off x="6221827" y="492342"/>
            <a:ext cx="1193192" cy="61641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</a:schemeClr>
            </a:solidFill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b="1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dev</a:t>
            </a:r>
          </a:p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1000" dirty="0">
                <a:solidFill>
                  <a:schemeClr val="tx1"/>
                </a:soli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workspace</a:t>
            </a:r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05AB7379-BF4B-E143-9719-DE20D268119E}"/>
              </a:ext>
            </a:extLst>
          </p:cNvPr>
          <p:cNvSpPr/>
          <p:nvPr/>
        </p:nvSpPr>
        <p:spPr bwMode="auto">
          <a:xfrm>
            <a:off x="7404558" y="592166"/>
            <a:ext cx="1277280" cy="416767"/>
          </a:xfrm>
          <a:prstGeom prst="rightArrow">
            <a:avLst>
              <a:gd name="adj1" fmla="val 61383"/>
              <a:gd name="adj2" fmla="val 60168"/>
            </a:avLst>
          </a:prstGeom>
          <a:solidFill>
            <a:srgbClr val="C00000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sz="800" b="1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  <a:latin typeface="Lucida Console" panose="020B0609040504020204" pitchFamily="49" charset="0"/>
                <a:ea typeface="Segoe UI" pitchFamily="34" charset="0"/>
                <a:cs typeface="Segoe UI" pitchFamily="34" charset="0"/>
              </a:rPr>
              <a:t>GIT connection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49160F9-0E62-F487-F723-020DA6BCF4F6}"/>
              </a:ext>
            </a:extLst>
          </p:cNvPr>
          <p:cNvCxnSpPr>
            <a:cxnSpLocks/>
          </p:cNvCxnSpPr>
          <p:nvPr/>
        </p:nvCxnSpPr>
        <p:spPr>
          <a:xfrm>
            <a:off x="6814267" y="1100445"/>
            <a:ext cx="0" cy="2059052"/>
          </a:xfrm>
          <a:prstGeom prst="line">
            <a:avLst/>
          </a:prstGeom>
          <a:ln w="381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Group 37">
            <a:extLst>
              <a:ext uri="{FF2B5EF4-FFF2-40B4-BE49-F238E27FC236}">
                <a16:creationId xmlns:a16="http://schemas.microsoft.com/office/drawing/2014/main" id="{56FB7BBC-A6E2-2BBA-95BD-541D2FF76FDF}"/>
              </a:ext>
            </a:extLst>
          </p:cNvPr>
          <p:cNvGrpSpPr/>
          <p:nvPr/>
        </p:nvGrpSpPr>
        <p:grpSpPr>
          <a:xfrm>
            <a:off x="6814267" y="1281122"/>
            <a:ext cx="4097399" cy="616415"/>
            <a:chOff x="2379354" y="1539795"/>
            <a:chExt cx="4097399" cy="61641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8F88F503-5CF3-18F5-5134-9AD9DF0D0323}"/>
                </a:ext>
              </a:extLst>
            </p:cNvPr>
            <p:cNvGrpSpPr/>
            <p:nvPr/>
          </p:nvGrpSpPr>
          <p:grpSpPr>
            <a:xfrm>
              <a:off x="2813090" y="1539795"/>
              <a:ext cx="3663663" cy="616415"/>
              <a:chOff x="1898690" y="1441182"/>
              <a:chExt cx="3663663" cy="616415"/>
            </a:xfrm>
          </p:grpSpPr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1C6538C3-C9D6-34B8-48E1-18F7230DC61C}"/>
                  </a:ext>
                </a:extLst>
              </p:cNvPr>
              <p:cNvSpPr/>
              <p:nvPr/>
            </p:nvSpPr>
            <p:spPr bwMode="auto">
              <a:xfrm>
                <a:off x="4369161" y="1446935"/>
                <a:ext cx="1193192" cy="604908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feature_1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969D75FE-37F9-92F2-8D39-953F03047DBF}"/>
                  </a:ext>
                </a:extLst>
              </p:cNvPr>
              <p:cNvSpPr/>
              <p:nvPr/>
            </p:nvSpPr>
            <p:spPr bwMode="auto">
              <a:xfrm>
                <a:off x="1898690" y="1441182"/>
                <a:ext cx="1193192" cy="6164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feature_1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20" name="Arrow: Right 19">
                <a:extLst>
                  <a:ext uri="{FF2B5EF4-FFF2-40B4-BE49-F238E27FC236}">
                    <a16:creationId xmlns:a16="http://schemas.microsoft.com/office/drawing/2014/main" id="{64A9AA23-BB70-940E-05E1-EA2775F53C94}"/>
                  </a:ext>
                </a:extLst>
              </p:cNvPr>
              <p:cNvSpPr/>
              <p:nvPr/>
            </p:nvSpPr>
            <p:spPr bwMode="auto">
              <a:xfrm>
                <a:off x="3091881" y="1541006"/>
                <a:ext cx="1277280" cy="416767"/>
              </a:xfrm>
              <a:prstGeom prst="rightArrow">
                <a:avLst>
                  <a:gd name="adj1" fmla="val 61383"/>
                  <a:gd name="adj2" fmla="val 60168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8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GIT connection</a:t>
                </a:r>
              </a:p>
            </p:txBody>
          </p: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A8D6ED5B-934A-5144-5DA1-45C0105736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79354" y="1848002"/>
              <a:ext cx="433735" cy="0"/>
            </a:xfrm>
            <a:prstGeom prst="line">
              <a:avLst/>
            </a:prstGeom>
            <a:ln w="381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367747E4-8D8F-DDF6-3ECC-F088A96A3D6E}"/>
              </a:ext>
            </a:extLst>
          </p:cNvPr>
          <p:cNvGrpSpPr/>
          <p:nvPr/>
        </p:nvGrpSpPr>
        <p:grpSpPr>
          <a:xfrm>
            <a:off x="6814267" y="2079910"/>
            <a:ext cx="4094007" cy="616415"/>
            <a:chOff x="2379354" y="2338583"/>
            <a:chExt cx="4094007" cy="616415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B9410FDC-A685-67AD-5DC6-5B889A902227}"/>
                </a:ext>
              </a:extLst>
            </p:cNvPr>
            <p:cNvGrpSpPr/>
            <p:nvPr/>
          </p:nvGrpSpPr>
          <p:grpSpPr>
            <a:xfrm>
              <a:off x="2813089" y="2338583"/>
              <a:ext cx="3660272" cy="616415"/>
              <a:chOff x="1898689" y="2239970"/>
              <a:chExt cx="3660272" cy="616415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22039AFB-FDFE-257B-C0FD-DFEB20E662EB}"/>
                  </a:ext>
                </a:extLst>
              </p:cNvPr>
              <p:cNvSpPr/>
              <p:nvPr/>
            </p:nvSpPr>
            <p:spPr bwMode="auto">
              <a:xfrm>
                <a:off x="4365769" y="2245723"/>
                <a:ext cx="1193192" cy="604908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feature_2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29213FB-A6EF-129A-5D0B-647C68D0F336}"/>
                  </a:ext>
                </a:extLst>
              </p:cNvPr>
              <p:cNvSpPr/>
              <p:nvPr/>
            </p:nvSpPr>
            <p:spPr bwMode="auto">
              <a:xfrm>
                <a:off x="1898689" y="2239970"/>
                <a:ext cx="1193192" cy="6164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feature_2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22" name="Arrow: Right 21">
                <a:extLst>
                  <a:ext uri="{FF2B5EF4-FFF2-40B4-BE49-F238E27FC236}">
                    <a16:creationId xmlns:a16="http://schemas.microsoft.com/office/drawing/2014/main" id="{EA254DBF-0D84-BCDA-DCAA-D0D27971BC59}"/>
                  </a:ext>
                </a:extLst>
              </p:cNvPr>
              <p:cNvSpPr/>
              <p:nvPr/>
            </p:nvSpPr>
            <p:spPr bwMode="auto">
              <a:xfrm>
                <a:off x="3091881" y="2339794"/>
                <a:ext cx="1277280" cy="416767"/>
              </a:xfrm>
              <a:prstGeom prst="rightArrow">
                <a:avLst>
                  <a:gd name="adj1" fmla="val 61383"/>
                  <a:gd name="adj2" fmla="val 60168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8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GIT connection</a:t>
                </a:r>
              </a:p>
            </p:txBody>
          </p:sp>
        </p:grp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6AF450D-767C-4BB2-C23A-F13FDF66C04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79354" y="2646790"/>
              <a:ext cx="433735" cy="0"/>
            </a:xfrm>
            <a:prstGeom prst="line">
              <a:avLst/>
            </a:prstGeom>
            <a:ln w="381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F6D3600-C007-3EE5-FDC4-FAC5F3449519}"/>
              </a:ext>
            </a:extLst>
          </p:cNvPr>
          <p:cNvGrpSpPr/>
          <p:nvPr/>
        </p:nvGrpSpPr>
        <p:grpSpPr>
          <a:xfrm>
            <a:off x="6814267" y="2842978"/>
            <a:ext cx="4094007" cy="616415"/>
            <a:chOff x="2379354" y="3101651"/>
            <a:chExt cx="4094007" cy="6164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169350DD-A0CE-EABA-94D1-EDCFB21FE28C}"/>
                </a:ext>
              </a:extLst>
            </p:cNvPr>
            <p:cNvGrpSpPr/>
            <p:nvPr/>
          </p:nvGrpSpPr>
          <p:grpSpPr>
            <a:xfrm>
              <a:off x="2813089" y="3101651"/>
              <a:ext cx="3660272" cy="616415"/>
              <a:chOff x="1898689" y="3003038"/>
              <a:chExt cx="3660272" cy="616415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4BBA4F5D-9D18-8F86-3878-6D3AD2ED5876}"/>
                  </a:ext>
                </a:extLst>
              </p:cNvPr>
              <p:cNvSpPr/>
              <p:nvPr/>
            </p:nvSpPr>
            <p:spPr bwMode="auto">
              <a:xfrm>
                <a:off x="4365769" y="3008791"/>
                <a:ext cx="1193192" cy="604908"/>
              </a:xfrm>
              <a:prstGeom prst="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feature_n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branch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BE227C05-B66C-6C67-C998-0978894065A0}"/>
                  </a:ext>
                </a:extLst>
              </p:cNvPr>
              <p:cNvSpPr/>
              <p:nvPr/>
            </p:nvSpPr>
            <p:spPr bwMode="auto">
              <a:xfrm>
                <a:off x="1898689" y="3003038"/>
                <a:ext cx="1193192" cy="61641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>
                    <a:lumMod val="75000"/>
                  </a:schemeClr>
                </a:solidFill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b="1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feature_n</a:t>
                </a:r>
              </a:p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1000" dirty="0">
                    <a:solidFill>
                      <a:schemeClr val="tx1"/>
                    </a:soli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workspace</a:t>
                </a:r>
              </a:p>
            </p:txBody>
          </p:sp>
          <p:sp>
            <p:nvSpPr>
              <p:cNvPr id="24" name="Arrow: Right 23">
                <a:extLst>
                  <a:ext uri="{FF2B5EF4-FFF2-40B4-BE49-F238E27FC236}">
                    <a16:creationId xmlns:a16="http://schemas.microsoft.com/office/drawing/2014/main" id="{C3471CA9-0AB5-5A65-18C6-D77BAA805839}"/>
                  </a:ext>
                </a:extLst>
              </p:cNvPr>
              <p:cNvSpPr/>
              <p:nvPr/>
            </p:nvSpPr>
            <p:spPr bwMode="auto">
              <a:xfrm>
                <a:off x="3091881" y="3102862"/>
                <a:ext cx="1277280" cy="416767"/>
              </a:xfrm>
              <a:prstGeom prst="rightArrow">
                <a:avLst>
                  <a:gd name="adj1" fmla="val 61383"/>
                  <a:gd name="adj2" fmla="val 60168"/>
                </a:avLst>
              </a:prstGeom>
              <a:solidFill>
                <a:srgbClr val="C00000"/>
              </a:solidFill>
              <a:ln>
                <a:noFill/>
                <a:headEnd type="none" w="med" len="med"/>
                <a:tailEnd type="none" w="med" len="med"/>
              </a:ln>
              <a:effectLst/>
            </p:spPr>
            <p:style>
              <a:lnRef idx="1">
                <a:schemeClr val="accent2"/>
              </a:lnRef>
              <a:fillRef idx="3">
                <a:schemeClr val="accent2"/>
              </a:fillRef>
              <a:effectRef idx="2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defTabSz="932472" fontAlgn="base">
                  <a:lnSpc>
                    <a:spcPct val="90000"/>
                  </a:lnSpc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US" sz="800" b="1" dirty="0">
                    <a:gradFill>
                      <a:gsLst>
                        <a:gs pos="0">
                          <a:srgbClr val="FFFFFF"/>
                        </a:gs>
                        <a:gs pos="100000">
                          <a:srgbClr val="FFFFFF"/>
                        </a:gs>
                      </a:gsLst>
                      <a:lin ang="5400000" scaled="0"/>
                    </a:gradFill>
                    <a:latin typeface="Lucida Console" panose="020B0609040504020204" pitchFamily="49" charset="0"/>
                    <a:ea typeface="Segoe UI" pitchFamily="34" charset="0"/>
                    <a:cs typeface="Segoe UI" pitchFamily="34" charset="0"/>
                  </a:rPr>
                  <a:t>GIT connection</a:t>
                </a:r>
              </a:p>
            </p:txBody>
          </p:sp>
        </p:grp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B6496BD4-B36A-D300-9A0E-F4D7C08003D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79354" y="3409858"/>
              <a:ext cx="433735" cy="0"/>
            </a:xfrm>
            <a:prstGeom prst="line">
              <a:avLst/>
            </a:prstGeom>
            <a:ln w="3810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05462AFD-F25F-E2A1-B113-7A74926DC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968" y="934147"/>
            <a:ext cx="4598386" cy="2008655"/>
          </a:xfrm>
          <a:prstGeom prst="rect">
            <a:avLst/>
          </a:prstGeom>
          <a:ln>
            <a:solidFill>
              <a:schemeClr val="tx1">
                <a:lumMod val="60000"/>
                <a:lumOff val="4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250549415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Fabric Theme">
  <a:themeElements>
    <a:clrScheme name="Custom 4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F2C80F"/>
      </a:accent1>
      <a:accent2>
        <a:srgbClr val="0045D6"/>
      </a:accent2>
      <a:accent3>
        <a:srgbClr val="008D7B"/>
      </a:accent3>
      <a:accent4>
        <a:srgbClr val="002166"/>
      </a:accent4>
      <a:accent5>
        <a:srgbClr val="002D89"/>
      </a:accent5>
      <a:accent6>
        <a:srgbClr val="1BFFE2"/>
      </a:accent6>
      <a:hlink>
        <a:srgbClr val="0078D4"/>
      </a:hlink>
      <a:folHlink>
        <a:srgbClr val="0078D4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8EF47BD7-F710-45A9-8AE8-D03654F6711E}" vid="{3CF6A8A8-DA63-4A8A-A544-BAFFF90A76CB}"/>
    </a:ext>
  </a:extLst>
</a:theme>
</file>

<file path=ppt/theme/theme2.xml><?xml version="1.0" encoding="utf-8"?>
<a:theme xmlns:a="http://schemas.openxmlformats.org/drawingml/2006/main" name="Theme1">
  <a:themeElements>
    <a:clrScheme name="Custom 10">
      <a:dk1>
        <a:srgbClr val="3C3C41"/>
      </a:dk1>
      <a:lt1>
        <a:srgbClr val="FFFFFF"/>
      </a:lt1>
      <a:dk2>
        <a:srgbClr val="002060"/>
      </a:dk2>
      <a:lt2>
        <a:srgbClr val="FFFFFF"/>
      </a:lt2>
      <a:accent1>
        <a:srgbClr val="008D7B"/>
      </a:accent1>
      <a:accent2>
        <a:srgbClr val="0045D6"/>
      </a:accent2>
      <a:accent3>
        <a:srgbClr val="FFFFCC"/>
      </a:accent3>
      <a:accent4>
        <a:srgbClr val="990099"/>
      </a:accent4>
      <a:accent5>
        <a:srgbClr val="900000"/>
      </a:accent5>
      <a:accent6>
        <a:srgbClr val="FFC000"/>
      </a:accent6>
      <a:hlink>
        <a:srgbClr val="C00000"/>
      </a:hlink>
      <a:folHlink>
        <a:srgbClr val="C00000"/>
      </a:folHlink>
    </a:clrScheme>
    <a:fontScheme name="Dynamics 36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278F993C-81DB-4FF5-BCAA-CBB0E0CCC442}" vid="{58D1AD11-405F-4081-B6AE-91DD6BC4897F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F692671-1E95-4751-B591-81D3AFC057E8}">
  <we:reference id="wa200005566" version="3.0.0.2" store="en-US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63AD2D799A0384499DFA8618B2D06C3" ma:contentTypeVersion="19" ma:contentTypeDescription="Create a new document." ma:contentTypeScope="" ma:versionID="4ad8bb11041bccc4900be347311affd5">
  <xsd:schema xmlns:xsd="http://www.w3.org/2001/XMLSchema" xmlns:xs="http://www.w3.org/2001/XMLSchema" xmlns:p="http://schemas.microsoft.com/office/2006/metadata/properties" xmlns:ns1="http://schemas.microsoft.com/sharepoint/v3" xmlns:ns3="3c10a0e8-556e-4c2d-9121-1181542ea83c" xmlns:ns4="91f22b01-9196-48cc-8d58-ee179122dd75" targetNamespace="http://schemas.microsoft.com/office/2006/metadata/properties" ma:root="true" ma:fieldsID="55cc422832b79ebb748bec44d447ca3b" ns1:_="" ns3:_="" ns4:_="">
    <xsd:import namespace="http://schemas.microsoft.com/sharepoint/v3"/>
    <xsd:import namespace="3c10a0e8-556e-4c2d-9121-1181542ea83c"/>
    <xsd:import namespace="91f22b01-9196-48cc-8d58-ee179122dd7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1:_ip_UnifiedCompliancePolicyProperties" minOccurs="0"/>
                <xsd:element ref="ns1:_ip_UnifiedCompliancePolicyUIAction" minOccurs="0"/>
                <xsd:element ref="ns3:MediaServiceDateTaken" minOccurs="0"/>
                <xsd:element ref="ns3:MediaLengthInSeconds" minOccurs="0"/>
                <xsd:element ref="ns3:_activity" minOccurs="0"/>
                <xsd:element ref="ns3:MediaServiceOCR" minOccurs="0"/>
                <xsd:element ref="ns3:MediaServiceSearchProperties" minOccurs="0"/>
                <xsd:element ref="ns3:MediaServiceObjectDetectorVersions" minOccurs="0"/>
                <xsd:element ref="ns3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8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9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c10a0e8-556e-4c2d-9121-1181542ea83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_activity" ma:index="22" nillable="true" ma:displayName="_activity" ma:hidden="true" ma:internalName="_activity">
      <xsd:simpleType>
        <xsd:restriction base="dms:Note"/>
      </xsd:simpleType>
    </xsd:element>
    <xsd:element name="MediaServiceOCR" ma:index="2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26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f22b01-9196-48cc-8d58-ee179122dd75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_activity xmlns="3c10a0e8-556e-4c2d-9121-1181542ea83c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2411704-DA91-4A2A-81D1-00044852D0BE}">
  <ds:schemaRefs>
    <ds:schemaRef ds:uri="3c10a0e8-556e-4c2d-9121-1181542ea83c"/>
    <ds:schemaRef ds:uri="91f22b01-9196-48cc-8d58-ee179122dd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purl.org/dc/terms/"/>
    <ds:schemaRef ds:uri="http://schemas.microsoft.com/sharepoint/v3"/>
    <ds:schemaRef ds:uri="http://www.w3.org/XML/1998/namespace"/>
    <ds:schemaRef ds:uri="http://schemas.microsoft.com/office/infopath/2007/PartnerControls"/>
    <ds:schemaRef ds:uri="91f22b01-9196-48cc-8d58-ee179122dd75"/>
    <ds:schemaRef ds:uri="3c10a0e8-556e-4c2d-9121-1181542ea83c"/>
  </ds:schemaRefs>
</ds:datastoreItem>
</file>

<file path=customXml/itemProps3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87867195-f2b8-4ac2-b0b6-6bb73cb33af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24646</TotalTime>
  <Words>883</Words>
  <Application>Microsoft Office PowerPoint</Application>
  <PresentationFormat>Custom</PresentationFormat>
  <Paragraphs>484</Paragraphs>
  <Slides>97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97</vt:i4>
      </vt:variant>
    </vt:vector>
  </HeadingPairs>
  <TitlesOfParts>
    <vt:vector size="105" baseType="lpstr">
      <vt:lpstr>Arial</vt:lpstr>
      <vt:lpstr>Lucida Console</vt:lpstr>
      <vt:lpstr>Segoe UI</vt:lpstr>
      <vt:lpstr>Segoe UI Light</vt:lpstr>
      <vt:lpstr>Segoe UI Semibold</vt:lpstr>
      <vt:lpstr>Wingdings</vt:lpstr>
      <vt:lpstr>Fabric Theme</vt:lpstr>
      <vt:lpstr>Theme1</vt:lpstr>
      <vt:lpstr>Chapter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&lt;Speech title here&gt;</dc:subject>
  <dc:creator>Arvind Dutta;Ted.Pattison@microsoft.com</dc:creator>
  <cp:keywords/>
  <dc:description>Template: Ariel Butz; ZUM Communications
Formatting: 
Audience Type:</dc:description>
  <cp:lastModifiedBy>Ted Pattison</cp:lastModifiedBy>
  <cp:revision>75</cp:revision>
  <cp:lastPrinted>2025-03-29T10:59:42Z</cp:lastPrinted>
  <dcterms:created xsi:type="dcterms:W3CDTF">2018-09-21T01:16:59Z</dcterms:created>
  <dcterms:modified xsi:type="dcterms:W3CDTF">2026-05-20T19:50:21Z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0x010100B63AD2D799A0384499DFA8618B2D06C3</vt:lpwstr>
  </property>
  <property fmtid="{D5CDD505-2E9C-101B-9397-08002B2CF9AE}" pid="3" name="Product">
    <vt:lpwstr/>
  </property>
  <property fmtid="{D5CDD505-2E9C-101B-9397-08002B2CF9AE}" pid="4" name="Event1">
    <vt:lpwstr>622;#Unassigned|2c8af875-f38a-40b8-a0a9-056aed3fc8c0</vt:lpwstr>
  </property>
  <property fmtid="{D5CDD505-2E9C-101B-9397-08002B2CF9AE}" pid="5" name="Audience">
    <vt:lpwstr/>
  </property>
  <property fmtid="{D5CDD505-2E9C-101B-9397-08002B2CF9AE}" pid="6" name="Event Venue">
    <vt:lpwstr/>
  </property>
  <property fmtid="{D5CDD505-2E9C-101B-9397-08002B2CF9AE}" pid="7" name="Track">
    <vt:lpwstr/>
  </property>
  <property fmtid="{D5CDD505-2E9C-101B-9397-08002B2CF9AE}" pid="8" name="Event Location">
    <vt:lpwstr/>
  </property>
  <property fmtid="{D5CDD505-2E9C-101B-9397-08002B2CF9AE}" pid="9" name="Campaign">
    <vt:lpwstr/>
  </property>
  <property fmtid="{D5CDD505-2E9C-101B-9397-08002B2CF9AE}" pid="10" name="IsMyDocuments">
    <vt:bool>true</vt:bool>
  </property>
  <property fmtid="{D5CDD505-2E9C-101B-9397-08002B2CF9AE}" pid="11" name="AuthorIds_UIVersion_47104">
    <vt:lpwstr>18</vt:lpwstr>
  </property>
  <property fmtid="{D5CDD505-2E9C-101B-9397-08002B2CF9AE}" pid="12" name="MSIP_Label_87867195-f2b8-4ac2-b0b6-6bb73cb33afc_Enabled">
    <vt:lpwstr>true</vt:lpwstr>
  </property>
  <property fmtid="{D5CDD505-2E9C-101B-9397-08002B2CF9AE}" pid="13" name="MSIP_Label_87867195-f2b8-4ac2-b0b6-6bb73cb33afc_SetDate">
    <vt:lpwstr>2021-11-16T15:21:41Z</vt:lpwstr>
  </property>
  <property fmtid="{D5CDD505-2E9C-101B-9397-08002B2CF9AE}" pid="14" name="MSIP_Label_87867195-f2b8-4ac2-b0b6-6bb73cb33afc_Method">
    <vt:lpwstr>Privileged</vt:lpwstr>
  </property>
  <property fmtid="{D5CDD505-2E9C-101B-9397-08002B2CF9AE}" pid="15" name="MSIP_Label_87867195-f2b8-4ac2-b0b6-6bb73cb33afc_Name">
    <vt:lpwstr>Not Restricted</vt:lpwstr>
  </property>
  <property fmtid="{D5CDD505-2E9C-101B-9397-08002B2CF9AE}" pid="16" name="MSIP_Label_87867195-f2b8-4ac2-b0b6-6bb73cb33afc_SiteId">
    <vt:lpwstr>72f988bf-86f1-41af-91ab-2d7cd011db47</vt:lpwstr>
  </property>
  <property fmtid="{D5CDD505-2E9C-101B-9397-08002B2CF9AE}" pid="17" name="MSIP_Label_87867195-f2b8-4ac2-b0b6-6bb73cb33afc_ActionId">
    <vt:lpwstr>9942a4e6-ac4e-4ace-9fe2-0b1ceecd1d50</vt:lpwstr>
  </property>
  <property fmtid="{D5CDD505-2E9C-101B-9397-08002B2CF9AE}" pid="18" name="MSIP_Label_87867195-f2b8-4ac2-b0b6-6bb73cb33afc_ContentBits">
    <vt:lpwstr>0</vt:lpwstr>
  </property>
</Properties>
</file>