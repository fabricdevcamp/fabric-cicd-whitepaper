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88"/>
  </p:notesMasterIdLst>
  <p:handoutMasterIdLst>
    <p:handoutMasterId r:id="rId89"/>
  </p:handoutMasterIdLst>
  <p:sldIdLst>
    <p:sldId id="2147482125" r:id="rId6"/>
    <p:sldId id="2147482159" r:id="rId7"/>
    <p:sldId id="2147482112" r:id="rId8"/>
    <p:sldId id="2147482173" r:id="rId9"/>
    <p:sldId id="2147482113" r:id="rId10"/>
    <p:sldId id="2147482189" r:id="rId11"/>
    <p:sldId id="2147482188" r:id="rId12"/>
    <p:sldId id="2147482201" r:id="rId13"/>
    <p:sldId id="2147482202" r:id="rId14"/>
    <p:sldId id="2147482203" r:id="rId15"/>
    <p:sldId id="2147482172" r:id="rId16"/>
    <p:sldId id="2147482169" r:id="rId17"/>
    <p:sldId id="2147482193" r:id="rId18"/>
    <p:sldId id="2147482171" r:id="rId19"/>
    <p:sldId id="2147482167" r:id="rId20"/>
    <p:sldId id="2147482199" r:id="rId21"/>
    <p:sldId id="2147482195" r:id="rId22"/>
    <p:sldId id="2147482197" r:id="rId23"/>
    <p:sldId id="2147482196" r:id="rId24"/>
    <p:sldId id="2147482116" r:id="rId25"/>
    <p:sldId id="2147482118" r:id="rId26"/>
    <p:sldId id="2147482139" r:id="rId27"/>
    <p:sldId id="2147482124" r:id="rId28"/>
    <p:sldId id="2147482121" r:id="rId29"/>
    <p:sldId id="2147482122" r:id="rId30"/>
    <p:sldId id="2147482120" r:id="rId31"/>
    <p:sldId id="2147482119" r:id="rId32"/>
    <p:sldId id="2147482146" r:id="rId33"/>
    <p:sldId id="2147482200" r:id="rId34"/>
    <p:sldId id="2147482140" r:id="rId35"/>
    <p:sldId id="2147482204" r:id="rId36"/>
    <p:sldId id="2147482205" r:id="rId37"/>
    <p:sldId id="2147482206" r:id="rId38"/>
    <p:sldId id="2147482141" r:id="rId39"/>
    <p:sldId id="2147482187" r:id="rId40"/>
    <p:sldId id="2147482207" r:id="rId41"/>
    <p:sldId id="2147482208" r:id="rId42"/>
    <p:sldId id="2147482177" r:id="rId43"/>
    <p:sldId id="2147482179" r:id="rId44"/>
    <p:sldId id="2147482216" r:id="rId45"/>
    <p:sldId id="2147482210" r:id="rId46"/>
    <p:sldId id="2147482132" r:id="rId47"/>
    <p:sldId id="2147482211" r:id="rId48"/>
    <p:sldId id="2147482178" r:id="rId49"/>
    <p:sldId id="2147482212" r:id="rId50"/>
    <p:sldId id="2147482213" r:id="rId51"/>
    <p:sldId id="2147482147" r:id="rId52"/>
    <p:sldId id="2147482214" r:id="rId53"/>
    <p:sldId id="2147482215" r:id="rId54"/>
    <p:sldId id="2147482161" r:id="rId55"/>
    <p:sldId id="2147482180" r:id="rId56"/>
    <p:sldId id="2147482160" r:id="rId57"/>
    <p:sldId id="2147482184" r:id="rId58"/>
    <p:sldId id="2147482185" r:id="rId59"/>
    <p:sldId id="2147482148" r:id="rId60"/>
    <p:sldId id="2147482155" r:id="rId61"/>
    <p:sldId id="2147482152" r:id="rId62"/>
    <p:sldId id="2147482150" r:id="rId63"/>
    <p:sldId id="2147482153" r:id="rId64"/>
    <p:sldId id="2147482154" r:id="rId65"/>
    <p:sldId id="2147482156" r:id="rId66"/>
    <p:sldId id="2147482151" r:id="rId67"/>
    <p:sldId id="2147482149" r:id="rId68"/>
    <p:sldId id="2147482157" r:id="rId69"/>
    <p:sldId id="2147482158" r:id="rId70"/>
    <p:sldId id="2147482175" r:id="rId71"/>
    <p:sldId id="2147482123" r:id="rId72"/>
    <p:sldId id="2147482100" r:id="rId73"/>
    <p:sldId id="2147482101" r:id="rId74"/>
    <p:sldId id="2147482186" r:id="rId75"/>
    <p:sldId id="2147482102" r:id="rId76"/>
    <p:sldId id="2147482162" r:id="rId77"/>
    <p:sldId id="2147482163" r:id="rId78"/>
    <p:sldId id="2147482168" r:id="rId79"/>
    <p:sldId id="2147482164" r:id="rId80"/>
    <p:sldId id="2147482165" r:id="rId81"/>
    <p:sldId id="2147482166" r:id="rId82"/>
    <p:sldId id="2147482182" r:id="rId83"/>
    <p:sldId id="2147482170" r:id="rId84"/>
    <p:sldId id="2147482183" r:id="rId85"/>
    <p:sldId id="2147482181" r:id="rId86"/>
    <p:sldId id="2147482198" r:id="rId87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73"/>
            <p14:sldId id="2147482113"/>
            <p14:sldId id="2147482189"/>
            <p14:sldId id="2147482188"/>
            <p14:sldId id="2147482201"/>
            <p14:sldId id="2147482202"/>
            <p14:sldId id="2147482203"/>
            <p14:sldId id="2147482172"/>
            <p14:sldId id="2147482169"/>
            <p14:sldId id="2147482193"/>
            <p14:sldId id="2147482171"/>
            <p14:sldId id="2147482167"/>
            <p14:sldId id="2147482199"/>
            <p14:sldId id="2147482195"/>
            <p14:sldId id="2147482197"/>
            <p14:sldId id="2147482196"/>
            <p14:sldId id="2147482116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200"/>
            <p14:sldId id="2147482140"/>
            <p14:sldId id="2147482204"/>
            <p14:sldId id="2147482205"/>
            <p14:sldId id="2147482206"/>
            <p14:sldId id="2147482141"/>
            <p14:sldId id="2147482187"/>
            <p14:sldId id="2147482207"/>
            <p14:sldId id="2147482208"/>
            <p14:sldId id="2147482177"/>
            <p14:sldId id="2147482179"/>
            <p14:sldId id="2147482216"/>
            <p14:sldId id="2147482210"/>
            <p14:sldId id="2147482132"/>
            <p14:sldId id="2147482211"/>
            <p14:sldId id="2147482178"/>
            <p14:sldId id="2147482212"/>
            <p14:sldId id="2147482213"/>
            <p14:sldId id="2147482147"/>
            <p14:sldId id="2147482214"/>
            <p14:sldId id="2147482215"/>
            <p14:sldId id="2147482161"/>
            <p14:sldId id="2147482180"/>
            <p14:sldId id="2147482160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  <p14:sldId id="2147482100"/>
            <p14:sldId id="2147482101"/>
            <p14:sldId id="2147482186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66"/>
            <p14:sldId id="2147482182"/>
            <p14:sldId id="2147482170"/>
            <p14:sldId id="2147482183"/>
            <p14:sldId id="2147482181"/>
            <p14:sldId id="21474821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  <a:srgbClr val="C00000"/>
    <a:srgbClr val="FFB9FF"/>
    <a:srgbClr val="FFFFFF"/>
    <a:srgbClr val="6C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75" d="100"/>
          <a:sy n="75" d="100"/>
        </p:scale>
        <p:origin x="82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679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2.xml"/><Relationship Id="rId90" Type="http://schemas.openxmlformats.org/officeDocument/2006/relationships/commentAuthors" Target="commentAuthors.xml"/><Relationship Id="rId95" Type="http://schemas.microsoft.com/office/2018/10/relationships/authors" Target="authors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93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viewProps" Target="view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5/12/2026 10:41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7784-B8C7-2D26-DDA7-0A0655E7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75B70-9343-45D9-6384-375EC1351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794F-17F1-7108-7B2F-87826F286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7D98EFF-552A-051C-D9D6-04E46E8A8604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72C13-397F-55B2-F47D-299856B624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8BF3-DF0E-DE05-58FA-317456B19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30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svg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691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71376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6020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6020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221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893455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7D506D-9DB6-56C3-34A3-7025F65D4D7F}"/>
              </a:ext>
            </a:extLst>
          </p:cNvPr>
          <p:cNvSpPr/>
          <p:nvPr/>
        </p:nvSpPr>
        <p:spPr bwMode="auto">
          <a:xfrm>
            <a:off x="1908943" y="1981202"/>
            <a:ext cx="9126611" cy="25997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B41DF-AEF7-EACB-CBEF-B139B294F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723" y="2101698"/>
            <a:ext cx="2936796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504771-2B57-B0F9-4B5E-FFD242BF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237" y="2101697"/>
            <a:ext cx="4627744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BBD1075-1E6B-E13F-0345-41D668DC13C3}"/>
              </a:ext>
            </a:extLst>
          </p:cNvPr>
          <p:cNvSpPr/>
          <p:nvPr/>
        </p:nvSpPr>
        <p:spPr bwMode="auto">
          <a:xfrm>
            <a:off x="5015439" y="3168903"/>
            <a:ext cx="1166937" cy="475369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524661-05B7-816A-3BB6-33B3D520B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01" y="1844444"/>
            <a:ext cx="6249272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2655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1ED9-738A-F76D-BF98-7BEC528CF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0A41C63-A5C6-6E28-4FEC-5EB3B6E00003}"/>
              </a:ext>
            </a:extLst>
          </p:cNvPr>
          <p:cNvGrpSpPr/>
          <p:nvPr/>
        </p:nvGrpSpPr>
        <p:grpSpPr>
          <a:xfrm>
            <a:off x="1053583" y="708474"/>
            <a:ext cx="4621075" cy="958961"/>
            <a:chOff x="623277" y="717438"/>
            <a:chExt cx="4621075" cy="10934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2C8C80C-E0D0-AC3F-356D-930B960C3371}"/>
                </a:ext>
              </a:extLst>
            </p:cNvPr>
            <p:cNvSpPr/>
            <p:nvPr/>
          </p:nvSpPr>
          <p:spPr bwMode="auto">
            <a:xfrm>
              <a:off x="623277" y="717438"/>
              <a:ext cx="4621075" cy="10934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D30258E5-3A32-4FF5-D958-B1A72C737122}"/>
                </a:ext>
              </a:extLst>
            </p:cNvPr>
            <p:cNvSpPr/>
            <p:nvPr/>
          </p:nvSpPr>
          <p:spPr bwMode="auto">
            <a:xfrm flipH="1">
              <a:off x="2036715" y="985060"/>
              <a:ext cx="1779105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Update from GIT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11951-AD22-E515-0FC6-479E3C892FD5}"/>
                </a:ext>
              </a:extLst>
            </p:cNvPr>
            <p:cNvSpPr/>
            <p:nvPr/>
          </p:nvSpPr>
          <p:spPr bwMode="auto">
            <a:xfrm>
              <a:off x="3874960" y="836056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01BB4FC-1366-9464-EFA7-3D6987320FBC}"/>
                </a:ext>
              </a:extLst>
            </p:cNvPr>
            <p:cNvSpPr/>
            <p:nvPr/>
          </p:nvSpPr>
          <p:spPr bwMode="auto">
            <a:xfrm>
              <a:off x="747816" y="83605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98496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3C7A9A-4B84-3DBC-AD05-0C09E44F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97" y="416434"/>
            <a:ext cx="7494267" cy="4191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36637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25E6E77-8A30-D875-931D-E71AA2B6B47B}"/>
              </a:ext>
            </a:extLst>
          </p:cNvPr>
          <p:cNvSpPr/>
          <p:nvPr/>
        </p:nvSpPr>
        <p:spPr bwMode="auto">
          <a:xfrm>
            <a:off x="903103" y="594377"/>
            <a:ext cx="7387457" cy="27584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 solution design with Medallion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3EFDA4-0605-D094-B6DF-3F85940C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463" y="961332"/>
            <a:ext cx="3449897" cy="1816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597693-3A42-51E6-9276-B711A453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080" y="961332"/>
            <a:ext cx="3449897" cy="2283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643006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F29E08-9B84-CF8A-4E2D-49BE8B6B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9" y="223556"/>
            <a:ext cx="5042712" cy="5165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575387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CF3347-B2D3-274C-127B-32B4CC5052BE}"/>
              </a:ext>
            </a:extLst>
          </p:cNvPr>
          <p:cNvGrpSpPr/>
          <p:nvPr/>
        </p:nvGrpSpPr>
        <p:grpSpPr>
          <a:xfrm>
            <a:off x="856362" y="887768"/>
            <a:ext cx="4441780" cy="958961"/>
            <a:chOff x="1499629" y="3739975"/>
            <a:chExt cx="4170074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3245836-9D1C-9AC2-9968-EB8F1B468793}"/>
                </a:ext>
              </a:extLst>
            </p:cNvPr>
            <p:cNvSpPr/>
            <p:nvPr/>
          </p:nvSpPr>
          <p:spPr bwMode="auto">
            <a:xfrm>
              <a:off x="1499629" y="3739975"/>
              <a:ext cx="4170074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2F6D6202-FAE5-ADE6-0DA5-1224E10FC62D}"/>
                </a:ext>
              </a:extLst>
            </p:cNvPr>
            <p:cNvSpPr/>
            <p:nvPr/>
          </p:nvSpPr>
          <p:spPr bwMode="auto">
            <a:xfrm>
              <a:off x="2949384" y="4006166"/>
              <a:ext cx="1261062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931375-FE59-4EFC-6920-9D7802820302}"/>
                </a:ext>
              </a:extLst>
            </p:cNvPr>
            <p:cNvSpPr/>
            <p:nvPr/>
          </p:nvSpPr>
          <p:spPr bwMode="auto">
            <a:xfrm>
              <a:off x="4304880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116C4-85B4-83E8-D877-38A71A8144D1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5BD47B-8F89-A94D-6193-922593C63FDA}"/>
              </a:ext>
            </a:extLst>
          </p:cNvPr>
          <p:cNvGrpSpPr/>
          <p:nvPr/>
        </p:nvGrpSpPr>
        <p:grpSpPr>
          <a:xfrm>
            <a:off x="999796" y="475392"/>
            <a:ext cx="4728651" cy="958961"/>
            <a:chOff x="1499628" y="3750283"/>
            <a:chExt cx="4439397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E70D18-A46E-3353-F81D-8B99141106FA}"/>
                </a:ext>
              </a:extLst>
            </p:cNvPr>
            <p:cNvSpPr/>
            <p:nvPr/>
          </p:nvSpPr>
          <p:spPr bwMode="auto">
            <a:xfrm>
              <a:off x="1499628" y="3750283"/>
              <a:ext cx="4439397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0431711-4E9C-54BE-8982-303C7C24A803}"/>
                </a:ext>
              </a:extLst>
            </p:cNvPr>
            <p:cNvSpPr/>
            <p:nvPr/>
          </p:nvSpPr>
          <p:spPr bwMode="auto">
            <a:xfrm>
              <a:off x="2949384" y="4006166"/>
              <a:ext cx="1603938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486A9C-506E-D23F-784F-75F2CB33B26A}"/>
                </a:ext>
              </a:extLst>
            </p:cNvPr>
            <p:cNvSpPr/>
            <p:nvPr/>
          </p:nvSpPr>
          <p:spPr bwMode="auto">
            <a:xfrm>
              <a:off x="4574203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9D1545-1B35-CDED-4887-B6796542A87B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E26F-3C1D-8755-6A70-7311DE4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2A5646-53EF-CC91-5539-154467FA0970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C32AA54-935F-0A9A-07DC-D577321235D6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5E4E8C-2DB5-4BF9-48CF-EDFE240FAC15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8A12A-0CD5-635C-2146-70D3554B469E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CAB6515-99DD-781F-3CB0-24E9A9DE9906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B06631-2901-1BAF-6B0A-90B6646F3644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00416746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E7259A4-B068-D358-3746-E071FE213BC2}"/>
              </a:ext>
            </a:extLst>
          </p:cNvPr>
          <p:cNvGrpSpPr/>
          <p:nvPr/>
        </p:nvGrpSpPr>
        <p:grpSpPr>
          <a:xfrm>
            <a:off x="1334183" y="849630"/>
            <a:ext cx="7155393" cy="2647632"/>
            <a:chOff x="903877" y="552767"/>
            <a:chExt cx="7084299" cy="264763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68E41BF-198F-ADB2-976A-3D675BD4F4A3}"/>
                </a:ext>
              </a:extLst>
            </p:cNvPr>
            <p:cNvSpPr/>
            <p:nvPr/>
          </p:nvSpPr>
          <p:spPr bwMode="auto">
            <a:xfrm>
              <a:off x="903877" y="552767"/>
              <a:ext cx="7084299" cy="26476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F6A5552B-DB7D-6F2C-D43E-359301F3F785}"/>
                </a:ext>
              </a:extLst>
            </p:cNvPr>
            <p:cNvSpPr/>
            <p:nvPr/>
          </p:nvSpPr>
          <p:spPr bwMode="auto">
            <a:xfrm>
              <a:off x="2273039" y="783360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4A5E3C-6460-C90A-2236-7D9CC73FAC5D}"/>
                </a:ext>
              </a:extLst>
            </p:cNvPr>
            <p:cNvSpPr/>
            <p:nvPr/>
          </p:nvSpPr>
          <p:spPr bwMode="auto">
            <a:xfrm>
              <a:off x="3715678" y="668205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892E4E2-6A87-28AF-09B0-E47A47A426AB}"/>
                </a:ext>
              </a:extLst>
            </p:cNvPr>
            <p:cNvSpPr/>
            <p:nvPr/>
          </p:nvSpPr>
          <p:spPr bwMode="auto">
            <a:xfrm>
              <a:off x="1021976" y="668207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8412FFAF-0907-EB59-9520-B3B410ADD753}"/>
                </a:ext>
              </a:extLst>
            </p:cNvPr>
            <p:cNvSpPr/>
            <p:nvPr/>
          </p:nvSpPr>
          <p:spPr bwMode="auto">
            <a:xfrm>
              <a:off x="4957268" y="776070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4DB877-9ECF-4540-F069-230B4F3C13EE}"/>
                </a:ext>
              </a:extLst>
            </p:cNvPr>
            <p:cNvSpPr/>
            <p:nvPr/>
          </p:nvSpPr>
          <p:spPr bwMode="auto">
            <a:xfrm>
              <a:off x="6375842" y="668206"/>
              <a:ext cx="1469571" cy="240789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F5F65CC7-3AD5-CA86-92AD-825F78A88999}"/>
                </a:ext>
              </a:extLst>
            </p:cNvPr>
            <p:cNvSpPr/>
            <p:nvPr/>
          </p:nvSpPr>
          <p:spPr bwMode="auto">
            <a:xfrm>
              <a:off x="2273039" y="1551298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D9694-A812-8979-B114-9E3D37CB0181}"/>
                </a:ext>
              </a:extLst>
            </p:cNvPr>
            <p:cNvSpPr/>
            <p:nvPr/>
          </p:nvSpPr>
          <p:spPr bwMode="auto">
            <a:xfrm>
              <a:off x="3715678" y="1436143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247A8C-069D-08DF-EC00-41649767EC9E}"/>
                </a:ext>
              </a:extLst>
            </p:cNvPr>
            <p:cNvSpPr/>
            <p:nvPr/>
          </p:nvSpPr>
          <p:spPr bwMode="auto">
            <a:xfrm>
              <a:off x="1021976" y="1436145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22F39B9-C40C-E76D-415D-39D24E90A9E0}"/>
                </a:ext>
              </a:extLst>
            </p:cNvPr>
            <p:cNvSpPr/>
            <p:nvPr/>
          </p:nvSpPr>
          <p:spPr bwMode="auto">
            <a:xfrm>
              <a:off x="4957268" y="1544008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8A8F427D-3877-42E6-742A-869B26BE2F75}"/>
                </a:ext>
              </a:extLst>
            </p:cNvPr>
            <p:cNvSpPr/>
            <p:nvPr/>
          </p:nvSpPr>
          <p:spPr bwMode="auto">
            <a:xfrm>
              <a:off x="2280160" y="2528897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0D25400-356C-46A4-1D4F-4513F75F1EE2}"/>
                </a:ext>
              </a:extLst>
            </p:cNvPr>
            <p:cNvSpPr/>
            <p:nvPr/>
          </p:nvSpPr>
          <p:spPr bwMode="auto">
            <a:xfrm>
              <a:off x="3722798" y="2413742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576AF5B-A037-0D34-D663-86CB7CEC6EC6}"/>
                </a:ext>
              </a:extLst>
            </p:cNvPr>
            <p:cNvSpPr/>
            <p:nvPr/>
          </p:nvSpPr>
          <p:spPr bwMode="auto">
            <a:xfrm>
              <a:off x="1029097" y="2413744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72D15B01-0B49-6915-16AD-CD44E7EB2277}"/>
                </a:ext>
              </a:extLst>
            </p:cNvPr>
            <p:cNvSpPr/>
            <p:nvPr/>
          </p:nvSpPr>
          <p:spPr bwMode="auto">
            <a:xfrm>
              <a:off x="4964388" y="2521607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1C3F50-C173-3212-672F-BA222726A61D}"/>
                </a:ext>
              </a:extLst>
            </p:cNvPr>
            <p:cNvCxnSpPr>
              <a:cxnSpLocks/>
            </p:cNvCxnSpPr>
            <p:nvPr/>
          </p:nvCxnSpPr>
          <p:spPr>
            <a:xfrm>
              <a:off x="1047027" y="2268071"/>
              <a:ext cx="5253470" cy="0"/>
            </a:xfrm>
            <a:prstGeom prst="line">
              <a:avLst/>
            </a:prstGeom>
            <a:ln w="19050">
              <a:solidFill>
                <a:schemeClr val="tx1">
                  <a:lumMod val="60000"/>
                  <a:lumOff val="40000"/>
                </a:schemeClr>
              </a:solidFill>
              <a:prstDash val="sysDot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8B2D02-66AE-8312-7C68-D6566062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311" y="579525"/>
            <a:ext cx="4514843" cy="3562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DF045-68AB-BA8E-F987-F193D151E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443" y="434547"/>
            <a:ext cx="6001588" cy="6125430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737680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708E7-1FEB-5605-CF24-303D2CEC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47DC44-79C7-AC2D-0257-5C3BD3FE0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59" y="890850"/>
            <a:ext cx="3370982" cy="1472504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5FE1C-9106-3B81-48EF-11D49C3DF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3" y="568962"/>
            <a:ext cx="6154009" cy="4515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51907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521B9-C16B-B9BE-5A0C-D0AC8389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848" y="917069"/>
            <a:ext cx="6830378" cy="55252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912125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C8E1B4-C7B8-A398-459C-A9F3707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7" y="474937"/>
            <a:ext cx="10087722" cy="30223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774159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DB6E530-A653-DBDB-F8B4-EC82B21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284" y="877528"/>
            <a:ext cx="9421906" cy="5239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Lakehouse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C54E8B4-09E1-FD08-8D18-7B240CA914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026" t="13870" r="5038" b="6019"/>
          <a:stretch>
            <a:fillRect/>
          </a:stretch>
        </p:blipFill>
        <p:spPr>
          <a:xfrm>
            <a:off x="4959479" y="1414647"/>
            <a:ext cx="440073" cy="43228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23282D-B074-5213-F6AE-13DB249FC0E3}"/>
              </a:ext>
            </a:extLst>
          </p:cNvPr>
          <p:cNvSpPr/>
          <p:nvPr/>
        </p:nvSpPr>
        <p:spPr bwMode="auto">
          <a:xfrm>
            <a:off x="4850599" y="1353539"/>
            <a:ext cx="657835" cy="654509"/>
          </a:xfrm>
          <a:prstGeom prst="rect">
            <a:avLst/>
          </a:prstGeom>
          <a:solidFill>
            <a:schemeClr val="bg1">
              <a:alpha val="45000"/>
            </a:schemeClr>
          </a:solidFill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Variable Library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EBB6EF5B-557D-2023-6AFD-A7517A01D008}"/>
              </a:ext>
            </a:extLst>
          </p:cNvPr>
          <p:cNvGrpSpPr/>
          <p:nvPr/>
        </p:nvGrpSpPr>
        <p:grpSpPr>
          <a:xfrm>
            <a:off x="1579297" y="1222316"/>
            <a:ext cx="3270369" cy="1673284"/>
            <a:chOff x="5389353" y="1249679"/>
            <a:chExt cx="3541287" cy="181189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263C11A-349E-3159-0EAF-BAC4C7F2AB5E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11899"/>
              <a:chOff x="1446963" y="783951"/>
              <a:chExt cx="6390751" cy="4419287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18EFFD3-0105-CD44-3BFC-DBAD5B2BE883}"/>
                  </a:ext>
                </a:extLst>
              </p:cNvPr>
              <p:cNvSpPr/>
              <p:nvPr/>
            </p:nvSpPr>
            <p:spPr bwMode="auto">
              <a:xfrm>
                <a:off x="1446963" y="1389338"/>
                <a:ext cx="6390751" cy="3813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DB75A4-117A-8569-07E4-4CABADC47C6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5484916-AB11-A0CF-0D32-1BA8A4BB7062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BBA2384-5AA3-FF13-5403-2A35A19C5EE1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42CD4664-AD15-BB35-3A51-47ECB0553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428D6BC-66CA-B6AA-A305-FE155CCB6535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CC0942-F384-6F7F-ED18-A99FEA2BB1CC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7EFB90B0-298D-9AA1-C6A3-5BB865DAD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1D6437-8264-CF08-9EA9-66F6F45B129F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BCAAE14-88A5-AC0E-CF9C-72159B5945F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F1191FD2-1170-96A6-0404-65F3778C16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440647-B516-5D06-442D-19EE48DA5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0998B59D-E08F-AEB7-DD24-44E554B5C2C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9692384E-EF39-11C9-6F46-38956643C77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53D5-5C12-14FE-B8A3-6C352D2D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C7265C4-A393-AC64-248D-530579392925}"/>
              </a:ext>
            </a:extLst>
          </p:cNvPr>
          <p:cNvSpPr/>
          <p:nvPr/>
        </p:nvSpPr>
        <p:spPr bwMode="auto">
          <a:xfrm>
            <a:off x="1477105" y="1139469"/>
            <a:ext cx="8388256" cy="3595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DFC15D-DD84-AA39-1541-C86EE81E6A0D}"/>
              </a:ext>
            </a:extLst>
          </p:cNvPr>
          <p:cNvGrpSpPr/>
          <p:nvPr/>
        </p:nvGrpSpPr>
        <p:grpSpPr>
          <a:xfrm>
            <a:off x="1579297" y="1222316"/>
            <a:ext cx="3270369" cy="1717041"/>
            <a:chOff x="5389353" y="1249679"/>
            <a:chExt cx="3541287" cy="185928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648B16-92A4-55E7-3DF4-74EC061FE821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C56671C-D348-3C5A-F2A7-BFED0CB752C3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0F62A0F-E48E-D378-5B17-7ACCAF9726E7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D21CC34-61C1-65FF-94F1-B21E2AE347DC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2D62E-2EEF-D359-3A83-7B2DA6BE12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9CF8D613-0309-62A2-6CB6-568F06D69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F7793B-0533-C118-1B8A-B9925A64DE1F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723F3AB-581D-6EBC-1839-C8994A366312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02FAC87A-EED8-EC73-A8BA-A102E9B36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08ECD60-DDC4-B35C-778D-06249727E26A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F8866A-A66C-D109-0B86-82235D0B10E2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9288A15A-01E7-9998-6865-E963F3251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0CA7CBB-2BF2-1751-22A4-FE78B1095B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B0F31AC5-44E3-0268-D4B8-5886DCE864E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05F7BE83-0574-8160-416F-557F04B5D0D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2F5F337D-84F1-52E6-8126-8589642CD780}"/>
              </a:ext>
            </a:extLst>
          </p:cNvPr>
          <p:cNvSpPr/>
          <p:nvPr/>
        </p:nvSpPr>
        <p:spPr bwMode="auto">
          <a:xfrm>
            <a:off x="4909891" y="4044510"/>
            <a:ext cx="1419789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A31C714-C7FB-104F-467A-4BE889219470}"/>
              </a:ext>
            </a:extLst>
          </p:cNvPr>
          <p:cNvSpPr/>
          <p:nvPr/>
        </p:nvSpPr>
        <p:spPr bwMode="auto">
          <a:xfrm>
            <a:off x="6402479" y="3958510"/>
            <a:ext cx="3270368" cy="6209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AB6541-F5E9-F7EC-5ED7-E3527D386D67}"/>
              </a:ext>
            </a:extLst>
          </p:cNvPr>
          <p:cNvSpPr/>
          <p:nvPr/>
        </p:nvSpPr>
        <p:spPr bwMode="auto">
          <a:xfrm>
            <a:off x="1591871" y="3995203"/>
            <a:ext cx="3245220" cy="6271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3C3AC7E7-8BE1-D972-3F3C-426DFF4C7D35}"/>
              </a:ext>
            </a:extLst>
          </p:cNvPr>
          <p:cNvSpPr/>
          <p:nvPr/>
        </p:nvSpPr>
        <p:spPr bwMode="auto">
          <a:xfrm>
            <a:off x="2742080" y="3000317"/>
            <a:ext cx="944802" cy="981637"/>
          </a:xfrm>
          <a:prstGeom prst="downArrow">
            <a:avLst>
              <a:gd name="adj1" fmla="val 76301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to GIT</a:t>
            </a:r>
          </a:p>
        </p:txBody>
      </p:sp>
      <p:sp>
        <p:nvSpPr>
          <p:cNvPr id="52" name="Arrow: Up 51">
            <a:extLst>
              <a:ext uri="{FF2B5EF4-FFF2-40B4-BE49-F238E27FC236}">
                <a16:creationId xmlns:a16="http://schemas.microsoft.com/office/drawing/2014/main" id="{5D6130B0-6534-7284-E60B-04C691FDDFA5}"/>
              </a:ext>
            </a:extLst>
          </p:cNvPr>
          <p:cNvSpPr/>
          <p:nvPr/>
        </p:nvSpPr>
        <p:spPr bwMode="auto">
          <a:xfrm>
            <a:off x="7565262" y="3013526"/>
            <a:ext cx="944802" cy="907467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641573-75F2-AFD8-6A0B-DEC1D93BDA16}"/>
              </a:ext>
            </a:extLst>
          </p:cNvPr>
          <p:cNvGrpSpPr/>
          <p:nvPr/>
        </p:nvGrpSpPr>
        <p:grpSpPr>
          <a:xfrm>
            <a:off x="6402479" y="1222316"/>
            <a:ext cx="3270369" cy="1717041"/>
            <a:chOff x="5389353" y="1249679"/>
            <a:chExt cx="3541287" cy="1859281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382BEFB-EE9B-3C13-21DA-9FCD9741B3A2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74B960-492C-525C-2C81-2E327397EE3B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5A705E-EB28-1645-4E12-74E1720149D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feature workspace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4F78261-8382-BE0E-CCC7-33F0BA2A0FA8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9F4E9F2-5E64-6EEF-5748-E16E739EBFE4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66" name="Picture 65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3B419FD0-A031-354B-2D41-5E1651287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AB9E97C-7CB4-3C7B-408F-1A7CF48C5AF8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41BBF4E-4E87-1E60-F032-B7A4760A6720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4" name="Picture 63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ACA3F6B5-3D92-0742-0A26-95102791D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31CF1C-C1B7-BB96-74B0-0CA2AED81BEB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048A1A3-8ED5-0CE6-7C8C-97BC38A60A7B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2" name="Picture 6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47A59C54-0AC7-FE29-86BA-9E336AA29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78700E0-2A33-E040-6B97-4A206BCDA5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84BC8937-43C4-2D2D-634A-6E9CAAE2CBF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88BABD8D-2E56-359C-1472-19BD09F1015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9134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F13B54-D851-4DF9-3613-F3BAB9E4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733" y="1258575"/>
            <a:ext cx="2962688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1795737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85509-5D2A-57FF-03A8-D7A1110E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8" y="775237"/>
            <a:ext cx="4001058" cy="14003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46D4D5-8583-3C79-9A65-1E953C744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117" y="3273900"/>
            <a:ext cx="8068801" cy="2295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6397614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E32F5-E4B4-872A-0ED2-BD860DACA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9088"/>
          <a:stretch>
            <a:fillRect/>
          </a:stretch>
        </p:blipFill>
        <p:spPr>
          <a:xfrm>
            <a:off x="2094204" y="1633683"/>
            <a:ext cx="4915586" cy="1749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498256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080BB8-3CFB-B1DB-E05C-BA0F107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62" y="403412"/>
            <a:ext cx="3897583" cy="592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3E1A49-4F88-73FD-E183-80FA8F345C86}"/>
              </a:ext>
            </a:extLst>
          </p:cNvPr>
          <p:cNvSpPr/>
          <p:nvPr/>
        </p:nvSpPr>
        <p:spPr bwMode="auto">
          <a:xfrm>
            <a:off x="573741" y="1452283"/>
            <a:ext cx="10049435" cy="19811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B11CD-8461-F939-3EA7-1F96F8460DB3}"/>
              </a:ext>
            </a:extLst>
          </p:cNvPr>
          <p:cNvSpPr/>
          <p:nvPr/>
        </p:nvSpPr>
        <p:spPr bwMode="auto">
          <a:xfrm>
            <a:off x="771143" y="2542428"/>
            <a:ext cx="9735671" cy="699247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EE0CB5-88C2-12A6-9319-BA18F4BC73E5}"/>
              </a:ext>
            </a:extLst>
          </p:cNvPr>
          <p:cNvSpPr/>
          <p:nvPr/>
        </p:nvSpPr>
        <p:spPr bwMode="auto">
          <a:xfrm>
            <a:off x="7711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E50489-39F1-BB99-A6C2-5ECBEB640F59}"/>
              </a:ext>
            </a:extLst>
          </p:cNvPr>
          <p:cNvSpPr/>
          <p:nvPr/>
        </p:nvSpPr>
        <p:spPr bwMode="auto">
          <a:xfrm>
            <a:off x="27523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CLI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7316A7-FC76-37FA-C31F-B2D5D2A41FA5}"/>
              </a:ext>
            </a:extLst>
          </p:cNvPr>
          <p:cNvSpPr/>
          <p:nvPr/>
        </p:nvSpPr>
        <p:spPr bwMode="auto">
          <a:xfrm>
            <a:off x="4706649" y="1635920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07ABE-3FD8-72DE-FF76-950B1020B531}"/>
              </a:ext>
            </a:extLst>
          </p:cNvPr>
          <p:cNvSpPr/>
          <p:nvPr/>
        </p:nvSpPr>
        <p:spPr bwMode="auto">
          <a:xfrm>
            <a:off x="8642155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Python SDK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B5EFF7-8952-8BC7-6830-DD035DB6E45B}"/>
              </a:ext>
            </a:extLst>
          </p:cNvPr>
          <p:cNvSpPr/>
          <p:nvPr/>
        </p:nvSpPr>
        <p:spPr bwMode="auto">
          <a:xfrm>
            <a:off x="6660955" y="1635921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.NET SDK</a:t>
            </a:r>
          </a:p>
        </p:txBody>
      </p:sp>
    </p:spTree>
    <p:extLst>
      <p:ext uri="{BB962C8B-B14F-4D97-AF65-F5344CB8AC3E}">
        <p14:creationId xmlns:p14="http://schemas.microsoft.com/office/powerpoint/2010/main" val="1223850847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7BDA-A624-B94F-35AA-CE3914C9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C394F-0FAB-8798-DA4A-7B4E007AED18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2DB102E-C946-A642-1F02-3AE48A1E1859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371ADE-41C4-E256-0553-2570DC8B185C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946-3F1D-701C-1439-0C6CCBEEA15F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9048771-B599-5D89-4D88-244DAD5F93FD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13FDD-73A1-0061-1F3E-ED687457327E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76449070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11C-600E-7031-53D5-8A025AE9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15775C-62FF-6AE6-4234-819090D7AAE9}"/>
              </a:ext>
            </a:extLst>
          </p:cNvPr>
          <p:cNvSpPr/>
          <p:nvPr/>
        </p:nvSpPr>
        <p:spPr bwMode="auto">
          <a:xfrm>
            <a:off x="1355460" y="849630"/>
            <a:ext cx="9384258" cy="9343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129EE1-6B91-2CB3-7B1D-95D01A018AFD}"/>
              </a:ext>
            </a:extLst>
          </p:cNvPr>
          <p:cNvSpPr/>
          <p:nvPr/>
        </p:nvSpPr>
        <p:spPr bwMode="auto">
          <a:xfrm>
            <a:off x="2690117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3BA717-2C43-68C0-4023-86B2D99915A4}"/>
              </a:ext>
            </a:extLst>
          </p:cNvPr>
          <p:cNvSpPr/>
          <p:nvPr/>
        </p:nvSpPr>
        <p:spPr bwMode="auto">
          <a:xfrm>
            <a:off x="4122150" y="961205"/>
            <a:ext cx="1198226" cy="66236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93A881-CE3F-D1CA-F7B3-2CF3127E3D02}"/>
              </a:ext>
            </a:extLst>
          </p:cNvPr>
          <p:cNvSpPr/>
          <p:nvPr/>
        </p:nvSpPr>
        <p:spPr bwMode="auto">
          <a:xfrm>
            <a:off x="1453467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1939891-4BDB-735D-0010-1D3F680655A8}"/>
              </a:ext>
            </a:extLst>
          </p:cNvPr>
          <p:cNvSpPr/>
          <p:nvPr/>
        </p:nvSpPr>
        <p:spPr bwMode="auto">
          <a:xfrm>
            <a:off x="5358800" y="1076798"/>
            <a:ext cx="13567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37F13-E84B-43AD-DCDD-BBE15BBC2A43}"/>
              </a:ext>
            </a:extLst>
          </p:cNvPr>
          <p:cNvSpPr/>
          <p:nvPr/>
        </p:nvSpPr>
        <p:spPr bwMode="auto">
          <a:xfrm>
            <a:off x="6753933" y="961205"/>
            <a:ext cx="1198226" cy="6623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8DD27C2-B90A-BD11-0E57-7542BD7968E5}"/>
              </a:ext>
            </a:extLst>
          </p:cNvPr>
          <p:cNvSpPr/>
          <p:nvPr/>
        </p:nvSpPr>
        <p:spPr bwMode="auto">
          <a:xfrm>
            <a:off x="7990583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1E4A48-4AFE-14C4-C949-99E29A33E27D}"/>
              </a:ext>
            </a:extLst>
          </p:cNvPr>
          <p:cNvSpPr/>
          <p:nvPr/>
        </p:nvSpPr>
        <p:spPr bwMode="auto">
          <a:xfrm>
            <a:off x="9422615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416705326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419FAB-0E38-1D7B-8C82-A8EB0E005EC5}"/>
              </a:ext>
            </a:extLst>
          </p:cNvPr>
          <p:cNvSpPr/>
          <p:nvPr/>
        </p:nvSpPr>
        <p:spPr bwMode="auto">
          <a:xfrm>
            <a:off x="764906" y="4319856"/>
            <a:ext cx="3395586" cy="3584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CE493-0585-0B6A-CB84-CE41EE906223}"/>
              </a:ext>
            </a:extLst>
          </p:cNvPr>
          <p:cNvSpPr/>
          <p:nvPr/>
        </p:nvSpPr>
        <p:spPr bwMode="auto">
          <a:xfrm>
            <a:off x="764905" y="3409487"/>
            <a:ext cx="6880195" cy="41594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CF931-A0D5-6849-23DB-E3D7C2E8CF3B}"/>
              </a:ext>
            </a:extLst>
          </p:cNvPr>
          <p:cNvSpPr/>
          <p:nvPr/>
        </p:nvSpPr>
        <p:spPr bwMode="auto">
          <a:xfrm>
            <a:off x="4246343" y="4319856"/>
            <a:ext cx="3395586" cy="358443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Azure REST APIs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DBFCF-B6BA-D625-39ED-E5F611938D81}"/>
              </a:ext>
            </a:extLst>
          </p:cNvPr>
          <p:cNvSpPr/>
          <p:nvPr/>
        </p:nvSpPr>
        <p:spPr bwMode="auto">
          <a:xfrm>
            <a:off x="764905" y="536082"/>
            <a:ext cx="6880196" cy="2797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Your Terraform Configuration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240C6-4013-EF18-B4C3-D5EA86066FBB}"/>
              </a:ext>
            </a:extLst>
          </p:cNvPr>
          <p:cNvSpPr/>
          <p:nvPr/>
        </p:nvSpPr>
        <p:spPr bwMode="auto">
          <a:xfrm>
            <a:off x="764906" y="3910663"/>
            <a:ext cx="3395586" cy="358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Fabric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AA33E-2912-B080-8E06-71A78ED57FA3}"/>
              </a:ext>
            </a:extLst>
          </p:cNvPr>
          <p:cNvSpPr/>
          <p:nvPr/>
        </p:nvSpPr>
        <p:spPr bwMode="auto">
          <a:xfrm>
            <a:off x="4246343" y="3910663"/>
            <a:ext cx="3395586" cy="358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Azure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azurerm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78CDA-D30A-ABC6-7922-7233D3D7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43" y="968663"/>
            <a:ext cx="3312904" cy="21159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E126-B68C-92CE-F0BF-02F91147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909" y="983837"/>
            <a:ext cx="2955580" cy="21493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352CAE7D-05DC-2F01-1058-3C241147301A}"/>
              </a:ext>
            </a:extLst>
          </p:cNvPr>
          <p:cNvSpPr/>
          <p:nvPr/>
        </p:nvSpPr>
        <p:spPr bwMode="auto">
          <a:xfrm>
            <a:off x="2245441" y="3133188"/>
            <a:ext cx="517197" cy="591138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C5DDF-FD7F-802B-5DF8-F8DD216EDF01}"/>
              </a:ext>
            </a:extLst>
          </p:cNvPr>
          <p:cNvSpPr/>
          <p:nvPr/>
        </p:nvSpPr>
        <p:spPr bwMode="auto">
          <a:xfrm>
            <a:off x="5644197" y="3159516"/>
            <a:ext cx="517197" cy="564811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61012B-6D84-61D7-101B-85C4C1471366}"/>
              </a:ext>
            </a:extLst>
          </p:cNvPr>
          <p:cNvSpPr/>
          <p:nvPr/>
        </p:nvSpPr>
        <p:spPr bwMode="auto">
          <a:xfrm>
            <a:off x="595008" y="551868"/>
            <a:ext cx="2314451" cy="207007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FCE9F-032B-C2B9-052A-CFDD62735807}"/>
              </a:ext>
            </a:extLst>
          </p:cNvPr>
          <p:cNvSpPr/>
          <p:nvPr/>
        </p:nvSpPr>
        <p:spPr bwMode="auto">
          <a:xfrm>
            <a:off x="729110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7E124-AFB9-8381-4D1A-967356346BEB}"/>
              </a:ext>
            </a:extLst>
          </p:cNvPr>
          <p:cNvSpPr/>
          <p:nvPr/>
        </p:nvSpPr>
        <p:spPr bwMode="auto">
          <a:xfrm>
            <a:off x="729110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836032-2882-ADA8-E75D-FAB8A6CD8319}"/>
              </a:ext>
            </a:extLst>
          </p:cNvPr>
          <p:cNvSpPr/>
          <p:nvPr/>
        </p:nvSpPr>
        <p:spPr bwMode="auto">
          <a:xfrm>
            <a:off x="729110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A8962-AB6B-865F-02FA-62956E91344D}"/>
              </a:ext>
            </a:extLst>
          </p:cNvPr>
          <p:cNvSpPr/>
          <p:nvPr/>
        </p:nvSpPr>
        <p:spPr bwMode="auto">
          <a:xfrm>
            <a:off x="729110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86455-D837-F606-B72D-DFA87A67A2E3}"/>
              </a:ext>
            </a:extLst>
          </p:cNvPr>
          <p:cNvSpPr/>
          <p:nvPr/>
        </p:nvSpPr>
        <p:spPr bwMode="auto">
          <a:xfrm>
            <a:off x="3043562" y="551868"/>
            <a:ext cx="2314451" cy="207007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BC68D-EC62-4AC1-FAC7-2307D4963C37}"/>
              </a:ext>
            </a:extLst>
          </p:cNvPr>
          <p:cNvSpPr/>
          <p:nvPr/>
        </p:nvSpPr>
        <p:spPr bwMode="auto">
          <a:xfrm>
            <a:off x="3177664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7BC48-FC74-6DF0-43E8-636B6728F4AC}"/>
              </a:ext>
            </a:extLst>
          </p:cNvPr>
          <p:cNvSpPr/>
          <p:nvPr/>
        </p:nvSpPr>
        <p:spPr bwMode="auto">
          <a:xfrm>
            <a:off x="3177664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09B47-2E1D-5902-754F-2DBECFA4398B}"/>
              </a:ext>
            </a:extLst>
          </p:cNvPr>
          <p:cNvSpPr/>
          <p:nvPr/>
        </p:nvSpPr>
        <p:spPr bwMode="auto">
          <a:xfrm>
            <a:off x="3177664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E9923-346F-F5C3-7E6C-B29BBB08F59F}"/>
              </a:ext>
            </a:extLst>
          </p:cNvPr>
          <p:cNvSpPr/>
          <p:nvPr/>
        </p:nvSpPr>
        <p:spPr bwMode="auto">
          <a:xfrm>
            <a:off x="3177664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02A481-7AEE-C272-ABC1-27C9F0B3648D}"/>
              </a:ext>
            </a:extLst>
          </p:cNvPr>
          <p:cNvSpPr/>
          <p:nvPr/>
        </p:nvSpPr>
        <p:spPr bwMode="auto">
          <a:xfrm>
            <a:off x="5475879" y="551868"/>
            <a:ext cx="2314451" cy="20700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CDE74E-6B65-CD78-8A64-7246179EF447}"/>
              </a:ext>
            </a:extLst>
          </p:cNvPr>
          <p:cNvSpPr/>
          <p:nvPr/>
        </p:nvSpPr>
        <p:spPr bwMode="auto">
          <a:xfrm>
            <a:off x="5609981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D39DA6-16AD-F12D-CD81-EB8A742E868B}"/>
              </a:ext>
            </a:extLst>
          </p:cNvPr>
          <p:cNvSpPr/>
          <p:nvPr/>
        </p:nvSpPr>
        <p:spPr bwMode="auto">
          <a:xfrm>
            <a:off x="5609981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6E59A3F-15B0-7E3D-A595-97CF2638D82A}"/>
              </a:ext>
            </a:extLst>
          </p:cNvPr>
          <p:cNvSpPr/>
          <p:nvPr/>
        </p:nvSpPr>
        <p:spPr bwMode="auto">
          <a:xfrm>
            <a:off x="5609981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0F377-0412-EF79-FE71-872C4C87785E}"/>
              </a:ext>
            </a:extLst>
          </p:cNvPr>
          <p:cNvSpPr/>
          <p:nvPr/>
        </p:nvSpPr>
        <p:spPr bwMode="auto">
          <a:xfrm>
            <a:off x="5609981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95F5B8-9B48-0006-456F-31559B57B73C}"/>
              </a:ext>
            </a:extLst>
          </p:cNvPr>
          <p:cNvSpPr/>
          <p:nvPr/>
        </p:nvSpPr>
        <p:spPr bwMode="auto">
          <a:xfrm>
            <a:off x="1378806" y="587113"/>
            <a:ext cx="8114818" cy="2519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41C38C-B498-8777-A893-4519E6CD1066}"/>
              </a:ext>
            </a:extLst>
          </p:cNvPr>
          <p:cNvSpPr/>
          <p:nvPr/>
        </p:nvSpPr>
        <p:spPr bwMode="auto">
          <a:xfrm>
            <a:off x="6866976" y="673048"/>
            <a:ext cx="2514949" cy="236201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Terraform Deployment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DF0CD8-56AE-66A1-4978-884EF403875D}"/>
              </a:ext>
            </a:extLst>
          </p:cNvPr>
          <p:cNvSpPr/>
          <p:nvPr/>
        </p:nvSpPr>
        <p:spPr bwMode="auto">
          <a:xfrm>
            <a:off x="1492274" y="708479"/>
            <a:ext cx="2514949" cy="2285734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</a:t>
            </a:r>
            <a:r>
              <a:rPr lang="en-US" sz="1200" b="1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configurstion</a:t>
            </a:r>
            <a:endParaRPr lang="en-US" sz="1200" b="1" dirty="0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EBB6B-6ADD-B9C6-813D-37603B9549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7798"/>
          <a:stretch>
            <a:fillRect/>
          </a:stretch>
        </p:blipFill>
        <p:spPr>
          <a:xfrm>
            <a:off x="1597739" y="1103089"/>
            <a:ext cx="2302877" cy="1717133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5D5787E-00A2-F0F0-9ECE-0EC18E722961}"/>
              </a:ext>
            </a:extLst>
          </p:cNvPr>
          <p:cNvSpPr/>
          <p:nvPr/>
        </p:nvSpPr>
        <p:spPr bwMode="auto">
          <a:xfrm>
            <a:off x="4360044" y="1076957"/>
            <a:ext cx="1982086" cy="758169"/>
          </a:xfrm>
          <a:prstGeom prst="rect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remote state file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C1D7E0-68C7-2056-E755-397868EB1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112" y="1439685"/>
            <a:ext cx="1609950" cy="25721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352EF3C0-D971-81A0-EC17-D8CB840378C5}"/>
              </a:ext>
            </a:extLst>
          </p:cNvPr>
          <p:cNvSpPr/>
          <p:nvPr/>
        </p:nvSpPr>
        <p:spPr bwMode="auto">
          <a:xfrm>
            <a:off x="3605958" y="1947150"/>
            <a:ext cx="3149319" cy="550816"/>
          </a:xfrm>
          <a:prstGeom prst="rightArrow">
            <a:avLst>
              <a:gd name="adj1" fmla="val 69884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apply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5381D7-2A92-2EC8-7B43-82F64FCD1DFF}"/>
              </a:ext>
            </a:extLst>
          </p:cNvPr>
          <p:cNvSpPr/>
          <p:nvPr/>
        </p:nvSpPr>
        <p:spPr bwMode="auto">
          <a:xfrm>
            <a:off x="7101327" y="1571703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9A1FFF-87B5-E104-6485-0D4F9756751C}"/>
              </a:ext>
            </a:extLst>
          </p:cNvPr>
          <p:cNvSpPr/>
          <p:nvPr/>
        </p:nvSpPr>
        <p:spPr bwMode="auto">
          <a:xfrm>
            <a:off x="7101326" y="2022471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C0557C-6246-1545-BF30-CD3F6C6EFE6F}"/>
              </a:ext>
            </a:extLst>
          </p:cNvPr>
          <p:cNvSpPr/>
          <p:nvPr/>
        </p:nvSpPr>
        <p:spPr bwMode="auto">
          <a:xfrm>
            <a:off x="7101327" y="1101661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1583DB-52B5-7A1C-248B-2DC4101777ED}"/>
              </a:ext>
            </a:extLst>
          </p:cNvPr>
          <p:cNvSpPr/>
          <p:nvPr/>
        </p:nvSpPr>
        <p:spPr bwMode="auto">
          <a:xfrm>
            <a:off x="7101326" y="2475188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951837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F3C2E3-16EB-72A2-1476-9ACB827F998D}"/>
              </a:ext>
            </a:extLst>
          </p:cNvPr>
          <p:cNvGrpSpPr/>
          <p:nvPr/>
        </p:nvGrpSpPr>
        <p:grpSpPr>
          <a:xfrm>
            <a:off x="973656" y="712134"/>
            <a:ext cx="6527293" cy="2437909"/>
            <a:chOff x="998219" y="2878366"/>
            <a:chExt cx="7734302" cy="28887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C060B8-7875-3A2D-DC77-6967E6E56932}"/>
                </a:ext>
              </a:extLst>
            </p:cNvPr>
            <p:cNvSpPr/>
            <p:nvPr/>
          </p:nvSpPr>
          <p:spPr bwMode="auto">
            <a:xfrm>
              <a:off x="998219" y="2878366"/>
              <a:ext cx="4869065" cy="288872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Development Process (CI)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8957BC-E5B1-C3D6-BBB1-8DA6219E3A64}"/>
                </a:ext>
              </a:extLst>
            </p:cNvPr>
            <p:cNvSpPr/>
            <p:nvPr/>
          </p:nvSpPr>
          <p:spPr bwMode="auto">
            <a:xfrm>
              <a:off x="6030031" y="2878366"/>
              <a:ext cx="2702490" cy="2888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 Process (CD)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90C601-734B-5917-D0F2-E5F263A7346F}"/>
                </a:ext>
              </a:extLst>
            </p:cNvPr>
            <p:cNvGrpSpPr/>
            <p:nvPr/>
          </p:nvGrpSpPr>
          <p:grpSpPr>
            <a:xfrm>
              <a:off x="1138108" y="4282427"/>
              <a:ext cx="3113579" cy="975768"/>
              <a:chOff x="1854618" y="1506117"/>
              <a:chExt cx="3443987" cy="139270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B9CA6C8-709F-8932-EEF5-41EC2AE308BA}"/>
                  </a:ext>
                </a:extLst>
              </p:cNvPr>
              <p:cNvGrpSpPr/>
              <p:nvPr/>
            </p:nvGrpSpPr>
            <p:grpSpPr>
              <a:xfrm>
                <a:off x="1854618" y="1506117"/>
                <a:ext cx="3443987" cy="614039"/>
                <a:chOff x="1194579" y="1506117"/>
                <a:chExt cx="4104026" cy="695707"/>
              </a:xfrm>
            </p:grpSpPr>
            <p:sp>
              <p:nvSpPr>
                <p:cNvPr id="19" name="Arrow: Right 18">
                  <a:extLst>
                    <a:ext uri="{FF2B5EF4-FFF2-40B4-BE49-F238E27FC236}">
                      <a16:creationId xmlns:a16="http://schemas.microsoft.com/office/drawing/2014/main" id="{E62D6ACE-54A5-62EF-50FA-5E61073CDABA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235AC51-0E6C-11BA-7345-E0472F3839D3}"/>
                    </a:ext>
                  </a:extLst>
                </p:cNvPr>
                <p:cNvSpPr/>
                <p:nvPr/>
              </p:nvSpPr>
              <p:spPr bwMode="auto">
                <a:xfrm>
                  <a:off x="3504794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C107B61-370E-68F5-C398-D2B6B2D93664}"/>
                    </a:ext>
                  </a:extLst>
                </p:cNvPr>
                <p:cNvSpPr/>
                <p:nvPr/>
              </p:nvSpPr>
              <p:spPr bwMode="auto">
                <a:xfrm>
                  <a:off x="1194579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22" name="Arrow: Left-Right 21">
                  <a:extLst>
                    <a:ext uri="{FF2B5EF4-FFF2-40B4-BE49-F238E27FC236}">
                      <a16:creationId xmlns:a16="http://schemas.microsoft.com/office/drawing/2014/main" id="{D0351745-356A-3550-3680-66E8E61FC2D8}"/>
                    </a:ext>
                  </a:extLst>
                </p:cNvPr>
                <p:cNvSpPr/>
                <p:nvPr/>
              </p:nvSpPr>
              <p:spPr bwMode="auto">
                <a:xfrm flipH="1">
                  <a:off x="2536213" y="1681008"/>
                  <a:ext cx="925970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49765A5-4371-AE7B-EF1A-C929161416B1}"/>
                  </a:ext>
                </a:extLst>
              </p:cNvPr>
              <p:cNvGrpSpPr/>
              <p:nvPr/>
            </p:nvGrpSpPr>
            <p:grpSpPr>
              <a:xfrm>
                <a:off x="1879901" y="2284778"/>
                <a:ext cx="3418704" cy="614039"/>
                <a:chOff x="1224707" y="1506117"/>
                <a:chExt cx="4073898" cy="695707"/>
              </a:xfrm>
            </p:grpSpPr>
            <p:sp>
              <p:nvSpPr>
                <p:cNvPr id="15" name="Arrow: Right 14">
                  <a:extLst>
                    <a:ext uri="{FF2B5EF4-FFF2-40B4-BE49-F238E27FC236}">
                      <a16:creationId xmlns:a16="http://schemas.microsoft.com/office/drawing/2014/main" id="{A96BB543-E456-9951-1952-0BAB398BE4AD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D218C03-09D0-726C-F6E0-97656D006BED}"/>
                    </a:ext>
                  </a:extLst>
                </p:cNvPr>
                <p:cNvSpPr/>
                <p:nvPr/>
              </p:nvSpPr>
              <p:spPr bwMode="auto">
                <a:xfrm>
                  <a:off x="3517172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921655E9-F651-A0A1-FAFA-6F3C424EF903}"/>
                    </a:ext>
                  </a:extLst>
                </p:cNvPr>
                <p:cNvSpPr/>
                <p:nvPr/>
              </p:nvSpPr>
              <p:spPr bwMode="auto">
                <a:xfrm>
                  <a:off x="1224707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18" name="Arrow: Left-Right 17">
                  <a:extLst>
                    <a:ext uri="{FF2B5EF4-FFF2-40B4-BE49-F238E27FC236}">
                      <a16:creationId xmlns:a16="http://schemas.microsoft.com/office/drawing/2014/main" id="{560E0A22-5591-D5FB-75ED-FAB37C1753E3}"/>
                    </a:ext>
                  </a:extLst>
                </p:cNvPr>
                <p:cNvSpPr/>
                <p:nvPr/>
              </p:nvSpPr>
              <p:spPr bwMode="auto">
                <a:xfrm flipH="1">
                  <a:off x="2536212" y="1681008"/>
                  <a:ext cx="920226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39E56F-EEFF-10B9-EE3E-18CA219A316A}"/>
                </a:ext>
              </a:extLst>
            </p:cNvPr>
            <p:cNvGrpSpPr/>
            <p:nvPr/>
          </p:nvGrpSpPr>
          <p:grpSpPr>
            <a:xfrm>
              <a:off x="4386498" y="3042990"/>
              <a:ext cx="1140078" cy="2247676"/>
              <a:chOff x="5239777" y="695739"/>
              <a:chExt cx="1261062" cy="2601961"/>
            </a:xfrm>
            <a:solidFill>
              <a:schemeClr val="accent4"/>
            </a:solidFill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40E14FB-83D5-33B3-FC53-A6B9DAB0BDE6}"/>
                  </a:ext>
                </a:extLst>
              </p:cNvPr>
              <p:cNvSpPr/>
              <p:nvPr/>
            </p:nvSpPr>
            <p:spPr bwMode="auto">
              <a:xfrm>
                <a:off x="5239777" y="2022754"/>
                <a:ext cx="1261062" cy="1274946"/>
              </a:xfrm>
              <a:prstGeom prst="rect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integration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9AE5D25-898D-B931-8F02-24B053C9163F}"/>
                  </a:ext>
                </a:extLst>
              </p:cNvPr>
              <p:cNvSpPr/>
              <p:nvPr/>
            </p:nvSpPr>
            <p:spPr bwMode="auto">
              <a:xfrm>
                <a:off x="5239777" y="695739"/>
                <a:ext cx="1261062" cy="8538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C364B072-63A4-9D0E-18A5-2D9315106A1F}"/>
                  </a:ext>
                </a:extLst>
              </p:cNvPr>
              <p:cNvSpPr/>
              <p:nvPr/>
            </p:nvSpPr>
            <p:spPr bwMode="auto">
              <a:xfrm rot="16200000">
                <a:off x="5666768" y="1663964"/>
                <a:ext cx="407079" cy="282097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DF5720-7663-47B0-2F53-0D66B9B89079}"/>
                </a:ext>
              </a:extLst>
            </p:cNvPr>
            <p:cNvSpPr/>
            <p:nvPr/>
          </p:nvSpPr>
          <p:spPr bwMode="auto">
            <a:xfrm>
              <a:off x="7296447" y="3313589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73CEBA1B-474E-F3B3-573C-2CCD3AF060EF}"/>
                </a:ext>
              </a:extLst>
            </p:cNvPr>
            <p:cNvSpPr/>
            <p:nvPr/>
          </p:nvSpPr>
          <p:spPr bwMode="auto">
            <a:xfrm>
              <a:off x="6149302" y="3780544"/>
              <a:ext cx="1027873" cy="92721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?</a:t>
              </a:r>
              <a:endParaRPr lang="en-US" sz="3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9C40AA-26AA-4321-EDB1-9EBE307C4BD5}"/>
                </a:ext>
              </a:extLst>
            </p:cNvPr>
            <p:cNvSpPr/>
            <p:nvPr/>
          </p:nvSpPr>
          <p:spPr bwMode="auto">
            <a:xfrm>
              <a:off x="7296447" y="4371215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2366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302953" y="238998"/>
            <a:ext cx="7560888" cy="32684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DB799-4EDC-6DA7-6DC6-63624D4C63B5}"/>
              </a:ext>
            </a:extLst>
          </p:cNvPr>
          <p:cNvSpPr/>
          <p:nvPr/>
        </p:nvSpPr>
        <p:spPr bwMode="auto">
          <a:xfrm>
            <a:off x="401494" y="764984"/>
            <a:ext cx="7334961" cy="11356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01494" y="351423"/>
            <a:ext cx="733496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7363E60-D1DA-817E-3604-E073F0D14679}"/>
              </a:ext>
            </a:extLst>
          </p:cNvPr>
          <p:cNvSpPr/>
          <p:nvPr/>
        </p:nvSpPr>
        <p:spPr bwMode="auto">
          <a:xfrm>
            <a:off x="2218741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4F188-4935-E961-0E90-6ECEA88FA0F7}"/>
              </a:ext>
            </a:extLst>
          </p:cNvPr>
          <p:cNvSpPr/>
          <p:nvPr/>
        </p:nvSpPr>
        <p:spPr bwMode="auto">
          <a:xfrm>
            <a:off x="565725" y="2647841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5F77E-BA4B-9C00-FCFA-9E63C98B134F}"/>
              </a:ext>
            </a:extLst>
          </p:cNvPr>
          <p:cNvSpPr/>
          <p:nvPr/>
        </p:nvSpPr>
        <p:spPr bwMode="auto">
          <a:xfrm>
            <a:off x="565725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EDF43A-17A1-AD45-A408-EC37B49A34DB}"/>
              </a:ext>
            </a:extLst>
          </p:cNvPr>
          <p:cNvSpPr/>
          <p:nvPr/>
        </p:nvSpPr>
        <p:spPr bwMode="auto">
          <a:xfrm>
            <a:off x="3212600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87B42C-D5C3-94B5-7A63-32067C41F033}"/>
              </a:ext>
            </a:extLst>
          </p:cNvPr>
          <p:cNvSpPr/>
          <p:nvPr/>
        </p:nvSpPr>
        <p:spPr bwMode="auto">
          <a:xfrm>
            <a:off x="5859475" y="94108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A859621-4BBB-2D8A-D94D-AA4F3EDD56EE}"/>
              </a:ext>
            </a:extLst>
          </p:cNvPr>
          <p:cNvSpPr/>
          <p:nvPr/>
        </p:nvSpPr>
        <p:spPr bwMode="auto">
          <a:xfrm>
            <a:off x="4870529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" name="Arrow: Up-Down 1">
            <a:extLst>
              <a:ext uri="{FF2B5EF4-FFF2-40B4-BE49-F238E27FC236}">
                <a16:creationId xmlns:a16="http://schemas.microsoft.com/office/drawing/2014/main" id="{CB9EA47A-8CCC-5979-E2BB-5A0BF89A9739}"/>
              </a:ext>
            </a:extLst>
          </p:cNvPr>
          <p:cNvSpPr/>
          <p:nvPr/>
        </p:nvSpPr>
        <p:spPr bwMode="auto">
          <a:xfrm>
            <a:off x="1102649" y="1698117"/>
            <a:ext cx="560846" cy="950490"/>
          </a:xfrm>
          <a:prstGeom prst="upDownArrow">
            <a:avLst>
              <a:gd name="adj1" fmla="val 67960"/>
              <a:gd name="adj2" fmla="val 55238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4035362271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B017B2-8C5C-F312-8BCF-4038DB14AEF2}"/>
              </a:ext>
            </a:extLst>
          </p:cNvPr>
          <p:cNvSpPr/>
          <p:nvPr/>
        </p:nvSpPr>
        <p:spPr bwMode="auto">
          <a:xfrm>
            <a:off x="2508484" y="2268071"/>
            <a:ext cx="7603706" cy="24294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014D91-ED3A-1AB4-4797-E1572D72F754}"/>
              </a:ext>
            </a:extLst>
          </p:cNvPr>
          <p:cNvSpPr/>
          <p:nvPr/>
        </p:nvSpPr>
        <p:spPr bwMode="auto">
          <a:xfrm>
            <a:off x="4239220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7467B2-5BAF-E591-79BF-CCEA40C52123}"/>
              </a:ext>
            </a:extLst>
          </p:cNvPr>
          <p:cNvSpPr/>
          <p:nvPr/>
        </p:nvSpPr>
        <p:spPr bwMode="auto">
          <a:xfrm>
            <a:off x="2587682" y="381590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Arrow: Up 10">
            <a:extLst>
              <a:ext uri="{FF2B5EF4-FFF2-40B4-BE49-F238E27FC236}">
                <a16:creationId xmlns:a16="http://schemas.microsoft.com/office/drawing/2014/main" id="{9EFDCDA2-95FD-F09F-867A-2338D9CBE4F0}"/>
              </a:ext>
            </a:extLst>
          </p:cNvPr>
          <p:cNvSpPr/>
          <p:nvPr/>
        </p:nvSpPr>
        <p:spPr bwMode="auto">
          <a:xfrm>
            <a:off x="3045881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EB9C3-EC3C-EE66-E4E2-E27EA7DE3F67}"/>
              </a:ext>
            </a:extLst>
          </p:cNvPr>
          <p:cNvSpPr/>
          <p:nvPr/>
        </p:nvSpPr>
        <p:spPr bwMode="auto">
          <a:xfrm>
            <a:off x="2587682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7D6C4EA-7ADB-E420-BAB2-DAE5010422AF}"/>
              </a:ext>
            </a:extLst>
          </p:cNvPr>
          <p:cNvSpPr/>
          <p:nvPr/>
        </p:nvSpPr>
        <p:spPr bwMode="auto">
          <a:xfrm>
            <a:off x="7118923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A350F9-A690-3153-17E4-9E97D9AC5536}"/>
              </a:ext>
            </a:extLst>
          </p:cNvPr>
          <p:cNvSpPr/>
          <p:nvPr/>
        </p:nvSpPr>
        <p:spPr bwMode="auto">
          <a:xfrm>
            <a:off x="5467385" y="381590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9" name="Arrow: Up 18">
            <a:extLst>
              <a:ext uri="{FF2B5EF4-FFF2-40B4-BE49-F238E27FC236}">
                <a16:creationId xmlns:a16="http://schemas.microsoft.com/office/drawing/2014/main" id="{54C74829-F391-7C28-0A03-467B4FCD0C33}"/>
              </a:ext>
            </a:extLst>
          </p:cNvPr>
          <p:cNvSpPr/>
          <p:nvPr/>
        </p:nvSpPr>
        <p:spPr bwMode="auto">
          <a:xfrm>
            <a:off x="5925584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5CE572-35D0-4771-1BC1-2D49FFC07A27}"/>
              </a:ext>
            </a:extLst>
          </p:cNvPr>
          <p:cNvSpPr/>
          <p:nvPr/>
        </p:nvSpPr>
        <p:spPr bwMode="auto">
          <a:xfrm>
            <a:off x="5467385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C72239-59A4-EC26-B4D3-B2446FB1A5D3}"/>
              </a:ext>
            </a:extLst>
          </p:cNvPr>
          <p:cNvSpPr/>
          <p:nvPr/>
        </p:nvSpPr>
        <p:spPr bwMode="auto">
          <a:xfrm>
            <a:off x="8347088" y="381590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84EBFD1F-A53B-C8FF-E78F-AFC8CEB9216A}"/>
              </a:ext>
            </a:extLst>
          </p:cNvPr>
          <p:cNvSpPr/>
          <p:nvPr/>
        </p:nvSpPr>
        <p:spPr bwMode="auto">
          <a:xfrm>
            <a:off x="8805287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24CE80-49AA-EF8E-DEC7-396B209773F8}"/>
              </a:ext>
            </a:extLst>
          </p:cNvPr>
          <p:cNvSpPr/>
          <p:nvPr/>
        </p:nvSpPr>
        <p:spPr bwMode="auto">
          <a:xfrm>
            <a:off x="8347088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255497976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67157F-85EA-D044-9F14-F5E15FBA436A}"/>
              </a:ext>
            </a:extLst>
          </p:cNvPr>
          <p:cNvSpPr/>
          <p:nvPr/>
        </p:nvSpPr>
        <p:spPr bwMode="auto">
          <a:xfrm>
            <a:off x="2442536" y="2178991"/>
            <a:ext cx="7727831" cy="29621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DB50EC9-9740-659C-8957-32E4B8FF471F}"/>
              </a:ext>
            </a:extLst>
          </p:cNvPr>
          <p:cNvSpPr/>
          <p:nvPr/>
        </p:nvSpPr>
        <p:spPr bwMode="auto">
          <a:xfrm>
            <a:off x="4239220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B4928-6E5F-9869-95A2-154A0655D81F}"/>
              </a:ext>
            </a:extLst>
          </p:cNvPr>
          <p:cNvSpPr/>
          <p:nvPr/>
        </p:nvSpPr>
        <p:spPr bwMode="auto">
          <a:xfrm>
            <a:off x="2587682" y="426449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3676B4-C9FF-B640-DB37-76FB8A829E7F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6778C45-FF03-5684-AD2D-604348DE87E5}"/>
              </a:ext>
            </a:extLst>
          </p:cNvPr>
          <p:cNvSpPr/>
          <p:nvPr/>
        </p:nvSpPr>
        <p:spPr bwMode="auto">
          <a:xfrm>
            <a:off x="7118923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78F321-4BDB-B5EA-A7D6-84E821FD29E2}"/>
              </a:ext>
            </a:extLst>
          </p:cNvPr>
          <p:cNvSpPr/>
          <p:nvPr/>
        </p:nvSpPr>
        <p:spPr bwMode="auto">
          <a:xfrm>
            <a:off x="5467385" y="426449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B86D77D-E4C0-D488-EB09-FC0145D2F073}"/>
              </a:ext>
            </a:extLst>
          </p:cNvPr>
          <p:cNvSpPr/>
          <p:nvPr/>
        </p:nvSpPr>
        <p:spPr bwMode="auto">
          <a:xfrm rot="16200000">
            <a:off x="2833045" y="3406667"/>
            <a:ext cx="1143971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4C30F2-F8D3-B3B0-1279-638178BFEBE7}"/>
              </a:ext>
            </a:extLst>
          </p:cNvPr>
          <p:cNvSpPr/>
          <p:nvPr/>
        </p:nvSpPr>
        <p:spPr bwMode="auto">
          <a:xfrm>
            <a:off x="5467385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F2AC5E-5AC5-ECB0-D777-E6120EB31082}"/>
              </a:ext>
            </a:extLst>
          </p:cNvPr>
          <p:cNvSpPr/>
          <p:nvPr/>
        </p:nvSpPr>
        <p:spPr bwMode="auto">
          <a:xfrm>
            <a:off x="8347088" y="426449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2EFC81-6367-7FA8-FB05-55309FACE575}"/>
              </a:ext>
            </a:extLst>
          </p:cNvPr>
          <p:cNvSpPr/>
          <p:nvPr/>
        </p:nvSpPr>
        <p:spPr bwMode="auto">
          <a:xfrm>
            <a:off x="8347088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8FE3656-152A-10A8-D2F8-E00979F27A9D}"/>
              </a:ext>
            </a:extLst>
          </p:cNvPr>
          <p:cNvSpPr/>
          <p:nvPr/>
        </p:nvSpPr>
        <p:spPr bwMode="auto">
          <a:xfrm rot="16200000">
            <a:off x="5712747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4BB3283-0BC0-585B-62AB-352C4A028A92}"/>
              </a:ext>
            </a:extLst>
          </p:cNvPr>
          <p:cNvSpPr/>
          <p:nvPr/>
        </p:nvSpPr>
        <p:spPr bwMode="auto">
          <a:xfrm rot="16200000">
            <a:off x="8592450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</p:spTree>
    <p:extLst>
      <p:ext uri="{BB962C8B-B14F-4D97-AF65-F5344CB8AC3E}">
        <p14:creationId xmlns:p14="http://schemas.microsoft.com/office/powerpoint/2010/main" val="3243106548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2E68-172C-3322-CEFA-1E24E5604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6B727A-614B-F18A-8B71-66DB6506732B}"/>
              </a:ext>
            </a:extLst>
          </p:cNvPr>
          <p:cNvSpPr/>
          <p:nvPr/>
        </p:nvSpPr>
        <p:spPr bwMode="auto">
          <a:xfrm>
            <a:off x="2489069" y="2172579"/>
            <a:ext cx="4799237" cy="36365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F699C7-CEDD-07FE-3CB9-8742279D93A6}"/>
              </a:ext>
            </a:extLst>
          </p:cNvPr>
          <p:cNvSpPr/>
          <p:nvPr/>
        </p:nvSpPr>
        <p:spPr bwMode="auto">
          <a:xfrm>
            <a:off x="2587682" y="3868455"/>
            <a:ext cx="1634694" cy="178157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78946-78EE-2B0A-CDC4-832F17F6BC90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89351-B777-D565-0982-D57B2ADE37D7}"/>
              </a:ext>
            </a:extLst>
          </p:cNvPr>
          <p:cNvSpPr/>
          <p:nvPr/>
        </p:nvSpPr>
        <p:spPr bwMode="auto">
          <a:xfrm>
            <a:off x="5489104" y="395627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808A5-D3FA-D8E7-84F2-4942CF4F1240}"/>
              </a:ext>
            </a:extLst>
          </p:cNvPr>
          <p:cNvSpPr/>
          <p:nvPr/>
        </p:nvSpPr>
        <p:spPr bwMode="auto">
          <a:xfrm>
            <a:off x="5489104" y="490210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752F503-7C1E-B75F-C6DC-B9A5E3C61823}"/>
              </a:ext>
            </a:extLst>
          </p:cNvPr>
          <p:cNvSpPr/>
          <p:nvPr/>
        </p:nvSpPr>
        <p:spPr bwMode="auto">
          <a:xfrm>
            <a:off x="4276399" y="4070660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8F3F7B8-982F-EF9D-49AE-446868456CD6}"/>
              </a:ext>
            </a:extLst>
          </p:cNvPr>
          <p:cNvSpPr/>
          <p:nvPr/>
        </p:nvSpPr>
        <p:spPr bwMode="auto">
          <a:xfrm>
            <a:off x="4283755" y="5012425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2D26066D-ABB0-BEC7-92D2-02FB2AF37D08}"/>
              </a:ext>
            </a:extLst>
          </p:cNvPr>
          <p:cNvSpPr/>
          <p:nvPr/>
        </p:nvSpPr>
        <p:spPr bwMode="auto">
          <a:xfrm>
            <a:off x="3045881" y="3067983"/>
            <a:ext cx="718296" cy="747926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</p:spTree>
    <p:extLst>
      <p:ext uri="{BB962C8B-B14F-4D97-AF65-F5344CB8AC3E}">
        <p14:creationId xmlns:p14="http://schemas.microsoft.com/office/powerpoint/2010/main" val="3679389188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B35FD-6BDC-D8E1-F703-E285A7CB4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8" y="528917"/>
            <a:ext cx="4017718" cy="407894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9086739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9758804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C3717-9C7A-5880-8F76-2B0A6644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40" y="524238"/>
            <a:ext cx="3257604" cy="3599528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331110-5413-7009-35C6-AE5897A1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83" y="778995"/>
            <a:ext cx="9697803" cy="40201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83ADA1-AAE7-9D4A-1627-2BF08F8C27A1}"/>
              </a:ext>
            </a:extLst>
          </p:cNvPr>
          <p:cNvSpPr/>
          <p:nvPr/>
        </p:nvSpPr>
        <p:spPr bwMode="auto">
          <a:xfrm>
            <a:off x="883253" y="468146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B99BC0F-44EA-193A-AD86-02D17DA22805}"/>
              </a:ext>
            </a:extLst>
          </p:cNvPr>
          <p:cNvSpPr/>
          <p:nvPr/>
        </p:nvSpPr>
        <p:spPr bwMode="auto">
          <a:xfrm>
            <a:off x="2306042" y="780590"/>
            <a:ext cx="1796262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5C1A3-9612-9935-FD14-6BDB4E50581C}"/>
              </a:ext>
            </a:extLst>
          </p:cNvPr>
          <p:cNvSpPr/>
          <p:nvPr/>
        </p:nvSpPr>
        <p:spPr bwMode="auto">
          <a:xfrm>
            <a:off x="4134936" y="631588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8C327C-2EFB-6A5B-7E9B-E4A40DA0FF82}"/>
              </a:ext>
            </a:extLst>
          </p:cNvPr>
          <p:cNvSpPr/>
          <p:nvPr/>
        </p:nvSpPr>
        <p:spPr bwMode="auto">
          <a:xfrm>
            <a:off x="1007792" y="631591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existing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995931159"/>
      </p:ext>
    </p:extLst>
  </p:cSld>
  <p:clrMapOvr>
    <a:masterClrMapping/>
  </p:clrMapOvr>
  <p:transition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ABE6-24B6-59A3-7C86-58C81472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D8FDFB0-692D-1D51-FFE1-B83E8C641A88}"/>
              </a:ext>
            </a:extLst>
          </p:cNvPr>
          <p:cNvSpPr/>
          <p:nvPr/>
        </p:nvSpPr>
        <p:spPr bwMode="auto">
          <a:xfrm flipH="1">
            <a:off x="6104965" y="381757"/>
            <a:ext cx="4930588" cy="321309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F846D6-6BE1-6541-F374-9E75B1EA08B8}"/>
              </a:ext>
            </a:extLst>
          </p:cNvPr>
          <p:cNvSpPr/>
          <p:nvPr/>
        </p:nvSpPr>
        <p:spPr bwMode="auto">
          <a:xfrm>
            <a:off x="8698272" y="492342"/>
            <a:ext cx="1193192" cy="61641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998A8-BA0E-FC04-5AB1-84DF58D8D8E7}"/>
              </a:ext>
            </a:extLst>
          </p:cNvPr>
          <p:cNvSpPr/>
          <p:nvPr/>
        </p:nvSpPr>
        <p:spPr bwMode="auto">
          <a:xfrm>
            <a:off x="6221827" y="492342"/>
            <a:ext cx="1193192" cy="6164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5AB7379-BF4B-E143-9719-DE20D268119E}"/>
              </a:ext>
            </a:extLst>
          </p:cNvPr>
          <p:cNvSpPr/>
          <p:nvPr/>
        </p:nvSpPr>
        <p:spPr bwMode="auto">
          <a:xfrm>
            <a:off x="7404558" y="592166"/>
            <a:ext cx="12772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connection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49160F9-0E62-F487-F723-020DA6BCF4F6}"/>
              </a:ext>
            </a:extLst>
          </p:cNvPr>
          <p:cNvCxnSpPr>
            <a:cxnSpLocks/>
          </p:cNvCxnSpPr>
          <p:nvPr/>
        </p:nvCxnSpPr>
        <p:spPr>
          <a:xfrm>
            <a:off x="6814267" y="1100445"/>
            <a:ext cx="0" cy="2059052"/>
          </a:xfrm>
          <a:prstGeom prst="line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6FB7BBC-A6E2-2BBA-95BD-541D2FF76FDF}"/>
              </a:ext>
            </a:extLst>
          </p:cNvPr>
          <p:cNvGrpSpPr/>
          <p:nvPr/>
        </p:nvGrpSpPr>
        <p:grpSpPr>
          <a:xfrm>
            <a:off x="6814267" y="1281122"/>
            <a:ext cx="4097399" cy="616415"/>
            <a:chOff x="2379354" y="1539795"/>
            <a:chExt cx="4097399" cy="61641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F88F503-5CF3-18F5-5134-9AD9DF0D0323}"/>
                </a:ext>
              </a:extLst>
            </p:cNvPr>
            <p:cNvGrpSpPr/>
            <p:nvPr/>
          </p:nvGrpSpPr>
          <p:grpSpPr>
            <a:xfrm>
              <a:off x="2813090" y="1539795"/>
              <a:ext cx="3663663" cy="616415"/>
              <a:chOff x="1898690" y="1441182"/>
              <a:chExt cx="3663663" cy="616415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C6538C3-C9D6-34B8-48E1-18F7230DC61C}"/>
                  </a:ext>
                </a:extLst>
              </p:cNvPr>
              <p:cNvSpPr/>
              <p:nvPr/>
            </p:nvSpPr>
            <p:spPr bwMode="auto">
              <a:xfrm>
                <a:off x="4369161" y="1446935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69D75FE-37F9-92F2-8D39-953F03047DBF}"/>
                  </a:ext>
                </a:extLst>
              </p:cNvPr>
              <p:cNvSpPr/>
              <p:nvPr/>
            </p:nvSpPr>
            <p:spPr bwMode="auto">
              <a:xfrm>
                <a:off x="1898690" y="1441182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64A9AA23-BB70-940E-05E1-EA2775F53C94}"/>
                  </a:ext>
                </a:extLst>
              </p:cNvPr>
              <p:cNvSpPr/>
              <p:nvPr/>
            </p:nvSpPr>
            <p:spPr bwMode="auto">
              <a:xfrm>
                <a:off x="3091881" y="1541006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8D6ED5B-934A-5144-5DA1-45C0105736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1848002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67747E4-8D8F-DDF6-3ECC-F088A96A3D6E}"/>
              </a:ext>
            </a:extLst>
          </p:cNvPr>
          <p:cNvGrpSpPr/>
          <p:nvPr/>
        </p:nvGrpSpPr>
        <p:grpSpPr>
          <a:xfrm>
            <a:off x="6814267" y="2079910"/>
            <a:ext cx="4094007" cy="616415"/>
            <a:chOff x="2379354" y="2338583"/>
            <a:chExt cx="4094007" cy="61641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9410FDC-A685-67AD-5DC6-5B889A902227}"/>
                </a:ext>
              </a:extLst>
            </p:cNvPr>
            <p:cNvGrpSpPr/>
            <p:nvPr/>
          </p:nvGrpSpPr>
          <p:grpSpPr>
            <a:xfrm>
              <a:off x="2813089" y="2338583"/>
              <a:ext cx="3660272" cy="616415"/>
              <a:chOff x="1898689" y="2239970"/>
              <a:chExt cx="3660272" cy="61641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2039AFB-FDFE-257B-C0FD-DFEB20E662EB}"/>
                  </a:ext>
                </a:extLst>
              </p:cNvPr>
              <p:cNvSpPr/>
              <p:nvPr/>
            </p:nvSpPr>
            <p:spPr bwMode="auto">
              <a:xfrm>
                <a:off x="4365769" y="2245723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29213FB-A6EF-129A-5D0B-647C68D0F336}"/>
                  </a:ext>
                </a:extLst>
              </p:cNvPr>
              <p:cNvSpPr/>
              <p:nvPr/>
            </p:nvSpPr>
            <p:spPr bwMode="auto">
              <a:xfrm>
                <a:off x="1898689" y="2239970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EA254DBF-0D84-BCDA-DCAA-D0D27971BC59}"/>
                  </a:ext>
                </a:extLst>
              </p:cNvPr>
              <p:cNvSpPr/>
              <p:nvPr/>
            </p:nvSpPr>
            <p:spPr bwMode="auto">
              <a:xfrm>
                <a:off x="3091881" y="2339794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6AF450D-767C-4BB2-C23A-F13FDF66C0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2646790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F6D3600-C007-3EE5-FDC4-FAC5F3449519}"/>
              </a:ext>
            </a:extLst>
          </p:cNvPr>
          <p:cNvGrpSpPr/>
          <p:nvPr/>
        </p:nvGrpSpPr>
        <p:grpSpPr>
          <a:xfrm>
            <a:off x="6814267" y="2842978"/>
            <a:ext cx="4094007" cy="616415"/>
            <a:chOff x="2379354" y="3101651"/>
            <a:chExt cx="4094007" cy="6164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69350DD-A0CE-EABA-94D1-EDCFB21FE28C}"/>
                </a:ext>
              </a:extLst>
            </p:cNvPr>
            <p:cNvGrpSpPr/>
            <p:nvPr/>
          </p:nvGrpSpPr>
          <p:grpSpPr>
            <a:xfrm>
              <a:off x="2813089" y="3101651"/>
              <a:ext cx="3660272" cy="616415"/>
              <a:chOff x="1898689" y="3003038"/>
              <a:chExt cx="3660272" cy="61641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BBA4F5D-9D18-8F86-3878-6D3AD2ED5876}"/>
                  </a:ext>
                </a:extLst>
              </p:cNvPr>
              <p:cNvSpPr/>
              <p:nvPr/>
            </p:nvSpPr>
            <p:spPr bwMode="auto">
              <a:xfrm>
                <a:off x="4365769" y="3008791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227C05-B66C-6C67-C998-0978894065A0}"/>
                  </a:ext>
                </a:extLst>
              </p:cNvPr>
              <p:cNvSpPr/>
              <p:nvPr/>
            </p:nvSpPr>
            <p:spPr bwMode="auto">
              <a:xfrm>
                <a:off x="1898689" y="3003038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C3471CA9-0AB5-5A65-18C6-D77BAA805839}"/>
                  </a:ext>
                </a:extLst>
              </p:cNvPr>
              <p:cNvSpPr/>
              <p:nvPr/>
            </p:nvSpPr>
            <p:spPr bwMode="auto">
              <a:xfrm>
                <a:off x="3091881" y="3102862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6496BD4-B36A-D300-9A0E-F4D7C080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3409858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5462AFD-F25F-E2A1-B113-7A74926DC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68" y="934147"/>
            <a:ext cx="4598386" cy="2008655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054941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24046</TotalTime>
  <Words>802</Words>
  <Application>Microsoft Office PowerPoint</Application>
  <PresentationFormat>Custom</PresentationFormat>
  <Paragraphs>458</Paragraphs>
  <Slides>82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82</vt:i4>
      </vt:variant>
    </vt:vector>
  </HeadingPairs>
  <TitlesOfParts>
    <vt:vector size="90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70</cp:revision>
  <cp:lastPrinted>2025-03-29T10:59:42Z</cp:lastPrinted>
  <dcterms:created xsi:type="dcterms:W3CDTF">2018-09-21T01:16:59Z</dcterms:created>
  <dcterms:modified xsi:type="dcterms:W3CDTF">2026-05-12T20:08:24Z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