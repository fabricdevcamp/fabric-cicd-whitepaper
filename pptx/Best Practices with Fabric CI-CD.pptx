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89"/>
  </p:notesMasterIdLst>
  <p:handoutMasterIdLst>
    <p:handoutMasterId r:id="rId90"/>
  </p:handoutMasterIdLst>
  <p:sldIdLst>
    <p:sldId id="2147482125" r:id="rId6"/>
    <p:sldId id="2147482159" r:id="rId7"/>
    <p:sldId id="2147482112" r:id="rId8"/>
    <p:sldId id="2147482217" r:id="rId9"/>
    <p:sldId id="2147482218" r:id="rId10"/>
    <p:sldId id="2147482219" r:id="rId11"/>
    <p:sldId id="2147482174" r:id="rId12"/>
    <p:sldId id="2147482220" r:id="rId13"/>
    <p:sldId id="2147482173" r:id="rId14"/>
    <p:sldId id="2147482113" r:id="rId15"/>
    <p:sldId id="2147482189" r:id="rId16"/>
    <p:sldId id="2147482188" r:id="rId17"/>
    <p:sldId id="2147482201" r:id="rId18"/>
    <p:sldId id="2147482202" r:id="rId19"/>
    <p:sldId id="2147482203" r:id="rId20"/>
    <p:sldId id="2147482172" r:id="rId21"/>
    <p:sldId id="2147482169" r:id="rId22"/>
    <p:sldId id="2147482193" r:id="rId23"/>
    <p:sldId id="2147482171" r:id="rId24"/>
    <p:sldId id="2147482167" r:id="rId25"/>
    <p:sldId id="2147482199" r:id="rId26"/>
    <p:sldId id="2147482195" r:id="rId27"/>
    <p:sldId id="2147482197" r:id="rId28"/>
    <p:sldId id="2147482196" r:id="rId29"/>
    <p:sldId id="2147482236" r:id="rId30"/>
    <p:sldId id="2147482238" r:id="rId31"/>
    <p:sldId id="2147482239" r:id="rId32"/>
    <p:sldId id="2147482240" r:id="rId33"/>
    <p:sldId id="2147482237" r:id="rId34"/>
    <p:sldId id="2147482241" r:id="rId35"/>
    <p:sldId id="2147482118" r:id="rId36"/>
    <p:sldId id="2147482139" r:id="rId37"/>
    <p:sldId id="2147482124" r:id="rId38"/>
    <p:sldId id="2147482121" r:id="rId39"/>
    <p:sldId id="2147482122" r:id="rId40"/>
    <p:sldId id="2147482120" r:id="rId41"/>
    <p:sldId id="2147482119" r:id="rId42"/>
    <p:sldId id="2147482146" r:id="rId43"/>
    <p:sldId id="2147482200" r:id="rId44"/>
    <p:sldId id="2147482140" r:id="rId45"/>
    <p:sldId id="2147482204" r:id="rId46"/>
    <p:sldId id="2147482205" r:id="rId47"/>
    <p:sldId id="2147482206" r:id="rId48"/>
    <p:sldId id="2147482141" r:id="rId49"/>
    <p:sldId id="2147482116" r:id="rId50"/>
    <p:sldId id="2147482187" r:id="rId51"/>
    <p:sldId id="2147482207" r:id="rId52"/>
    <p:sldId id="2147482208" r:id="rId53"/>
    <p:sldId id="2147482177" r:id="rId54"/>
    <p:sldId id="2147482221" r:id="rId55"/>
    <p:sldId id="2147482222" r:id="rId56"/>
    <p:sldId id="2147482223" r:id="rId57"/>
    <p:sldId id="2147482179" r:id="rId58"/>
    <p:sldId id="2147482210" r:id="rId59"/>
    <p:sldId id="2147482132" r:id="rId60"/>
    <p:sldId id="2147482211" r:id="rId61"/>
    <p:sldId id="2147482178" r:id="rId62"/>
    <p:sldId id="2147482180" r:id="rId63"/>
    <p:sldId id="2147482212" r:id="rId64"/>
    <p:sldId id="2147482213" r:id="rId65"/>
    <p:sldId id="2147482147" r:id="rId66"/>
    <p:sldId id="2147482214" r:id="rId67"/>
    <p:sldId id="2147482185" r:id="rId68"/>
    <p:sldId id="2147482175" r:id="rId69"/>
    <p:sldId id="2147482224" r:id="rId70"/>
    <p:sldId id="2147482161" r:id="rId71"/>
    <p:sldId id="2147482232" r:id="rId72"/>
    <p:sldId id="2147482225" r:id="rId73"/>
    <p:sldId id="2147482226" r:id="rId74"/>
    <p:sldId id="2147482228" r:id="rId75"/>
    <p:sldId id="2147482152" r:id="rId76"/>
    <p:sldId id="2147482229" r:id="rId77"/>
    <p:sldId id="2147482231" r:id="rId78"/>
    <p:sldId id="2147482230" r:id="rId79"/>
    <p:sldId id="2147482154" r:id="rId80"/>
    <p:sldId id="2147482156" r:id="rId81"/>
    <p:sldId id="2147482151" r:id="rId82"/>
    <p:sldId id="2147482149" r:id="rId83"/>
    <p:sldId id="2147482157" r:id="rId84"/>
    <p:sldId id="2147482158" r:id="rId85"/>
    <p:sldId id="2147482233" r:id="rId86"/>
    <p:sldId id="2147482234" r:id="rId87"/>
    <p:sldId id="2147482235" r:id="rId88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217"/>
            <p14:sldId id="2147482218"/>
            <p14:sldId id="2147482219"/>
            <p14:sldId id="2147482174"/>
            <p14:sldId id="2147482220"/>
            <p14:sldId id="2147482173"/>
            <p14:sldId id="2147482113"/>
            <p14:sldId id="2147482189"/>
            <p14:sldId id="2147482188"/>
            <p14:sldId id="2147482201"/>
            <p14:sldId id="2147482202"/>
            <p14:sldId id="2147482203"/>
            <p14:sldId id="2147482172"/>
            <p14:sldId id="2147482169"/>
            <p14:sldId id="2147482193"/>
            <p14:sldId id="2147482171"/>
            <p14:sldId id="2147482167"/>
            <p14:sldId id="2147482199"/>
            <p14:sldId id="2147482195"/>
            <p14:sldId id="2147482197"/>
            <p14:sldId id="2147482196"/>
            <p14:sldId id="2147482236"/>
            <p14:sldId id="2147482238"/>
            <p14:sldId id="2147482239"/>
            <p14:sldId id="2147482240"/>
            <p14:sldId id="2147482237"/>
            <p14:sldId id="2147482241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200"/>
            <p14:sldId id="2147482140"/>
            <p14:sldId id="2147482204"/>
            <p14:sldId id="2147482205"/>
            <p14:sldId id="2147482206"/>
            <p14:sldId id="2147482141"/>
            <p14:sldId id="2147482116"/>
            <p14:sldId id="2147482187"/>
            <p14:sldId id="2147482207"/>
            <p14:sldId id="2147482208"/>
            <p14:sldId id="2147482177"/>
            <p14:sldId id="2147482221"/>
            <p14:sldId id="2147482222"/>
            <p14:sldId id="2147482223"/>
            <p14:sldId id="2147482179"/>
            <p14:sldId id="2147482210"/>
            <p14:sldId id="2147482132"/>
            <p14:sldId id="2147482211"/>
            <p14:sldId id="2147482178"/>
            <p14:sldId id="2147482180"/>
            <p14:sldId id="2147482212"/>
            <p14:sldId id="2147482213"/>
            <p14:sldId id="2147482147"/>
            <p14:sldId id="2147482214"/>
            <p14:sldId id="2147482185"/>
            <p14:sldId id="2147482175"/>
            <p14:sldId id="2147482224"/>
            <p14:sldId id="2147482161"/>
            <p14:sldId id="2147482232"/>
            <p14:sldId id="2147482225"/>
            <p14:sldId id="2147482226"/>
            <p14:sldId id="2147482228"/>
            <p14:sldId id="2147482152"/>
            <p14:sldId id="2147482229"/>
            <p14:sldId id="2147482231"/>
            <p14:sldId id="2147482230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233"/>
            <p14:sldId id="2147482234"/>
            <p14:sldId id="214748223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0000"/>
    <a:srgbClr val="C00000"/>
    <a:srgbClr val="FFB9FF"/>
    <a:srgbClr val="FFFFFF"/>
    <a:srgbClr val="6C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85" d="100"/>
          <a:sy n="85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297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2.xml"/><Relationship Id="rId90" Type="http://schemas.openxmlformats.org/officeDocument/2006/relationships/handoutMaster" Target="handoutMasters/handoutMaster1.xml"/><Relationship Id="rId95" Type="http://schemas.openxmlformats.org/officeDocument/2006/relationships/tableStyles" Target="tableStyles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93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commentAuthors" Target="commentAuthors.xml"/><Relationship Id="rId9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5/31/2026 2:46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14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E7784-B8C7-2D26-DDA7-0A0655E7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75B70-9343-45D9-6384-375EC1351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794F-17F1-7108-7B2F-87826F286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7D98EFF-552A-051C-D9D6-04E46E8A8604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72C13-397F-55B2-F47D-299856B624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38BF3-DF0E-DE05-58FA-317456B19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30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09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9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56.jpe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2897842"/>
            <a:ext cx="10330234" cy="1908215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br>
              <a:rPr lang="en-US" sz="4400" dirty="0"/>
            </a:br>
            <a:r>
              <a:rPr lang="en-US" sz="4400" dirty="0"/>
              <a:t>Best Practices with Fabric CI-CD</a:t>
            </a:r>
            <a:br>
              <a:rPr lang="en-US" sz="4400" dirty="0"/>
            </a:br>
            <a:r>
              <a:rPr lang="en-US" sz="2400" dirty="0"/>
              <a:t>Diagrams, Images and Screenshots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691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71376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6020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6020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2218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893455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FA20437-8694-791F-60C9-44BBDF1326A0}"/>
              </a:ext>
            </a:extLst>
          </p:cNvPr>
          <p:cNvGrpSpPr/>
          <p:nvPr/>
        </p:nvGrpSpPr>
        <p:grpSpPr>
          <a:xfrm>
            <a:off x="1304597" y="2701399"/>
            <a:ext cx="4277086" cy="3309886"/>
            <a:chOff x="1304597" y="2701399"/>
            <a:chExt cx="4277086" cy="330988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F072A0-44ED-4CF5-6CD6-7D3A1C0E4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5525" y="3042186"/>
              <a:ext cx="4255708" cy="2969099"/>
            </a:xfrm>
            <a:prstGeom prst="rect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7E5D027-CAA7-3745-CFF1-906D87B657CA}"/>
                </a:ext>
              </a:extLst>
            </p:cNvPr>
            <p:cNvSpPr/>
            <p:nvPr/>
          </p:nvSpPr>
          <p:spPr bwMode="auto">
            <a:xfrm>
              <a:off x="1304597" y="2701399"/>
              <a:ext cx="4277086" cy="34078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solution 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86052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304F1-DCE9-082B-4798-46EFB66DE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4004CB-49FD-026A-AF15-6EF2C9DF8122}"/>
              </a:ext>
            </a:extLst>
          </p:cNvPr>
          <p:cNvSpPr/>
          <p:nvPr/>
        </p:nvSpPr>
        <p:spPr bwMode="auto">
          <a:xfrm>
            <a:off x="461168" y="387423"/>
            <a:ext cx="11172031" cy="51904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A3BAF9-40E5-9A38-F7E2-0BF88B3707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7577"/>
          <a:stretch>
            <a:fillRect/>
          </a:stretch>
        </p:blipFill>
        <p:spPr>
          <a:xfrm>
            <a:off x="747632" y="992229"/>
            <a:ext cx="5125165" cy="49113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BA7569-3965-E9AF-9DD1-7DE8793F76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72" t="7965"/>
          <a:stretch>
            <a:fillRect/>
          </a:stretch>
        </p:blipFill>
        <p:spPr>
          <a:xfrm>
            <a:off x="6364764" y="951589"/>
            <a:ext cx="5053094" cy="43837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8922431-F7AF-B822-6046-562224AE7F8C}"/>
              </a:ext>
            </a:extLst>
          </p:cNvPr>
          <p:cNvSpPr/>
          <p:nvPr/>
        </p:nvSpPr>
        <p:spPr bwMode="auto">
          <a:xfrm>
            <a:off x="676511" y="607667"/>
            <a:ext cx="5145486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presentation 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982FEB-26F9-FB41-F171-0808CEC3094E}"/>
              </a:ext>
            </a:extLst>
          </p:cNvPr>
          <p:cNvSpPr/>
          <p:nvPr/>
        </p:nvSpPr>
        <p:spPr bwMode="auto">
          <a:xfrm>
            <a:off x="6344442" y="599810"/>
            <a:ext cx="5073415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staging workspace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E35A62-78C7-D1B4-29EB-5407BDB8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74"/>
          <a:stretch>
            <a:fillRect/>
          </a:stretch>
        </p:blipFill>
        <p:spPr>
          <a:xfrm>
            <a:off x="747632" y="1483360"/>
            <a:ext cx="5125165" cy="302541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FFF870-63D6-8984-6176-A39125C79AB2}"/>
              </a:ext>
            </a:extLst>
          </p:cNvPr>
          <p:cNvSpPr/>
          <p:nvPr/>
        </p:nvSpPr>
        <p:spPr bwMode="auto">
          <a:xfrm>
            <a:off x="676511" y="951589"/>
            <a:ext cx="5145486" cy="3557187"/>
          </a:xfrm>
          <a:prstGeom prst="rect">
            <a:avLst/>
          </a:prstGeom>
          <a:noFill/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6658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164F52B3-3A76-0930-C427-C3E8952DF810}"/>
              </a:ext>
            </a:extLst>
          </p:cNvPr>
          <p:cNvGrpSpPr/>
          <p:nvPr/>
        </p:nvGrpSpPr>
        <p:grpSpPr>
          <a:xfrm>
            <a:off x="405816" y="578706"/>
            <a:ext cx="10252024" cy="2444545"/>
            <a:chOff x="101016" y="771746"/>
            <a:chExt cx="11847144" cy="282489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9A6CB7-1AA1-EF3C-8DBB-04F18D20A525}"/>
                </a:ext>
              </a:extLst>
            </p:cNvPr>
            <p:cNvSpPr/>
            <p:nvPr/>
          </p:nvSpPr>
          <p:spPr bwMode="auto">
            <a:xfrm>
              <a:off x="101016" y="771746"/>
              <a:ext cx="11847144" cy="28248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4318084D-0D67-9F5C-7610-34F30F7E98B9}"/>
                </a:ext>
              </a:extLst>
            </p:cNvPr>
            <p:cNvSpPr/>
            <p:nvPr/>
          </p:nvSpPr>
          <p:spPr bwMode="auto">
            <a:xfrm>
              <a:off x="3587955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41D90F-0997-31C5-CB00-C3FD03E40945}"/>
                </a:ext>
              </a:extLst>
            </p:cNvPr>
            <p:cNvGrpSpPr/>
            <p:nvPr/>
          </p:nvGrpSpPr>
          <p:grpSpPr>
            <a:xfrm>
              <a:off x="254001" y="897388"/>
              <a:ext cx="3261359" cy="2548470"/>
              <a:chOff x="254001" y="824650"/>
              <a:chExt cx="3261359" cy="254847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2026257-22E9-C796-4ADD-3D7AFC0A1916}"/>
                  </a:ext>
                </a:extLst>
              </p:cNvPr>
              <p:cNvSpPr/>
              <p:nvPr/>
            </p:nvSpPr>
            <p:spPr bwMode="auto">
              <a:xfrm>
                <a:off x="254001" y="824650"/>
                <a:ext cx="3261359" cy="254847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environment</a:t>
                </a:r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4873E3F-3C1A-6F6F-0930-3E5FCE14E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4315" y="1158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6C10B5-CF4F-86BA-B6A3-7649EA8D5D1C}"/>
                </a:ext>
              </a:extLst>
            </p:cNvPr>
            <p:cNvGrpSpPr/>
            <p:nvPr/>
          </p:nvGrpSpPr>
          <p:grpSpPr>
            <a:xfrm>
              <a:off x="4413167" y="897388"/>
              <a:ext cx="3261359" cy="2548470"/>
              <a:chOff x="4587557" y="3272650"/>
              <a:chExt cx="3261359" cy="254847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28E7C84-7117-A395-D81D-663F93D1FC7B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environment</a:t>
                </a: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A9C3CAE-3007-917A-0A44-EA52141E1B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302D7FC-C25D-BEC1-A5BC-941CF189D637}"/>
                </a:ext>
              </a:extLst>
            </p:cNvPr>
            <p:cNvGrpSpPr/>
            <p:nvPr/>
          </p:nvGrpSpPr>
          <p:grpSpPr>
            <a:xfrm>
              <a:off x="8572335" y="897388"/>
              <a:ext cx="3261359" cy="2548470"/>
              <a:chOff x="4587557" y="3272650"/>
              <a:chExt cx="3261359" cy="254847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0295818-7845-1260-6965-B370D4DAF6C1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environment</a:t>
                </a: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9DAAD2B-DF9D-F879-7A69-56460D713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05531E5D-497F-0D54-827D-5927866DCABE}"/>
                </a:ext>
              </a:extLst>
            </p:cNvPr>
            <p:cNvSpPr/>
            <p:nvPr/>
          </p:nvSpPr>
          <p:spPr bwMode="auto">
            <a:xfrm>
              <a:off x="7747121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586689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6DEB0D-84D8-05A6-1192-3AFFB02D3339}"/>
              </a:ext>
            </a:extLst>
          </p:cNvPr>
          <p:cNvSpPr/>
          <p:nvPr/>
        </p:nvSpPr>
        <p:spPr bwMode="auto">
          <a:xfrm>
            <a:off x="367171" y="590155"/>
            <a:ext cx="3695245" cy="179445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C9560D-64AC-48D2-C6DC-30DD84EF2BBC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65DDEF-7F48-5E25-1570-C0ADF6801E9E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DC9BCE-6015-0059-97C7-BE2AC020554C}"/>
              </a:ext>
            </a:extLst>
          </p:cNvPr>
          <p:cNvSpPr/>
          <p:nvPr/>
        </p:nvSpPr>
        <p:spPr bwMode="auto">
          <a:xfrm>
            <a:off x="4276523" y="590155"/>
            <a:ext cx="3695245" cy="179445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457AA95-0F2A-00F2-B7D9-C7E8D2F7407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48FFFD-FF7F-26D0-8C79-F6C1C0A30ABC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447EE76-D4D9-A92B-07E6-0F2CB4917821}"/>
              </a:ext>
            </a:extLst>
          </p:cNvPr>
          <p:cNvSpPr/>
          <p:nvPr/>
        </p:nvSpPr>
        <p:spPr bwMode="auto">
          <a:xfrm>
            <a:off x="8159952" y="590155"/>
            <a:ext cx="3695245" cy="179445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1B7C5D-8BC3-8081-5058-5C5F6C9145CE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1CEC61-EB4F-670F-65E3-CD60A6ECC845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82954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1D4C8-ECF6-3696-D807-AB8D759E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80EAB2-70B5-EB0C-9D7E-A91D0548D745}"/>
              </a:ext>
            </a:extLst>
          </p:cNvPr>
          <p:cNvSpPr/>
          <p:nvPr/>
        </p:nvSpPr>
        <p:spPr bwMode="auto">
          <a:xfrm>
            <a:off x="367171" y="590154"/>
            <a:ext cx="3695245" cy="30853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1A738F-3F2D-E1F4-FD9C-26B2A570662E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8DAA8B-164B-BD1A-3293-B632867294FE}"/>
              </a:ext>
            </a:extLst>
          </p:cNvPr>
          <p:cNvSpPr/>
          <p:nvPr/>
        </p:nvSpPr>
        <p:spPr bwMode="auto">
          <a:xfrm>
            <a:off x="581278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03B977-15B4-153C-A69C-1C21D1572155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025646-9568-6E8F-0398-1814BD048040}"/>
              </a:ext>
            </a:extLst>
          </p:cNvPr>
          <p:cNvSpPr/>
          <p:nvPr/>
        </p:nvSpPr>
        <p:spPr bwMode="auto">
          <a:xfrm>
            <a:off x="581278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E9FFB44-606B-1AA3-94F3-2AE9AEC5B350}"/>
              </a:ext>
            </a:extLst>
          </p:cNvPr>
          <p:cNvSpPr/>
          <p:nvPr/>
        </p:nvSpPr>
        <p:spPr bwMode="auto">
          <a:xfrm>
            <a:off x="4276523" y="590154"/>
            <a:ext cx="3695245" cy="3085373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AFF555F-ED12-529A-0D68-3038712CBA8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938BA9-09F2-ABE9-7B47-52D88392EB7E}"/>
              </a:ext>
            </a:extLst>
          </p:cNvPr>
          <p:cNvSpPr/>
          <p:nvPr/>
        </p:nvSpPr>
        <p:spPr bwMode="auto">
          <a:xfrm>
            <a:off x="4490630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3043F6F-6282-9B6B-8BAE-555BF5817B13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456399-447A-2544-6CF2-7587F0D8F2BA}"/>
              </a:ext>
            </a:extLst>
          </p:cNvPr>
          <p:cNvSpPr/>
          <p:nvPr/>
        </p:nvSpPr>
        <p:spPr bwMode="auto">
          <a:xfrm>
            <a:off x="4490630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9907E5-7069-E1B0-8BB2-00E9556C22D2}"/>
              </a:ext>
            </a:extLst>
          </p:cNvPr>
          <p:cNvSpPr/>
          <p:nvPr/>
        </p:nvSpPr>
        <p:spPr bwMode="auto">
          <a:xfrm>
            <a:off x="8159952" y="590154"/>
            <a:ext cx="3695245" cy="308537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B30B4A4-E3F8-5F8A-256B-83315F59A324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D9D2C2F-3136-8B83-20C3-6271122CFFEF}"/>
              </a:ext>
            </a:extLst>
          </p:cNvPr>
          <p:cNvSpPr/>
          <p:nvPr/>
        </p:nvSpPr>
        <p:spPr bwMode="auto">
          <a:xfrm>
            <a:off x="8374059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CAFE4A6-9CB4-09CD-670C-ED707824DEBC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666A40-BF4A-6054-AB85-BF14E54D406A}"/>
              </a:ext>
            </a:extLst>
          </p:cNvPr>
          <p:cNvSpPr/>
          <p:nvPr/>
        </p:nvSpPr>
        <p:spPr bwMode="auto">
          <a:xfrm>
            <a:off x="8374059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37589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B7D506D-9DB6-56C3-34A3-7025F65D4D7F}"/>
              </a:ext>
            </a:extLst>
          </p:cNvPr>
          <p:cNvSpPr/>
          <p:nvPr/>
        </p:nvSpPr>
        <p:spPr bwMode="auto">
          <a:xfrm>
            <a:off x="1908943" y="1981202"/>
            <a:ext cx="9126611" cy="25997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B41DF-AEF7-EACB-CBEF-B139B294F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723" y="2101698"/>
            <a:ext cx="2936796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504771-2B57-B0F9-4B5E-FFD242BF2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237" y="2101697"/>
            <a:ext cx="4627744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5BBD1075-1E6B-E13F-0345-41D668DC13C3}"/>
              </a:ext>
            </a:extLst>
          </p:cNvPr>
          <p:cNvSpPr/>
          <p:nvPr/>
        </p:nvSpPr>
        <p:spPr bwMode="auto">
          <a:xfrm>
            <a:off x="5015439" y="3168903"/>
            <a:ext cx="1166937" cy="475369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524661-05B7-816A-3BB6-33B3D520B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601" y="1844444"/>
            <a:ext cx="6249272" cy="330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2655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1ED9-738A-F76D-BF98-7BEC528CF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0A41C63-A5C6-6E28-4FEC-5EB3B6E00003}"/>
              </a:ext>
            </a:extLst>
          </p:cNvPr>
          <p:cNvGrpSpPr/>
          <p:nvPr/>
        </p:nvGrpSpPr>
        <p:grpSpPr>
          <a:xfrm>
            <a:off x="1053583" y="708474"/>
            <a:ext cx="4621075" cy="958961"/>
            <a:chOff x="623277" y="717438"/>
            <a:chExt cx="4621075" cy="109343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2C8C80C-E0D0-AC3F-356D-930B960C3371}"/>
                </a:ext>
              </a:extLst>
            </p:cNvPr>
            <p:cNvSpPr/>
            <p:nvPr/>
          </p:nvSpPr>
          <p:spPr bwMode="auto">
            <a:xfrm>
              <a:off x="623277" y="717438"/>
              <a:ext cx="4621075" cy="10934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D30258E5-3A32-4FF5-D958-B1A72C737122}"/>
                </a:ext>
              </a:extLst>
            </p:cNvPr>
            <p:cNvSpPr/>
            <p:nvPr/>
          </p:nvSpPr>
          <p:spPr bwMode="auto">
            <a:xfrm flipH="1">
              <a:off x="2036715" y="985060"/>
              <a:ext cx="1779105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Update from GIT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11951-AD22-E515-0FC6-479E3C892FD5}"/>
                </a:ext>
              </a:extLst>
            </p:cNvPr>
            <p:cNvSpPr/>
            <p:nvPr/>
          </p:nvSpPr>
          <p:spPr bwMode="auto">
            <a:xfrm>
              <a:off x="3874960" y="836056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01BB4FC-1366-9464-EFA7-3D6987320FBC}"/>
                </a:ext>
              </a:extLst>
            </p:cNvPr>
            <p:cNvSpPr/>
            <p:nvPr/>
          </p:nvSpPr>
          <p:spPr bwMode="auto">
            <a:xfrm>
              <a:off x="747816" y="83605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998496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3C7A9A-4B84-3DBC-AD05-0C09E44F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97" y="416434"/>
            <a:ext cx="7494267" cy="4191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366376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25E6E77-8A30-D875-931D-E71AA2B6B47B}"/>
              </a:ext>
            </a:extLst>
          </p:cNvPr>
          <p:cNvSpPr/>
          <p:nvPr/>
        </p:nvSpPr>
        <p:spPr bwMode="auto">
          <a:xfrm>
            <a:off x="903103" y="594377"/>
            <a:ext cx="7387457" cy="27584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 solution design with Medallion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3EFDA4-0605-D094-B6DF-3F85940CE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463" y="961332"/>
            <a:ext cx="3449897" cy="18165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597693-3A42-51E6-9276-B711A4536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080" y="961332"/>
            <a:ext cx="3449897" cy="2283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1643006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F29E08-9B84-CF8A-4E2D-49BE8B6BE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99" y="223556"/>
            <a:ext cx="5042712" cy="51651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5575387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CF3347-B2D3-274C-127B-32B4CC5052BE}"/>
              </a:ext>
            </a:extLst>
          </p:cNvPr>
          <p:cNvGrpSpPr/>
          <p:nvPr/>
        </p:nvGrpSpPr>
        <p:grpSpPr>
          <a:xfrm>
            <a:off x="856362" y="887768"/>
            <a:ext cx="4441780" cy="958961"/>
            <a:chOff x="1499629" y="3739975"/>
            <a:chExt cx="4170074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3245836-9D1C-9AC2-9968-EB8F1B468793}"/>
                </a:ext>
              </a:extLst>
            </p:cNvPr>
            <p:cNvSpPr/>
            <p:nvPr/>
          </p:nvSpPr>
          <p:spPr bwMode="auto">
            <a:xfrm>
              <a:off x="1499629" y="3739975"/>
              <a:ext cx="4170074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2F6D6202-FAE5-ADE6-0DA5-1224E10FC62D}"/>
                </a:ext>
              </a:extLst>
            </p:cNvPr>
            <p:cNvSpPr/>
            <p:nvPr/>
          </p:nvSpPr>
          <p:spPr bwMode="auto">
            <a:xfrm>
              <a:off x="2949384" y="4006166"/>
              <a:ext cx="1261062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931375-FE59-4EFC-6920-9D7802820302}"/>
                </a:ext>
              </a:extLst>
            </p:cNvPr>
            <p:cNvSpPr/>
            <p:nvPr/>
          </p:nvSpPr>
          <p:spPr bwMode="auto">
            <a:xfrm>
              <a:off x="4304880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05116C4-85B4-83E8-D877-38A71A8144D1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65BD47B-8F89-A94D-6193-922593C63FDA}"/>
              </a:ext>
            </a:extLst>
          </p:cNvPr>
          <p:cNvGrpSpPr/>
          <p:nvPr/>
        </p:nvGrpSpPr>
        <p:grpSpPr>
          <a:xfrm>
            <a:off x="999796" y="475392"/>
            <a:ext cx="4728651" cy="958961"/>
            <a:chOff x="1499628" y="3750283"/>
            <a:chExt cx="4439397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E70D18-A46E-3353-F81D-8B99141106FA}"/>
                </a:ext>
              </a:extLst>
            </p:cNvPr>
            <p:cNvSpPr/>
            <p:nvPr/>
          </p:nvSpPr>
          <p:spPr bwMode="auto">
            <a:xfrm>
              <a:off x="1499628" y="3750283"/>
              <a:ext cx="4439397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0431711-4E9C-54BE-8982-303C7C24A803}"/>
                </a:ext>
              </a:extLst>
            </p:cNvPr>
            <p:cNvSpPr/>
            <p:nvPr/>
          </p:nvSpPr>
          <p:spPr bwMode="auto">
            <a:xfrm>
              <a:off x="2949384" y="4006166"/>
              <a:ext cx="1603938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486A9C-506E-D23F-784F-75F2CB33B26A}"/>
                </a:ext>
              </a:extLst>
            </p:cNvPr>
            <p:cNvSpPr/>
            <p:nvPr/>
          </p:nvSpPr>
          <p:spPr bwMode="auto">
            <a:xfrm>
              <a:off x="4574203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9D1545-1B35-CDED-4887-B6796542A87B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FE26F-3C1D-8755-6A70-7311DE41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2A5646-53EF-CC91-5539-154467FA0970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C32AA54-935F-0A9A-07DC-D577321235D6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5E4E8C-2DB5-4BF9-48CF-EDFE240FAC15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8A12A-0CD5-635C-2146-70D3554B469E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CAB6515-99DD-781F-3CB0-24E9A9DE9906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B06631-2901-1BAF-6B0A-90B6646F3644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004167463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E7259A4-B068-D358-3746-E071FE213BC2}"/>
              </a:ext>
            </a:extLst>
          </p:cNvPr>
          <p:cNvGrpSpPr/>
          <p:nvPr/>
        </p:nvGrpSpPr>
        <p:grpSpPr>
          <a:xfrm>
            <a:off x="1334183" y="849630"/>
            <a:ext cx="7155393" cy="2647632"/>
            <a:chOff x="903877" y="552767"/>
            <a:chExt cx="7084299" cy="264763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68E41BF-198F-ADB2-976A-3D675BD4F4A3}"/>
                </a:ext>
              </a:extLst>
            </p:cNvPr>
            <p:cNvSpPr/>
            <p:nvPr/>
          </p:nvSpPr>
          <p:spPr bwMode="auto">
            <a:xfrm>
              <a:off x="903877" y="552767"/>
              <a:ext cx="7084299" cy="26476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F6A5552B-DB7D-6F2C-D43E-359301F3F785}"/>
                </a:ext>
              </a:extLst>
            </p:cNvPr>
            <p:cNvSpPr/>
            <p:nvPr/>
          </p:nvSpPr>
          <p:spPr bwMode="auto">
            <a:xfrm>
              <a:off x="2273039" y="783360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4A5E3C-6460-C90A-2236-7D9CC73FAC5D}"/>
                </a:ext>
              </a:extLst>
            </p:cNvPr>
            <p:cNvSpPr/>
            <p:nvPr/>
          </p:nvSpPr>
          <p:spPr bwMode="auto">
            <a:xfrm>
              <a:off x="3715678" y="668205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892E4E2-6A87-28AF-09B0-E47A47A426AB}"/>
                </a:ext>
              </a:extLst>
            </p:cNvPr>
            <p:cNvSpPr/>
            <p:nvPr/>
          </p:nvSpPr>
          <p:spPr bwMode="auto">
            <a:xfrm>
              <a:off x="1021976" y="668207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8412FFAF-0907-EB59-9520-B3B410ADD753}"/>
                </a:ext>
              </a:extLst>
            </p:cNvPr>
            <p:cNvSpPr/>
            <p:nvPr/>
          </p:nvSpPr>
          <p:spPr bwMode="auto">
            <a:xfrm>
              <a:off x="4957268" y="776070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64DB877-9ECF-4540-F069-230B4F3C13EE}"/>
                </a:ext>
              </a:extLst>
            </p:cNvPr>
            <p:cNvSpPr/>
            <p:nvPr/>
          </p:nvSpPr>
          <p:spPr bwMode="auto">
            <a:xfrm>
              <a:off x="6375842" y="668206"/>
              <a:ext cx="1469571" cy="240789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8" name="Arrow: Right 27">
              <a:extLst>
                <a:ext uri="{FF2B5EF4-FFF2-40B4-BE49-F238E27FC236}">
                  <a16:creationId xmlns:a16="http://schemas.microsoft.com/office/drawing/2014/main" id="{F5F65CC7-3AD5-CA86-92AD-825F78A88999}"/>
                </a:ext>
              </a:extLst>
            </p:cNvPr>
            <p:cNvSpPr/>
            <p:nvPr/>
          </p:nvSpPr>
          <p:spPr bwMode="auto">
            <a:xfrm>
              <a:off x="2273039" y="1551298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5AD9694-A812-8979-B114-9E3D37CB0181}"/>
                </a:ext>
              </a:extLst>
            </p:cNvPr>
            <p:cNvSpPr/>
            <p:nvPr/>
          </p:nvSpPr>
          <p:spPr bwMode="auto">
            <a:xfrm>
              <a:off x="3715678" y="1436143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1247A8C-069D-08DF-EC00-41649767EC9E}"/>
                </a:ext>
              </a:extLst>
            </p:cNvPr>
            <p:cNvSpPr/>
            <p:nvPr/>
          </p:nvSpPr>
          <p:spPr bwMode="auto">
            <a:xfrm>
              <a:off x="1021976" y="1436145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22F39B9-C40C-E76D-415D-39D24E90A9E0}"/>
                </a:ext>
              </a:extLst>
            </p:cNvPr>
            <p:cNvSpPr/>
            <p:nvPr/>
          </p:nvSpPr>
          <p:spPr bwMode="auto">
            <a:xfrm>
              <a:off x="4957268" y="1544008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8A8F427D-3877-42E6-742A-869B26BE2F75}"/>
                </a:ext>
              </a:extLst>
            </p:cNvPr>
            <p:cNvSpPr/>
            <p:nvPr/>
          </p:nvSpPr>
          <p:spPr bwMode="auto">
            <a:xfrm>
              <a:off x="2280160" y="2528897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0D25400-356C-46A4-1D4F-4513F75F1EE2}"/>
                </a:ext>
              </a:extLst>
            </p:cNvPr>
            <p:cNvSpPr/>
            <p:nvPr/>
          </p:nvSpPr>
          <p:spPr bwMode="auto">
            <a:xfrm>
              <a:off x="3722798" y="2413742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576AF5B-A037-0D34-D663-86CB7CEC6EC6}"/>
                </a:ext>
              </a:extLst>
            </p:cNvPr>
            <p:cNvSpPr/>
            <p:nvPr/>
          </p:nvSpPr>
          <p:spPr bwMode="auto">
            <a:xfrm>
              <a:off x="1029097" y="2413744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72D15B01-0B49-6915-16AD-CD44E7EB2277}"/>
                </a:ext>
              </a:extLst>
            </p:cNvPr>
            <p:cNvSpPr/>
            <p:nvPr/>
          </p:nvSpPr>
          <p:spPr bwMode="auto">
            <a:xfrm>
              <a:off x="4964388" y="2521607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41C3F50-C173-3212-672F-BA222726A61D}"/>
                </a:ext>
              </a:extLst>
            </p:cNvPr>
            <p:cNvCxnSpPr>
              <a:cxnSpLocks/>
            </p:cNvCxnSpPr>
            <p:nvPr/>
          </p:nvCxnSpPr>
          <p:spPr>
            <a:xfrm>
              <a:off x="1047027" y="2268071"/>
              <a:ext cx="5253470" cy="0"/>
            </a:xfrm>
            <a:prstGeom prst="line">
              <a:avLst/>
            </a:prstGeom>
            <a:ln w="19050">
              <a:solidFill>
                <a:schemeClr val="tx1">
                  <a:lumMod val="60000"/>
                  <a:lumOff val="40000"/>
                </a:schemeClr>
              </a:solidFill>
              <a:prstDash val="sysDot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8B2D02-66AE-8312-7C68-D65660629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311" y="579525"/>
            <a:ext cx="4514843" cy="3562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FDF045-68AB-BA8E-F987-F193D151E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443" y="434547"/>
            <a:ext cx="6001588" cy="6125430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87376809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708E7-1FEB-5605-CF24-303D2CEC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47DC44-79C7-AC2D-0257-5C3BD3FE0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059" y="890850"/>
            <a:ext cx="3370982" cy="1472504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E5FE1C-9106-3B81-48EF-11D49C3DF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13" y="568962"/>
            <a:ext cx="6154009" cy="4515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6519074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521B9-C16B-B9BE-5A0C-D0AC83891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848" y="917069"/>
            <a:ext cx="6830378" cy="552527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912125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C8E1B4-C7B8-A398-459C-A9F370763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7" y="474937"/>
            <a:ext cx="10087722" cy="30223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977415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14CF55B-591F-4B32-5B45-1B29CB05DC53}"/>
              </a:ext>
            </a:extLst>
          </p:cNvPr>
          <p:cNvSpPr/>
          <p:nvPr/>
        </p:nvSpPr>
        <p:spPr bwMode="auto">
          <a:xfrm>
            <a:off x="677510" y="550498"/>
            <a:ext cx="4626011" cy="134643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Origin GIT Repository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54CF6B9-0E9E-93DF-3DBB-61BB316D9362}"/>
              </a:ext>
            </a:extLst>
          </p:cNvPr>
          <p:cNvSpPr/>
          <p:nvPr/>
        </p:nvSpPr>
        <p:spPr bwMode="auto">
          <a:xfrm>
            <a:off x="2289717" y="1049787"/>
            <a:ext cx="1333597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A41240-D213-31BE-3A93-5186ECD59978}"/>
              </a:ext>
            </a:extLst>
          </p:cNvPr>
          <p:cNvSpPr/>
          <p:nvPr/>
        </p:nvSpPr>
        <p:spPr bwMode="auto">
          <a:xfrm>
            <a:off x="3664803" y="908085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E79E635-7EBE-B9EF-995C-9CBF71DD6135}"/>
              </a:ext>
            </a:extLst>
          </p:cNvPr>
          <p:cNvSpPr/>
          <p:nvPr/>
        </p:nvSpPr>
        <p:spPr bwMode="auto">
          <a:xfrm>
            <a:off x="821972" y="908085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23CD043-D506-C06A-B93C-B79743955F11}"/>
              </a:ext>
            </a:extLst>
          </p:cNvPr>
          <p:cNvSpPr/>
          <p:nvPr/>
        </p:nvSpPr>
        <p:spPr bwMode="auto">
          <a:xfrm>
            <a:off x="5958790" y="559469"/>
            <a:ext cx="1910650" cy="13374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Developer Desktop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5F21A5-F489-8DA7-A7F2-676CD577BDE7}"/>
              </a:ext>
            </a:extLst>
          </p:cNvPr>
          <p:cNvSpPr/>
          <p:nvPr/>
        </p:nvSpPr>
        <p:spPr bwMode="auto">
          <a:xfrm>
            <a:off x="6144511" y="908085"/>
            <a:ext cx="153920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local folder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7A72491-5C5D-3BFC-A0DB-DBCF46F408AA}"/>
              </a:ext>
            </a:extLst>
          </p:cNvPr>
          <p:cNvSpPr/>
          <p:nvPr/>
        </p:nvSpPr>
        <p:spPr bwMode="auto">
          <a:xfrm>
            <a:off x="5058981" y="1049787"/>
            <a:ext cx="1055519" cy="528569"/>
          </a:xfrm>
          <a:prstGeom prst="rightArrow">
            <a:avLst>
              <a:gd name="adj1" fmla="val 62678"/>
              <a:gd name="adj2" fmla="val 8477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 clone</a:t>
            </a:r>
          </a:p>
        </p:txBody>
      </p:sp>
    </p:spTree>
    <p:extLst>
      <p:ext uri="{BB962C8B-B14F-4D97-AF65-F5344CB8AC3E}">
        <p14:creationId xmlns:p14="http://schemas.microsoft.com/office/powerpoint/2010/main" val="1994004386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DCD52-31B4-45D0-4B06-B9B798D2F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428" y="749171"/>
            <a:ext cx="8285456" cy="36756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145568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A692F3-9237-C816-EF2C-13DB22F93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969" y="1877786"/>
            <a:ext cx="7430537" cy="323895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22530604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8EE0DD-6BEF-60D1-033B-0CAA79276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09" y="576552"/>
            <a:ext cx="10445915" cy="44650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70307502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2B0D7-6B2B-3D91-15C2-2F2CA0233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C759EC-748C-0775-9B20-AA55B6E97D1A}"/>
              </a:ext>
            </a:extLst>
          </p:cNvPr>
          <p:cNvSpPr/>
          <p:nvPr/>
        </p:nvSpPr>
        <p:spPr bwMode="auto">
          <a:xfrm>
            <a:off x="5352771" y="1572566"/>
            <a:ext cx="4626011" cy="27908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6984137-3989-C886-F21D-37A1CE7EFF52}"/>
              </a:ext>
            </a:extLst>
          </p:cNvPr>
          <p:cNvSpPr/>
          <p:nvPr/>
        </p:nvSpPr>
        <p:spPr bwMode="auto">
          <a:xfrm>
            <a:off x="7026641" y="3506949"/>
            <a:ext cx="1333597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8C15469-30C5-F319-8071-8664B5CE9C36}"/>
              </a:ext>
            </a:extLst>
          </p:cNvPr>
          <p:cNvSpPr/>
          <p:nvPr/>
        </p:nvSpPr>
        <p:spPr bwMode="auto">
          <a:xfrm>
            <a:off x="5643388" y="3365247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8EB768-85D8-606C-9C27-F3B806E71864}"/>
              </a:ext>
            </a:extLst>
          </p:cNvPr>
          <p:cNvSpPr/>
          <p:nvPr/>
        </p:nvSpPr>
        <p:spPr bwMode="auto">
          <a:xfrm>
            <a:off x="8399900" y="3365247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4A40C4-1ABF-C2BD-6EE7-6BEFB22906D1}"/>
              </a:ext>
            </a:extLst>
          </p:cNvPr>
          <p:cNvSpPr/>
          <p:nvPr/>
        </p:nvSpPr>
        <p:spPr bwMode="auto">
          <a:xfrm>
            <a:off x="2967318" y="1572566"/>
            <a:ext cx="1936384" cy="27908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8900FD-DF50-B3FA-4949-E6993959488F}"/>
              </a:ext>
            </a:extLst>
          </p:cNvPr>
          <p:cNvSpPr/>
          <p:nvPr/>
        </p:nvSpPr>
        <p:spPr bwMode="auto">
          <a:xfrm>
            <a:off x="3254931" y="3365247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local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files</a:t>
            </a:r>
            <a:endParaRPr lang="en-US" sz="12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2D23ED-F9AB-DCA5-0706-D01A6F4EEEBE}"/>
              </a:ext>
            </a:extLst>
          </p:cNvPr>
          <p:cNvSpPr/>
          <p:nvPr/>
        </p:nvSpPr>
        <p:spPr bwMode="auto">
          <a:xfrm>
            <a:off x="5643388" y="1731489"/>
            <a:ext cx="1343228" cy="8992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042076D6-F66D-78AA-CB7B-2CD5A1B53038}"/>
              </a:ext>
            </a:extLst>
          </p:cNvPr>
          <p:cNvSpPr/>
          <p:nvPr/>
        </p:nvSpPr>
        <p:spPr bwMode="auto">
          <a:xfrm>
            <a:off x="5946268" y="2683230"/>
            <a:ext cx="737468" cy="643605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773F35-DAAB-8846-8876-8FEA34091E33}"/>
              </a:ext>
            </a:extLst>
          </p:cNvPr>
          <p:cNvGrpSpPr/>
          <p:nvPr/>
        </p:nvGrpSpPr>
        <p:grpSpPr>
          <a:xfrm>
            <a:off x="3257699" y="1727405"/>
            <a:ext cx="1337692" cy="908691"/>
            <a:chOff x="6687092" y="5040219"/>
            <a:chExt cx="1337692" cy="90869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AA05B39-D3C1-00CC-79FA-EAC29B81B4F0}"/>
                </a:ext>
              </a:extLst>
            </p:cNvPr>
            <p:cNvSpPr/>
            <p:nvPr/>
          </p:nvSpPr>
          <p:spPr bwMode="auto">
            <a:xfrm>
              <a:off x="6687092" y="5040219"/>
              <a:ext cx="1337692" cy="9086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Visual Studio Code</a:t>
              </a:r>
            </a:p>
          </p:txBody>
        </p:sp>
        <p:pic>
          <p:nvPicPr>
            <p:cNvPr id="9" name="Picture 8" descr="VS Code icon">
              <a:extLst>
                <a:ext uri="{FF2B5EF4-FFF2-40B4-BE49-F238E27FC236}">
                  <a16:creationId xmlns:a16="http://schemas.microsoft.com/office/drawing/2014/main" id="{678C5DCF-84C4-88AF-1382-8C06BD11D6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80499" y="5323487"/>
              <a:ext cx="512753" cy="512753"/>
            </a:xfrm>
            <a:prstGeom prst="rect">
              <a:avLst/>
            </a:prstGeom>
          </p:spPr>
        </p:pic>
      </p:grpSp>
      <p:sp>
        <p:nvSpPr>
          <p:cNvPr id="12" name="Arrow: Down 11">
            <a:extLst>
              <a:ext uri="{FF2B5EF4-FFF2-40B4-BE49-F238E27FC236}">
                <a16:creationId xmlns:a16="http://schemas.microsoft.com/office/drawing/2014/main" id="{B6A92A04-E48D-0625-4131-FCA165DAE481}"/>
              </a:ext>
            </a:extLst>
          </p:cNvPr>
          <p:cNvSpPr/>
          <p:nvPr/>
        </p:nvSpPr>
        <p:spPr bwMode="auto">
          <a:xfrm>
            <a:off x="3534629" y="2630758"/>
            <a:ext cx="783832" cy="696077"/>
          </a:xfrm>
          <a:prstGeom prst="downArrow">
            <a:avLst>
              <a:gd name="adj1" fmla="val 7691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manual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edits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ED4DCD6-55BF-FF87-578D-E4683FA248F5}"/>
              </a:ext>
            </a:extLst>
          </p:cNvPr>
          <p:cNvSpPr/>
          <p:nvPr/>
        </p:nvSpPr>
        <p:spPr bwMode="auto">
          <a:xfrm>
            <a:off x="4630805" y="3506949"/>
            <a:ext cx="988503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 push</a:t>
            </a:r>
          </a:p>
        </p:txBody>
      </p:sp>
    </p:spTree>
    <p:extLst>
      <p:ext uri="{BB962C8B-B14F-4D97-AF65-F5344CB8AC3E}">
        <p14:creationId xmlns:p14="http://schemas.microsoft.com/office/powerpoint/2010/main" val="33181892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E360A7-87C0-15D3-E013-E3AA91BE20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3"/>
          <a:stretch>
            <a:fillRect/>
          </a:stretch>
        </p:blipFill>
        <p:spPr>
          <a:xfrm>
            <a:off x="1206110" y="649801"/>
            <a:ext cx="8759614" cy="37750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949754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Lakehouse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00842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897076" y="1078434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26066" y="1355423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5423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58642" y="135353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794995" y="1355423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BFF103F-7CAD-3170-F550-79B97989D138}"/>
              </a:ext>
            </a:extLst>
          </p:cNvPr>
          <p:cNvGrpSpPr/>
          <p:nvPr/>
        </p:nvGrpSpPr>
        <p:grpSpPr>
          <a:xfrm>
            <a:off x="1029424" y="1355423"/>
            <a:ext cx="657835" cy="654509"/>
            <a:chOff x="4850599" y="1353539"/>
            <a:chExt cx="657835" cy="65450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C54E8B4-09E1-FD08-8D18-7B240CA91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8026" t="13870" r="5038" b="6019"/>
            <a:stretch>
              <a:fillRect/>
            </a:stretch>
          </p:blipFill>
          <p:spPr>
            <a:xfrm>
              <a:off x="4959479" y="1414647"/>
              <a:ext cx="440073" cy="4322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823282D-B074-5213-F6AE-13DB249FC0E3}"/>
                </a:ext>
              </a:extLst>
            </p:cNvPr>
            <p:cNvSpPr/>
            <p:nvPr/>
          </p:nvSpPr>
          <p:spPr bwMode="auto">
            <a:xfrm>
              <a:off x="4850599" y="1353539"/>
              <a:ext cx="657835" cy="654509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EBB6EF5B-557D-2023-6AFD-A7517A01D008}"/>
              </a:ext>
            </a:extLst>
          </p:cNvPr>
          <p:cNvGrpSpPr/>
          <p:nvPr/>
        </p:nvGrpSpPr>
        <p:grpSpPr>
          <a:xfrm>
            <a:off x="1579297" y="1222316"/>
            <a:ext cx="3270369" cy="1673284"/>
            <a:chOff x="5389353" y="1249679"/>
            <a:chExt cx="3541287" cy="1811899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263C11A-349E-3159-0EAF-BAC4C7F2AB5E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11899"/>
              <a:chOff x="1446963" y="783951"/>
              <a:chExt cx="6390751" cy="4419287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18EFFD3-0105-CD44-3BFC-DBAD5B2BE883}"/>
                  </a:ext>
                </a:extLst>
              </p:cNvPr>
              <p:cNvSpPr/>
              <p:nvPr/>
            </p:nvSpPr>
            <p:spPr bwMode="auto">
              <a:xfrm>
                <a:off x="1446963" y="1389338"/>
                <a:ext cx="6390751" cy="3813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2DB75A4-117A-8569-07E4-4CABADC47C6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5484916-AB11-A0CF-0D32-1BA8A4BB7062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BBA2384-5AA3-FF13-5403-2A35A19C5EE1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42CD4664-AD15-BB35-3A51-47ECB05534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428D6BC-66CA-B6AA-A305-FE155CCB6535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6CC0942-F384-6F7F-ED18-A99FEA2BB1CC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7EFB90B0-298D-9AA1-C6A3-5BB865DAD5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1D6437-8264-CF08-9EA9-66F6F45B129F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BCAAE14-88A5-AC0E-CF9C-72159B5945F0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F1191FD2-1170-96A6-0404-65F3778C16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7440647-B516-5D06-442D-19EE48DA5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0998B59D-E08F-AEB7-DD24-44E554B5C2C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9692384E-EF39-11C9-6F46-38956643C77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353D5-5C12-14FE-B8A3-6C352D2D4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C7265C4-A393-AC64-248D-530579392925}"/>
              </a:ext>
            </a:extLst>
          </p:cNvPr>
          <p:cNvSpPr/>
          <p:nvPr/>
        </p:nvSpPr>
        <p:spPr bwMode="auto">
          <a:xfrm>
            <a:off x="1477105" y="1139469"/>
            <a:ext cx="8388256" cy="3595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9DFC15D-DD84-AA39-1541-C86EE81E6A0D}"/>
              </a:ext>
            </a:extLst>
          </p:cNvPr>
          <p:cNvGrpSpPr/>
          <p:nvPr/>
        </p:nvGrpSpPr>
        <p:grpSpPr>
          <a:xfrm>
            <a:off x="1579297" y="1222316"/>
            <a:ext cx="3270369" cy="1717041"/>
            <a:chOff x="5389353" y="1249679"/>
            <a:chExt cx="3541287" cy="185928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648B16-92A4-55E7-3DF4-74EC061FE821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C56671C-D348-3C5A-F2A7-BFED0CB752C3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0F62A0F-E48E-D378-5B17-7ACCAF9726E7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D21CC34-61C1-65FF-94F1-B21E2AE347DC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42D62E-2EEF-D359-3A83-7B2DA6BE127B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9CF8D613-0309-62A2-6CB6-568F06D69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9F7793B-0533-C118-1B8A-B9925A64DE1F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723F3AB-581D-6EBC-1839-C8994A366312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02FAC87A-EED8-EC73-A8BA-A102E9B36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08ECD60-DDC4-B35C-778D-06249727E26A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F8866A-A66C-D109-0B86-82235D0B10E2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9288A15A-01E7-9998-6865-E963F32510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0CA7CBB-2BF2-1751-22A4-FE78B1095B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B0F31AC5-44E3-0268-D4B8-5886DCE864E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05F7BE83-0574-8160-416F-557F04B5D0D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2F5F337D-84F1-52E6-8126-8589642CD780}"/>
              </a:ext>
            </a:extLst>
          </p:cNvPr>
          <p:cNvSpPr/>
          <p:nvPr/>
        </p:nvSpPr>
        <p:spPr bwMode="auto">
          <a:xfrm>
            <a:off x="4909891" y="4044510"/>
            <a:ext cx="1419789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A31C714-C7FB-104F-467A-4BE889219470}"/>
              </a:ext>
            </a:extLst>
          </p:cNvPr>
          <p:cNvSpPr/>
          <p:nvPr/>
        </p:nvSpPr>
        <p:spPr bwMode="auto">
          <a:xfrm>
            <a:off x="6402479" y="3958510"/>
            <a:ext cx="3270368" cy="6209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AB6541-F5E9-F7EC-5ED7-E3527D386D67}"/>
              </a:ext>
            </a:extLst>
          </p:cNvPr>
          <p:cNvSpPr/>
          <p:nvPr/>
        </p:nvSpPr>
        <p:spPr bwMode="auto">
          <a:xfrm>
            <a:off x="1591871" y="3995203"/>
            <a:ext cx="3245220" cy="6271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3C3AC7E7-8BE1-D972-3F3C-426DFF4C7D35}"/>
              </a:ext>
            </a:extLst>
          </p:cNvPr>
          <p:cNvSpPr/>
          <p:nvPr/>
        </p:nvSpPr>
        <p:spPr bwMode="auto">
          <a:xfrm>
            <a:off x="2742080" y="3000317"/>
            <a:ext cx="944802" cy="981637"/>
          </a:xfrm>
          <a:prstGeom prst="downArrow">
            <a:avLst>
              <a:gd name="adj1" fmla="val 76301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to GIT</a:t>
            </a:r>
          </a:p>
        </p:txBody>
      </p:sp>
      <p:sp>
        <p:nvSpPr>
          <p:cNvPr id="52" name="Arrow: Up 51">
            <a:extLst>
              <a:ext uri="{FF2B5EF4-FFF2-40B4-BE49-F238E27FC236}">
                <a16:creationId xmlns:a16="http://schemas.microsoft.com/office/drawing/2014/main" id="{5D6130B0-6534-7284-E60B-04C691FDDFA5}"/>
              </a:ext>
            </a:extLst>
          </p:cNvPr>
          <p:cNvSpPr/>
          <p:nvPr/>
        </p:nvSpPr>
        <p:spPr bwMode="auto">
          <a:xfrm>
            <a:off x="7565262" y="3013526"/>
            <a:ext cx="944802" cy="907467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641573-75F2-AFD8-6A0B-DEC1D93BDA16}"/>
              </a:ext>
            </a:extLst>
          </p:cNvPr>
          <p:cNvGrpSpPr/>
          <p:nvPr/>
        </p:nvGrpSpPr>
        <p:grpSpPr>
          <a:xfrm>
            <a:off x="6402479" y="1222316"/>
            <a:ext cx="3270369" cy="1717041"/>
            <a:chOff x="5389353" y="1249679"/>
            <a:chExt cx="3541287" cy="1859281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382BEFB-EE9B-3C13-21DA-9FCD9741B3A2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974B960-492C-525C-2C81-2E327397EE3B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65A705E-EB28-1645-4E12-74E1720149D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feature workspace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4F78261-8382-BE0E-CCC7-33F0BA2A0FA8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9F4E9F2-5E64-6EEF-5748-E16E739EBFE4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66" name="Picture 65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3B419FD0-A031-354B-2D41-5E1651287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AB9E97C-7CB4-3C7B-408F-1A7CF48C5AF8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41BBF4E-4E87-1E60-F032-B7A4760A6720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4" name="Picture 63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ACA3F6B5-3D92-0742-0A26-95102791D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531CF1C-C1B7-BB96-74B0-0CA2AED81BEB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048A1A3-8ED5-0CE6-7C8C-97BC38A60A7B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2" name="Picture 61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47A59C54-0AC7-FE29-86BA-9E336AA29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78700E0-2A33-E040-6B97-4A206BCDA5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: Curved 58">
              <a:extLst>
                <a:ext uri="{FF2B5EF4-FFF2-40B4-BE49-F238E27FC236}">
                  <a16:creationId xmlns:a16="http://schemas.microsoft.com/office/drawing/2014/main" id="{84BC8937-43C4-2D2D-634A-6E9CAAE2CBF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88BABD8D-2E56-359C-1472-19BD09F1015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91348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F13B54-D851-4DF9-3613-F3BAB9E4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733" y="1258575"/>
            <a:ext cx="2962688" cy="22386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1795737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85509-5D2A-57FF-03A8-D7A1110E2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28" y="775237"/>
            <a:ext cx="4001058" cy="14003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46D4D5-8583-3C79-9A65-1E953C744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117" y="3273900"/>
            <a:ext cx="8068801" cy="22958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6397614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8E32F5-E4B4-872A-0ED2-BD860DACA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9088"/>
          <a:stretch>
            <a:fillRect/>
          </a:stretch>
        </p:blipFill>
        <p:spPr>
          <a:xfrm>
            <a:off x="2094204" y="1633683"/>
            <a:ext cx="4915586" cy="17495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6498256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080BB8-3CFB-B1DB-E05C-BA0F1078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62" y="403412"/>
            <a:ext cx="3897583" cy="592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DB6E530-A653-DBDB-F8B4-EC82B21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284" y="877528"/>
            <a:ext cx="9421906" cy="52394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601545A-8B50-58D1-F0DD-563AAD8D9854}"/>
              </a:ext>
            </a:extLst>
          </p:cNvPr>
          <p:cNvGrpSpPr/>
          <p:nvPr/>
        </p:nvGrpSpPr>
        <p:grpSpPr>
          <a:xfrm>
            <a:off x="251013" y="421343"/>
            <a:ext cx="10883152" cy="1882586"/>
            <a:chOff x="251012" y="421342"/>
            <a:chExt cx="11806697" cy="1873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3E1A49-4F88-73FD-E183-80FA8F345C86}"/>
                </a:ext>
              </a:extLst>
            </p:cNvPr>
            <p:cNvSpPr/>
            <p:nvPr/>
          </p:nvSpPr>
          <p:spPr bwMode="auto">
            <a:xfrm>
              <a:off x="251012" y="421342"/>
              <a:ext cx="11806697" cy="18736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4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67B11CD-8461-F939-3EA7-1F96F8460DB3}"/>
                </a:ext>
              </a:extLst>
            </p:cNvPr>
            <p:cNvSpPr/>
            <p:nvPr/>
          </p:nvSpPr>
          <p:spPr bwMode="auto">
            <a:xfrm>
              <a:off x="439449" y="1439766"/>
              <a:ext cx="11492753" cy="699247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2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Fabric REST APIs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EE0CB5-88C2-12A6-9319-BA18F4BC73E5}"/>
                </a:ext>
              </a:extLst>
            </p:cNvPr>
            <p:cNvSpPr/>
            <p:nvPr/>
          </p:nvSpPr>
          <p:spPr bwMode="auto">
            <a:xfrm>
              <a:off x="439449" y="631875"/>
              <a:ext cx="1810871" cy="699247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Terraform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3E50489-39F1-BB99-A6C2-5ECBEB640F59}"/>
                </a:ext>
              </a:extLst>
            </p:cNvPr>
            <p:cNvSpPr/>
            <p:nvPr/>
          </p:nvSpPr>
          <p:spPr bwMode="auto">
            <a:xfrm>
              <a:off x="2375825" y="631875"/>
              <a:ext cx="1810871" cy="699247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Fabric CLI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E7316A7-FC76-37FA-C31F-B2D5D2A41FA5}"/>
                </a:ext>
              </a:extLst>
            </p:cNvPr>
            <p:cNvSpPr/>
            <p:nvPr/>
          </p:nvSpPr>
          <p:spPr bwMode="auto">
            <a:xfrm>
              <a:off x="6248577" y="631875"/>
              <a:ext cx="1810871" cy="699247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fabric-cicd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707ABE-3FD8-72DE-FF76-950B1020B531}"/>
                </a:ext>
              </a:extLst>
            </p:cNvPr>
            <p:cNvSpPr/>
            <p:nvPr/>
          </p:nvSpPr>
          <p:spPr bwMode="auto">
            <a:xfrm>
              <a:off x="10121331" y="631875"/>
              <a:ext cx="1810871" cy="699247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Python SDK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B5EFF7-8952-8BC7-6830-DD035DB6E45B}"/>
                </a:ext>
              </a:extLst>
            </p:cNvPr>
            <p:cNvSpPr/>
            <p:nvPr/>
          </p:nvSpPr>
          <p:spPr bwMode="auto">
            <a:xfrm>
              <a:off x="8184953" y="631875"/>
              <a:ext cx="1810871" cy="699247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.NET SDK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62BC465-3046-1B1C-43F1-316AD1B8E419}"/>
                </a:ext>
              </a:extLst>
            </p:cNvPr>
            <p:cNvSpPr/>
            <p:nvPr/>
          </p:nvSpPr>
          <p:spPr bwMode="auto">
            <a:xfrm>
              <a:off x="4312201" y="631875"/>
              <a:ext cx="1810871" cy="699247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Semantic Link Labs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3850847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7BDA-A624-B94F-35AA-CE3914C95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BC394F-0FAB-8798-DA4A-7B4E007AED18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2DB102E-C946-A642-1F02-3AE48A1E1859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371ADE-41C4-E256-0553-2570DC8B185C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5F946-3F1D-701C-1439-0C6CCBEEA15F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13FDD-73A1-0061-1F3E-ED687457327E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9048771-B599-5D89-4D88-244DAD5F93FD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</p:spTree>
    <p:extLst>
      <p:ext uri="{BB962C8B-B14F-4D97-AF65-F5344CB8AC3E}">
        <p14:creationId xmlns:p14="http://schemas.microsoft.com/office/powerpoint/2010/main" val="764490707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811C-600E-7031-53D5-8A025AE9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415775C-62FF-6AE6-4234-819090D7AAE9}"/>
              </a:ext>
            </a:extLst>
          </p:cNvPr>
          <p:cNvSpPr/>
          <p:nvPr/>
        </p:nvSpPr>
        <p:spPr bwMode="auto">
          <a:xfrm>
            <a:off x="825351" y="2571973"/>
            <a:ext cx="5636410" cy="146154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z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637F13-E84B-43AD-DCDD-BBE15BBC2A43}"/>
              </a:ext>
            </a:extLst>
          </p:cNvPr>
          <p:cNvSpPr/>
          <p:nvPr/>
        </p:nvSpPr>
        <p:spPr bwMode="auto">
          <a:xfrm>
            <a:off x="936571" y="2686267"/>
            <a:ext cx="1694222" cy="117453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1E4A48-4AFE-14C4-C949-99E29A33E27D}"/>
              </a:ext>
            </a:extLst>
          </p:cNvPr>
          <p:cNvSpPr/>
          <p:nvPr/>
        </p:nvSpPr>
        <p:spPr bwMode="auto">
          <a:xfrm>
            <a:off x="4607712" y="2709961"/>
            <a:ext cx="1694222" cy="11508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EAB5EFC-17E8-D886-F4C2-57F69C90FCDC}"/>
              </a:ext>
            </a:extLst>
          </p:cNvPr>
          <p:cNvGrpSpPr/>
          <p:nvPr/>
        </p:nvGrpSpPr>
        <p:grpSpPr>
          <a:xfrm>
            <a:off x="2772141" y="2709960"/>
            <a:ext cx="1694222" cy="1150839"/>
            <a:chOff x="2867466" y="2709960"/>
            <a:chExt cx="1694222" cy="115083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BEC9B5-18D6-D082-5303-C6310F1CA8FE}"/>
                </a:ext>
              </a:extLst>
            </p:cNvPr>
            <p:cNvSpPr/>
            <p:nvPr/>
          </p:nvSpPr>
          <p:spPr bwMode="auto">
            <a:xfrm>
              <a:off x="2867466" y="2709960"/>
              <a:ext cx="1694222" cy="1150839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j-lt"/>
                  <a:ea typeface="Segoe UI" pitchFamily="34" charset="0"/>
                  <a:cs typeface="Segoe UI" pitchFamily="34" charset="0"/>
                </a:rPr>
                <a:t>custom workflow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AE9A8D8-7AA4-1CE3-FF19-566B361BC02B}"/>
                </a:ext>
              </a:extLst>
            </p:cNvPr>
            <p:cNvGrpSpPr/>
            <p:nvPr/>
          </p:nvGrpSpPr>
          <p:grpSpPr>
            <a:xfrm>
              <a:off x="3011977" y="2993373"/>
              <a:ext cx="1393609" cy="736239"/>
              <a:chOff x="7990583" y="1076799"/>
              <a:chExt cx="1393609" cy="736239"/>
            </a:xfrm>
          </p:grpSpPr>
          <p:sp>
            <p:nvSpPr>
              <p:cNvPr id="3" name="Arrow: Right 2">
                <a:extLst>
                  <a:ext uri="{FF2B5EF4-FFF2-40B4-BE49-F238E27FC236}">
                    <a16:creationId xmlns:a16="http://schemas.microsoft.com/office/drawing/2014/main" id="{F8DD27C2-B90A-BD11-0E57-7542BD7968E5}"/>
                  </a:ext>
                </a:extLst>
              </p:cNvPr>
              <p:cNvSpPr/>
              <p:nvPr/>
            </p:nvSpPr>
            <p:spPr bwMode="auto">
              <a:xfrm>
                <a:off x="7990583" y="1076799"/>
                <a:ext cx="1393609" cy="343030"/>
              </a:xfrm>
              <a:prstGeom prst="rightArrow">
                <a:avLst>
                  <a:gd name="adj1" fmla="val 68047"/>
                  <a:gd name="adj2" fmla="val 58330"/>
                </a:avLst>
              </a:prstGeom>
              <a:solidFill>
                <a:srgbClr val="8A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+mj-lt"/>
                    <a:ea typeface="Segoe UI" pitchFamily="34" charset="0"/>
                    <a:cs typeface="Segoe UI" pitchFamily="34" charset="0"/>
                  </a:rPr>
                  <a:t>Update from GIT</a:t>
                </a:r>
              </a:p>
            </p:txBody>
          </p:sp>
          <p:sp>
            <p:nvSpPr>
              <p:cNvPr id="16" name="Arrow: Right 15">
                <a:extLst>
                  <a:ext uri="{FF2B5EF4-FFF2-40B4-BE49-F238E27FC236}">
                    <a16:creationId xmlns:a16="http://schemas.microsoft.com/office/drawing/2014/main" id="{14FDCF3A-3080-4367-9AA1-6A83089B55B6}"/>
                  </a:ext>
                </a:extLst>
              </p:cNvPr>
              <p:cNvSpPr/>
              <p:nvPr/>
            </p:nvSpPr>
            <p:spPr bwMode="auto">
              <a:xfrm>
                <a:off x="7990583" y="1470008"/>
                <a:ext cx="1393609" cy="343030"/>
              </a:xfrm>
              <a:prstGeom prst="rightArrow">
                <a:avLst>
                  <a:gd name="adj1" fmla="val 68047"/>
                  <a:gd name="adj2" fmla="val 58330"/>
                </a:avLst>
              </a:prstGeom>
              <a:solidFill>
                <a:srgbClr val="8A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+mj-lt"/>
                    <a:ea typeface="Segoe UI" pitchFamily="34" charset="0"/>
                    <a:cs typeface="Segoe UI" pitchFamily="34" charset="0"/>
                  </a:rPr>
                  <a:t>Run post-sync job</a:t>
                </a:r>
              </a:p>
            </p:txBody>
          </p:sp>
        </p:grp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05F1C993-15CC-BEC0-D006-7CADAA7FBCA7}"/>
              </a:ext>
            </a:extLst>
          </p:cNvPr>
          <p:cNvSpPr/>
          <p:nvPr/>
        </p:nvSpPr>
        <p:spPr bwMode="auto">
          <a:xfrm>
            <a:off x="1185450" y="748824"/>
            <a:ext cx="6712456" cy="94550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z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151A3747-41CD-A708-5900-F14E87117D3C}"/>
              </a:ext>
            </a:extLst>
          </p:cNvPr>
          <p:cNvSpPr/>
          <p:nvPr/>
        </p:nvSpPr>
        <p:spPr bwMode="auto">
          <a:xfrm>
            <a:off x="2530542" y="100598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F6A0244-19DE-1D17-C79F-33D4527ED812}"/>
              </a:ext>
            </a:extLst>
          </p:cNvPr>
          <p:cNvSpPr/>
          <p:nvPr/>
        </p:nvSpPr>
        <p:spPr bwMode="auto">
          <a:xfrm>
            <a:off x="3962575" y="874471"/>
            <a:ext cx="1198226" cy="69421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50CA31-AD89-69D0-5A4A-68F9013D16B1}"/>
              </a:ext>
            </a:extLst>
          </p:cNvPr>
          <p:cNvSpPr/>
          <p:nvPr/>
        </p:nvSpPr>
        <p:spPr bwMode="auto">
          <a:xfrm>
            <a:off x="1293892" y="874471"/>
            <a:ext cx="1198226" cy="6942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FD76F6EE-7171-3053-F7B7-A4200C3CFB30}"/>
              </a:ext>
            </a:extLst>
          </p:cNvPr>
          <p:cNvSpPr/>
          <p:nvPr/>
        </p:nvSpPr>
        <p:spPr bwMode="auto">
          <a:xfrm>
            <a:off x="5199225" y="1005988"/>
            <a:ext cx="13567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FD53A50-8727-7477-4957-261E38F724F7}"/>
              </a:ext>
            </a:extLst>
          </p:cNvPr>
          <p:cNvSpPr/>
          <p:nvPr/>
        </p:nvSpPr>
        <p:spPr bwMode="auto">
          <a:xfrm>
            <a:off x="6594358" y="874471"/>
            <a:ext cx="1198226" cy="69421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3416705326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419FAB-0E38-1D7B-8C82-A8EB0E005EC5}"/>
              </a:ext>
            </a:extLst>
          </p:cNvPr>
          <p:cNvSpPr/>
          <p:nvPr/>
        </p:nvSpPr>
        <p:spPr bwMode="auto">
          <a:xfrm>
            <a:off x="764906" y="4319856"/>
            <a:ext cx="3395586" cy="3584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5CE493-0585-0B6A-CB84-CE41EE906223}"/>
              </a:ext>
            </a:extLst>
          </p:cNvPr>
          <p:cNvSpPr/>
          <p:nvPr/>
        </p:nvSpPr>
        <p:spPr bwMode="auto">
          <a:xfrm>
            <a:off x="764905" y="3409487"/>
            <a:ext cx="6880195" cy="41594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8CF931-A0D5-6849-23DB-E3D7C2E8CF3B}"/>
              </a:ext>
            </a:extLst>
          </p:cNvPr>
          <p:cNvSpPr/>
          <p:nvPr/>
        </p:nvSpPr>
        <p:spPr bwMode="auto">
          <a:xfrm>
            <a:off x="4246343" y="4319856"/>
            <a:ext cx="3395586" cy="358443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Azure REST APIs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DBFCF-B6BA-D625-39ED-E5F611938D81}"/>
              </a:ext>
            </a:extLst>
          </p:cNvPr>
          <p:cNvSpPr/>
          <p:nvPr/>
        </p:nvSpPr>
        <p:spPr bwMode="auto">
          <a:xfrm>
            <a:off x="764905" y="536082"/>
            <a:ext cx="6880196" cy="2797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Your Terraform Configuration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B240C6-4013-EF18-B4C3-D5EA86066FBB}"/>
              </a:ext>
            </a:extLst>
          </p:cNvPr>
          <p:cNvSpPr/>
          <p:nvPr/>
        </p:nvSpPr>
        <p:spPr bwMode="auto">
          <a:xfrm>
            <a:off x="764906" y="3910663"/>
            <a:ext cx="3395586" cy="3584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Fabric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0AA33E-2912-B080-8E06-71A78ED57FA3}"/>
              </a:ext>
            </a:extLst>
          </p:cNvPr>
          <p:cNvSpPr/>
          <p:nvPr/>
        </p:nvSpPr>
        <p:spPr bwMode="auto">
          <a:xfrm>
            <a:off x="4246343" y="3910663"/>
            <a:ext cx="3395586" cy="3584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Azure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azurerm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78CDA-D30A-ABC6-7922-7233D3D7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343" y="968663"/>
            <a:ext cx="3312904" cy="21159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E126-B68C-92CE-F0BF-02F91147B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909" y="983837"/>
            <a:ext cx="2955580" cy="21493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352CAE7D-05DC-2F01-1058-3C241147301A}"/>
              </a:ext>
            </a:extLst>
          </p:cNvPr>
          <p:cNvSpPr/>
          <p:nvPr/>
        </p:nvSpPr>
        <p:spPr bwMode="auto">
          <a:xfrm>
            <a:off x="2245441" y="3133188"/>
            <a:ext cx="517197" cy="591138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CC5DDF-FD7F-802B-5DF8-F8DD216EDF01}"/>
              </a:ext>
            </a:extLst>
          </p:cNvPr>
          <p:cNvSpPr/>
          <p:nvPr/>
        </p:nvSpPr>
        <p:spPr bwMode="auto">
          <a:xfrm>
            <a:off x="5644197" y="3159516"/>
            <a:ext cx="517197" cy="564811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B6052C-0D73-1343-DC00-C286871B4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91" y="809698"/>
            <a:ext cx="2591162" cy="16099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9575120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FAF46E-76D6-0971-2D0D-37D203FEF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405" y="927840"/>
            <a:ext cx="6344535" cy="2772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9688367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C43256B-DB78-579F-47C7-2C46B0F0C9AA}"/>
              </a:ext>
            </a:extLst>
          </p:cNvPr>
          <p:cNvGrpSpPr/>
          <p:nvPr/>
        </p:nvGrpSpPr>
        <p:grpSpPr>
          <a:xfrm>
            <a:off x="1006232" y="1025207"/>
            <a:ext cx="9025274" cy="4828745"/>
            <a:chOff x="1006232" y="1025208"/>
            <a:chExt cx="6308967" cy="28593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EFCFE45-6789-C5A4-DB49-C737ABDDF6E2}"/>
                </a:ext>
              </a:extLst>
            </p:cNvPr>
            <p:cNvSpPr/>
            <p:nvPr/>
          </p:nvSpPr>
          <p:spPr bwMode="auto">
            <a:xfrm>
              <a:off x="1006232" y="1025208"/>
              <a:ext cx="6308967" cy="2859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04130F3-26B8-CE71-0599-A1CDC1842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3394" y="1134732"/>
              <a:ext cx="1992863" cy="18863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771B3C-4E3E-4BBF-5BDE-D2425E9A4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83771" y="1134732"/>
              <a:ext cx="3930898" cy="265244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85F38182-AECE-1D75-5C44-16000E704A7F}"/>
                </a:ext>
              </a:extLst>
            </p:cNvPr>
            <p:cNvSpPr/>
            <p:nvPr/>
          </p:nvSpPr>
          <p:spPr bwMode="auto">
            <a:xfrm>
              <a:off x="2829367" y="2395142"/>
              <a:ext cx="633676" cy="245849"/>
            </a:xfrm>
            <a:prstGeom prst="rightArrow">
              <a:avLst/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4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7965543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61012B-6D84-61D7-101B-85C4C1471366}"/>
              </a:ext>
            </a:extLst>
          </p:cNvPr>
          <p:cNvSpPr/>
          <p:nvPr/>
        </p:nvSpPr>
        <p:spPr bwMode="auto">
          <a:xfrm>
            <a:off x="595008" y="551868"/>
            <a:ext cx="2314451" cy="207007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FCE9F-032B-C2B9-052A-CFDD62735807}"/>
              </a:ext>
            </a:extLst>
          </p:cNvPr>
          <p:cNvSpPr/>
          <p:nvPr/>
        </p:nvSpPr>
        <p:spPr bwMode="auto">
          <a:xfrm>
            <a:off x="729110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27E124-AFB9-8381-4D1A-967356346BEB}"/>
              </a:ext>
            </a:extLst>
          </p:cNvPr>
          <p:cNvSpPr/>
          <p:nvPr/>
        </p:nvSpPr>
        <p:spPr bwMode="auto">
          <a:xfrm>
            <a:off x="729110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836032-2882-ADA8-E75D-FAB8A6CD8319}"/>
              </a:ext>
            </a:extLst>
          </p:cNvPr>
          <p:cNvSpPr/>
          <p:nvPr/>
        </p:nvSpPr>
        <p:spPr bwMode="auto">
          <a:xfrm>
            <a:off x="729110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8A8962-AB6B-865F-02FA-62956E91344D}"/>
              </a:ext>
            </a:extLst>
          </p:cNvPr>
          <p:cNvSpPr/>
          <p:nvPr/>
        </p:nvSpPr>
        <p:spPr bwMode="auto">
          <a:xfrm>
            <a:off x="729110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386455-D837-F606-B72D-DFA87A67A2E3}"/>
              </a:ext>
            </a:extLst>
          </p:cNvPr>
          <p:cNvSpPr/>
          <p:nvPr/>
        </p:nvSpPr>
        <p:spPr bwMode="auto">
          <a:xfrm>
            <a:off x="3043562" y="551868"/>
            <a:ext cx="2314451" cy="207007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BC68D-EC62-4AC1-FAC7-2307D4963C37}"/>
              </a:ext>
            </a:extLst>
          </p:cNvPr>
          <p:cNvSpPr/>
          <p:nvPr/>
        </p:nvSpPr>
        <p:spPr bwMode="auto">
          <a:xfrm>
            <a:off x="3177664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47BC48-FC74-6DF0-43E8-636B6728F4AC}"/>
              </a:ext>
            </a:extLst>
          </p:cNvPr>
          <p:cNvSpPr/>
          <p:nvPr/>
        </p:nvSpPr>
        <p:spPr bwMode="auto">
          <a:xfrm>
            <a:off x="3177664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709B47-2E1D-5902-754F-2DBECFA4398B}"/>
              </a:ext>
            </a:extLst>
          </p:cNvPr>
          <p:cNvSpPr/>
          <p:nvPr/>
        </p:nvSpPr>
        <p:spPr bwMode="auto">
          <a:xfrm>
            <a:off x="3177664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E9923-346F-F5C3-7E6C-B29BBB08F59F}"/>
              </a:ext>
            </a:extLst>
          </p:cNvPr>
          <p:cNvSpPr/>
          <p:nvPr/>
        </p:nvSpPr>
        <p:spPr bwMode="auto">
          <a:xfrm>
            <a:off x="3177664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02A481-7AEE-C272-ABC1-27C9F0B3648D}"/>
              </a:ext>
            </a:extLst>
          </p:cNvPr>
          <p:cNvSpPr/>
          <p:nvPr/>
        </p:nvSpPr>
        <p:spPr bwMode="auto">
          <a:xfrm>
            <a:off x="5475879" y="551868"/>
            <a:ext cx="2314451" cy="20700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CDE74E-6B65-CD78-8A64-7246179EF447}"/>
              </a:ext>
            </a:extLst>
          </p:cNvPr>
          <p:cNvSpPr/>
          <p:nvPr/>
        </p:nvSpPr>
        <p:spPr bwMode="auto">
          <a:xfrm>
            <a:off x="5609981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D39DA6-16AD-F12D-CD81-EB8A742E868B}"/>
              </a:ext>
            </a:extLst>
          </p:cNvPr>
          <p:cNvSpPr/>
          <p:nvPr/>
        </p:nvSpPr>
        <p:spPr bwMode="auto">
          <a:xfrm>
            <a:off x="5609981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6E59A3F-15B0-7E3D-A595-97CF2638D82A}"/>
              </a:ext>
            </a:extLst>
          </p:cNvPr>
          <p:cNvSpPr/>
          <p:nvPr/>
        </p:nvSpPr>
        <p:spPr bwMode="auto">
          <a:xfrm>
            <a:off x="5609981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80F377-0412-EF79-FE71-872C4C87785E}"/>
              </a:ext>
            </a:extLst>
          </p:cNvPr>
          <p:cNvSpPr/>
          <p:nvPr/>
        </p:nvSpPr>
        <p:spPr bwMode="auto">
          <a:xfrm>
            <a:off x="5609981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BF3C2E3-16EB-72A2-1476-9ACB827F998D}"/>
              </a:ext>
            </a:extLst>
          </p:cNvPr>
          <p:cNvGrpSpPr/>
          <p:nvPr/>
        </p:nvGrpSpPr>
        <p:grpSpPr>
          <a:xfrm>
            <a:off x="973656" y="712134"/>
            <a:ext cx="6527293" cy="2437909"/>
            <a:chOff x="998219" y="2878366"/>
            <a:chExt cx="7734302" cy="28887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C060B8-7875-3A2D-DC77-6967E6E56932}"/>
                </a:ext>
              </a:extLst>
            </p:cNvPr>
            <p:cNvSpPr/>
            <p:nvPr/>
          </p:nvSpPr>
          <p:spPr bwMode="auto">
            <a:xfrm>
              <a:off x="998219" y="2878366"/>
              <a:ext cx="4869065" cy="288872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Development Process (CI)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E8957BC-E5B1-C3D6-BBB1-8DA6219E3A64}"/>
                </a:ext>
              </a:extLst>
            </p:cNvPr>
            <p:cNvSpPr/>
            <p:nvPr/>
          </p:nvSpPr>
          <p:spPr bwMode="auto">
            <a:xfrm>
              <a:off x="6030031" y="2878366"/>
              <a:ext cx="2702490" cy="2888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 Process (CD)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690C601-734B-5917-D0F2-E5F263A7346F}"/>
                </a:ext>
              </a:extLst>
            </p:cNvPr>
            <p:cNvGrpSpPr/>
            <p:nvPr/>
          </p:nvGrpSpPr>
          <p:grpSpPr>
            <a:xfrm>
              <a:off x="1138108" y="4282427"/>
              <a:ext cx="3113579" cy="975768"/>
              <a:chOff x="1854618" y="1506117"/>
              <a:chExt cx="3443987" cy="1392700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B9CA6C8-709F-8932-EEF5-41EC2AE308BA}"/>
                  </a:ext>
                </a:extLst>
              </p:cNvPr>
              <p:cNvGrpSpPr/>
              <p:nvPr/>
            </p:nvGrpSpPr>
            <p:grpSpPr>
              <a:xfrm>
                <a:off x="1854618" y="1506117"/>
                <a:ext cx="3443987" cy="614039"/>
                <a:chOff x="1194579" y="1506117"/>
                <a:chExt cx="4104026" cy="695707"/>
              </a:xfrm>
            </p:grpSpPr>
            <p:sp>
              <p:nvSpPr>
                <p:cNvPr id="19" name="Arrow: Right 18">
                  <a:extLst>
                    <a:ext uri="{FF2B5EF4-FFF2-40B4-BE49-F238E27FC236}">
                      <a16:creationId xmlns:a16="http://schemas.microsoft.com/office/drawing/2014/main" id="{E62D6ACE-54A5-62EF-50FA-5E61073CDABA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5235AC51-0E6C-11BA-7345-E0472F3839D3}"/>
                    </a:ext>
                  </a:extLst>
                </p:cNvPr>
                <p:cNvSpPr/>
                <p:nvPr/>
              </p:nvSpPr>
              <p:spPr bwMode="auto">
                <a:xfrm>
                  <a:off x="3504794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C107B61-370E-68F5-C398-D2B6B2D93664}"/>
                    </a:ext>
                  </a:extLst>
                </p:cNvPr>
                <p:cNvSpPr/>
                <p:nvPr/>
              </p:nvSpPr>
              <p:spPr bwMode="auto">
                <a:xfrm>
                  <a:off x="1194579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22" name="Arrow: Left-Right 21">
                  <a:extLst>
                    <a:ext uri="{FF2B5EF4-FFF2-40B4-BE49-F238E27FC236}">
                      <a16:creationId xmlns:a16="http://schemas.microsoft.com/office/drawing/2014/main" id="{D0351745-356A-3550-3680-66E8E61FC2D8}"/>
                    </a:ext>
                  </a:extLst>
                </p:cNvPr>
                <p:cNvSpPr/>
                <p:nvPr/>
              </p:nvSpPr>
              <p:spPr bwMode="auto">
                <a:xfrm flipH="1">
                  <a:off x="2536213" y="1681008"/>
                  <a:ext cx="925970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49765A5-4371-AE7B-EF1A-C929161416B1}"/>
                  </a:ext>
                </a:extLst>
              </p:cNvPr>
              <p:cNvGrpSpPr/>
              <p:nvPr/>
            </p:nvGrpSpPr>
            <p:grpSpPr>
              <a:xfrm>
                <a:off x="1879901" y="2284778"/>
                <a:ext cx="3418704" cy="614039"/>
                <a:chOff x="1224707" y="1506117"/>
                <a:chExt cx="4073898" cy="695707"/>
              </a:xfrm>
            </p:grpSpPr>
            <p:sp>
              <p:nvSpPr>
                <p:cNvPr id="15" name="Arrow: Right 14">
                  <a:extLst>
                    <a:ext uri="{FF2B5EF4-FFF2-40B4-BE49-F238E27FC236}">
                      <a16:creationId xmlns:a16="http://schemas.microsoft.com/office/drawing/2014/main" id="{A96BB543-E456-9951-1952-0BAB398BE4AD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D218C03-09D0-726C-F6E0-97656D006BED}"/>
                    </a:ext>
                  </a:extLst>
                </p:cNvPr>
                <p:cNvSpPr/>
                <p:nvPr/>
              </p:nvSpPr>
              <p:spPr bwMode="auto">
                <a:xfrm>
                  <a:off x="3517172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921655E9-F651-A0A1-FAFA-6F3C424EF903}"/>
                    </a:ext>
                  </a:extLst>
                </p:cNvPr>
                <p:cNvSpPr/>
                <p:nvPr/>
              </p:nvSpPr>
              <p:spPr bwMode="auto">
                <a:xfrm>
                  <a:off x="1224707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18" name="Arrow: Left-Right 17">
                  <a:extLst>
                    <a:ext uri="{FF2B5EF4-FFF2-40B4-BE49-F238E27FC236}">
                      <a16:creationId xmlns:a16="http://schemas.microsoft.com/office/drawing/2014/main" id="{560E0A22-5591-D5FB-75ED-FAB37C1753E3}"/>
                    </a:ext>
                  </a:extLst>
                </p:cNvPr>
                <p:cNvSpPr/>
                <p:nvPr/>
              </p:nvSpPr>
              <p:spPr bwMode="auto">
                <a:xfrm flipH="1">
                  <a:off x="2536212" y="1681008"/>
                  <a:ext cx="920226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39E56F-EEFF-10B9-EE3E-18CA219A316A}"/>
                </a:ext>
              </a:extLst>
            </p:cNvPr>
            <p:cNvGrpSpPr/>
            <p:nvPr/>
          </p:nvGrpSpPr>
          <p:grpSpPr>
            <a:xfrm>
              <a:off x="4386498" y="3042990"/>
              <a:ext cx="1140078" cy="2247676"/>
              <a:chOff x="5239777" y="695739"/>
              <a:chExt cx="1261062" cy="2601961"/>
            </a:xfrm>
            <a:solidFill>
              <a:schemeClr val="accent4"/>
            </a:solidFill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40E14FB-83D5-33B3-FC53-A6B9DAB0BDE6}"/>
                  </a:ext>
                </a:extLst>
              </p:cNvPr>
              <p:cNvSpPr/>
              <p:nvPr/>
            </p:nvSpPr>
            <p:spPr bwMode="auto">
              <a:xfrm>
                <a:off x="5239777" y="2022754"/>
                <a:ext cx="1261062" cy="1274946"/>
              </a:xfrm>
              <a:prstGeom prst="rect">
                <a:avLst/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integration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9AE5D25-898D-B931-8F02-24B053C9163F}"/>
                  </a:ext>
                </a:extLst>
              </p:cNvPr>
              <p:cNvSpPr/>
              <p:nvPr/>
            </p:nvSpPr>
            <p:spPr bwMode="auto">
              <a:xfrm>
                <a:off x="5239777" y="695739"/>
                <a:ext cx="1261062" cy="8538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C364B072-63A4-9D0E-18A5-2D9315106A1F}"/>
                  </a:ext>
                </a:extLst>
              </p:cNvPr>
              <p:cNvSpPr/>
              <p:nvPr/>
            </p:nvSpPr>
            <p:spPr bwMode="auto">
              <a:xfrm rot="16200000">
                <a:off x="5666768" y="1663964"/>
                <a:ext cx="407079" cy="282097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DDF5720-7663-47B0-2F53-0D66B9B89079}"/>
                </a:ext>
              </a:extLst>
            </p:cNvPr>
            <p:cNvSpPr/>
            <p:nvPr/>
          </p:nvSpPr>
          <p:spPr bwMode="auto">
            <a:xfrm>
              <a:off x="7296447" y="3313589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73CEBA1B-474E-F3B3-573C-2CCD3AF060EF}"/>
                </a:ext>
              </a:extLst>
            </p:cNvPr>
            <p:cNvSpPr/>
            <p:nvPr/>
          </p:nvSpPr>
          <p:spPr bwMode="auto">
            <a:xfrm>
              <a:off x="6149302" y="3780544"/>
              <a:ext cx="1027873" cy="92721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2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?</a:t>
              </a:r>
              <a:endParaRPr lang="en-US" sz="3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9C40AA-26AA-4321-EDB1-9EBE307C4BD5}"/>
                </a:ext>
              </a:extLst>
            </p:cNvPr>
            <p:cNvSpPr/>
            <p:nvPr/>
          </p:nvSpPr>
          <p:spPr bwMode="auto">
            <a:xfrm>
              <a:off x="7296447" y="4371215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2366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8740D2-F051-D967-20A0-F49481439CFD}"/>
              </a:ext>
            </a:extLst>
          </p:cNvPr>
          <p:cNvSpPr/>
          <p:nvPr/>
        </p:nvSpPr>
        <p:spPr bwMode="auto">
          <a:xfrm>
            <a:off x="302953" y="238998"/>
            <a:ext cx="7560888" cy="32684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EDB799-4EDC-6DA7-6DC6-63624D4C63B5}"/>
              </a:ext>
            </a:extLst>
          </p:cNvPr>
          <p:cNvSpPr/>
          <p:nvPr/>
        </p:nvSpPr>
        <p:spPr bwMode="auto">
          <a:xfrm>
            <a:off x="401494" y="764984"/>
            <a:ext cx="7334961" cy="11356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CE019-1553-9442-81F3-76DDBE8CABC0}"/>
              </a:ext>
            </a:extLst>
          </p:cNvPr>
          <p:cNvSpPr/>
          <p:nvPr/>
        </p:nvSpPr>
        <p:spPr bwMode="auto">
          <a:xfrm>
            <a:off x="401494" y="351423"/>
            <a:ext cx="733496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47363E60-D1DA-817E-3604-E073F0D14679}"/>
              </a:ext>
            </a:extLst>
          </p:cNvPr>
          <p:cNvSpPr/>
          <p:nvPr/>
        </p:nvSpPr>
        <p:spPr bwMode="auto">
          <a:xfrm>
            <a:off x="2218741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34F188-4935-E961-0E90-6ECEA88FA0F7}"/>
              </a:ext>
            </a:extLst>
          </p:cNvPr>
          <p:cNvSpPr/>
          <p:nvPr/>
        </p:nvSpPr>
        <p:spPr bwMode="auto">
          <a:xfrm>
            <a:off x="565725" y="2647841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B5F77E-BA4B-9C00-FCFA-9E63C98B134F}"/>
              </a:ext>
            </a:extLst>
          </p:cNvPr>
          <p:cNvSpPr/>
          <p:nvPr/>
        </p:nvSpPr>
        <p:spPr bwMode="auto">
          <a:xfrm>
            <a:off x="565725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EDF43A-17A1-AD45-A408-EC37B49A34DB}"/>
              </a:ext>
            </a:extLst>
          </p:cNvPr>
          <p:cNvSpPr/>
          <p:nvPr/>
        </p:nvSpPr>
        <p:spPr bwMode="auto">
          <a:xfrm>
            <a:off x="3212600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87B42C-D5C3-94B5-7A63-32067C41F033}"/>
              </a:ext>
            </a:extLst>
          </p:cNvPr>
          <p:cNvSpPr/>
          <p:nvPr/>
        </p:nvSpPr>
        <p:spPr bwMode="auto">
          <a:xfrm>
            <a:off x="5859475" y="94108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BA859621-4BBB-2D8A-D94D-AA4F3EDD56EE}"/>
              </a:ext>
            </a:extLst>
          </p:cNvPr>
          <p:cNvSpPr/>
          <p:nvPr/>
        </p:nvSpPr>
        <p:spPr bwMode="auto">
          <a:xfrm>
            <a:off x="4870529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" name="Arrow: Up-Down 1">
            <a:extLst>
              <a:ext uri="{FF2B5EF4-FFF2-40B4-BE49-F238E27FC236}">
                <a16:creationId xmlns:a16="http://schemas.microsoft.com/office/drawing/2014/main" id="{CB9EA47A-8CCC-5979-E2BB-5A0BF89A9739}"/>
              </a:ext>
            </a:extLst>
          </p:cNvPr>
          <p:cNvSpPr/>
          <p:nvPr/>
        </p:nvSpPr>
        <p:spPr bwMode="auto">
          <a:xfrm>
            <a:off x="1102649" y="1698117"/>
            <a:ext cx="560846" cy="950490"/>
          </a:xfrm>
          <a:prstGeom prst="upDownArrow">
            <a:avLst>
              <a:gd name="adj1" fmla="val 67960"/>
              <a:gd name="adj2" fmla="val 55238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4035362271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24B017B2-8C5C-F312-8BCF-4038DB14AEF2}"/>
              </a:ext>
            </a:extLst>
          </p:cNvPr>
          <p:cNvSpPr/>
          <p:nvPr/>
        </p:nvSpPr>
        <p:spPr bwMode="auto">
          <a:xfrm>
            <a:off x="2508484" y="2268071"/>
            <a:ext cx="7603706" cy="24294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014D91-ED3A-1AB4-4797-E1572D72F754}"/>
              </a:ext>
            </a:extLst>
          </p:cNvPr>
          <p:cNvSpPr/>
          <p:nvPr/>
        </p:nvSpPr>
        <p:spPr bwMode="auto">
          <a:xfrm>
            <a:off x="4239220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7467B2-5BAF-E591-79BF-CCEA40C52123}"/>
              </a:ext>
            </a:extLst>
          </p:cNvPr>
          <p:cNvSpPr/>
          <p:nvPr/>
        </p:nvSpPr>
        <p:spPr bwMode="auto">
          <a:xfrm>
            <a:off x="2587682" y="381590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Arrow: Up 10">
            <a:extLst>
              <a:ext uri="{FF2B5EF4-FFF2-40B4-BE49-F238E27FC236}">
                <a16:creationId xmlns:a16="http://schemas.microsoft.com/office/drawing/2014/main" id="{9EFDCDA2-95FD-F09F-867A-2338D9CBE4F0}"/>
              </a:ext>
            </a:extLst>
          </p:cNvPr>
          <p:cNvSpPr/>
          <p:nvPr/>
        </p:nvSpPr>
        <p:spPr bwMode="auto">
          <a:xfrm>
            <a:off x="3045881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6EB9C3-EC3C-EE66-E4E2-E27EA7DE3F67}"/>
              </a:ext>
            </a:extLst>
          </p:cNvPr>
          <p:cNvSpPr/>
          <p:nvPr/>
        </p:nvSpPr>
        <p:spPr bwMode="auto">
          <a:xfrm>
            <a:off x="2587682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7D6C4EA-7ADB-E420-BAB2-DAE5010422AF}"/>
              </a:ext>
            </a:extLst>
          </p:cNvPr>
          <p:cNvSpPr/>
          <p:nvPr/>
        </p:nvSpPr>
        <p:spPr bwMode="auto">
          <a:xfrm>
            <a:off x="7118923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A350F9-A690-3153-17E4-9E97D9AC5536}"/>
              </a:ext>
            </a:extLst>
          </p:cNvPr>
          <p:cNvSpPr/>
          <p:nvPr/>
        </p:nvSpPr>
        <p:spPr bwMode="auto">
          <a:xfrm>
            <a:off x="5467385" y="381590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9" name="Arrow: Up 18">
            <a:extLst>
              <a:ext uri="{FF2B5EF4-FFF2-40B4-BE49-F238E27FC236}">
                <a16:creationId xmlns:a16="http://schemas.microsoft.com/office/drawing/2014/main" id="{54C74829-F391-7C28-0A03-467B4FCD0C33}"/>
              </a:ext>
            </a:extLst>
          </p:cNvPr>
          <p:cNvSpPr/>
          <p:nvPr/>
        </p:nvSpPr>
        <p:spPr bwMode="auto">
          <a:xfrm>
            <a:off x="5925584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5CE572-35D0-4771-1BC1-2D49FFC07A27}"/>
              </a:ext>
            </a:extLst>
          </p:cNvPr>
          <p:cNvSpPr/>
          <p:nvPr/>
        </p:nvSpPr>
        <p:spPr bwMode="auto">
          <a:xfrm>
            <a:off x="5467385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C72239-59A4-EC26-B4D3-B2446FB1A5D3}"/>
              </a:ext>
            </a:extLst>
          </p:cNvPr>
          <p:cNvSpPr/>
          <p:nvPr/>
        </p:nvSpPr>
        <p:spPr bwMode="auto">
          <a:xfrm>
            <a:off x="8347088" y="381590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7" name="Arrow: Up 26">
            <a:extLst>
              <a:ext uri="{FF2B5EF4-FFF2-40B4-BE49-F238E27FC236}">
                <a16:creationId xmlns:a16="http://schemas.microsoft.com/office/drawing/2014/main" id="{84EBFD1F-A53B-C8FF-E78F-AFC8CEB9216A}"/>
              </a:ext>
            </a:extLst>
          </p:cNvPr>
          <p:cNvSpPr/>
          <p:nvPr/>
        </p:nvSpPr>
        <p:spPr bwMode="auto">
          <a:xfrm>
            <a:off x="8805287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24CE80-49AA-EF8E-DEC7-396B209773F8}"/>
              </a:ext>
            </a:extLst>
          </p:cNvPr>
          <p:cNvSpPr/>
          <p:nvPr/>
        </p:nvSpPr>
        <p:spPr bwMode="auto">
          <a:xfrm>
            <a:off x="8347088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255497976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A865D4-674C-1401-5745-398CF1FD4C8A}"/>
              </a:ext>
            </a:extLst>
          </p:cNvPr>
          <p:cNvSpPr/>
          <p:nvPr/>
        </p:nvSpPr>
        <p:spPr bwMode="auto">
          <a:xfrm>
            <a:off x="968787" y="812631"/>
            <a:ext cx="6077472" cy="13926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z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7F785B-0CDA-4255-E079-B8152C6873CD}"/>
              </a:ext>
            </a:extLst>
          </p:cNvPr>
          <p:cNvSpPr/>
          <p:nvPr/>
        </p:nvSpPr>
        <p:spPr bwMode="auto">
          <a:xfrm>
            <a:off x="1088972" y="926924"/>
            <a:ext cx="1694222" cy="117453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53CB52-9A24-85D7-80DF-8CEEBEE5BC7D}"/>
              </a:ext>
            </a:extLst>
          </p:cNvPr>
          <p:cNvSpPr/>
          <p:nvPr/>
        </p:nvSpPr>
        <p:spPr bwMode="auto">
          <a:xfrm>
            <a:off x="5226276" y="950618"/>
            <a:ext cx="1694222" cy="11508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CDA3BB2-9D9E-B1C9-DDD2-BA11710C22E5}"/>
              </a:ext>
            </a:extLst>
          </p:cNvPr>
          <p:cNvGrpSpPr/>
          <p:nvPr/>
        </p:nvGrpSpPr>
        <p:grpSpPr>
          <a:xfrm>
            <a:off x="2924542" y="950617"/>
            <a:ext cx="2131552" cy="1150839"/>
            <a:chOff x="2867466" y="2709960"/>
            <a:chExt cx="1694222" cy="115083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A928-91BA-52AC-1218-E4647D790200}"/>
                </a:ext>
              </a:extLst>
            </p:cNvPr>
            <p:cNvSpPr/>
            <p:nvPr/>
          </p:nvSpPr>
          <p:spPr bwMode="auto">
            <a:xfrm>
              <a:off x="2867466" y="2709960"/>
              <a:ext cx="1694222" cy="1150839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j-lt"/>
                  <a:ea typeface="Segoe UI" pitchFamily="34" charset="0"/>
                  <a:cs typeface="Segoe UI" pitchFamily="34" charset="0"/>
                </a:rPr>
                <a:t>release process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863DE7-B394-6CF3-D19C-3BE7DF7C6FC8}"/>
                </a:ext>
              </a:extLst>
            </p:cNvPr>
            <p:cNvGrpSpPr/>
            <p:nvPr/>
          </p:nvGrpSpPr>
          <p:grpSpPr>
            <a:xfrm>
              <a:off x="3011977" y="3020268"/>
              <a:ext cx="1393609" cy="736239"/>
              <a:chOff x="7990583" y="1103694"/>
              <a:chExt cx="1393609" cy="736239"/>
            </a:xfrm>
          </p:grpSpPr>
          <p:sp>
            <p:nvSpPr>
              <p:cNvPr id="11" name="Arrow: Right 10">
                <a:extLst>
                  <a:ext uri="{FF2B5EF4-FFF2-40B4-BE49-F238E27FC236}">
                    <a16:creationId xmlns:a16="http://schemas.microsoft.com/office/drawing/2014/main" id="{C3EBD0FF-3020-E501-DB45-7B700AC489A3}"/>
                  </a:ext>
                </a:extLst>
              </p:cNvPr>
              <p:cNvSpPr/>
              <p:nvPr/>
            </p:nvSpPr>
            <p:spPr bwMode="auto">
              <a:xfrm>
                <a:off x="7990583" y="1103694"/>
                <a:ext cx="1393609" cy="343030"/>
              </a:xfrm>
              <a:prstGeom prst="rightArrow">
                <a:avLst>
                  <a:gd name="adj1" fmla="val 68047"/>
                  <a:gd name="adj2" fmla="val 58330"/>
                </a:avLst>
              </a:prstGeom>
              <a:solidFill>
                <a:srgbClr val="8A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+mj-lt"/>
                    <a:ea typeface="Segoe UI" pitchFamily="34" charset="0"/>
                    <a:cs typeface="Segoe UI" pitchFamily="34" charset="0"/>
                  </a:rPr>
                  <a:t>Call </a:t>
                </a: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+mj-lt"/>
                    <a:ea typeface="Segoe UI" pitchFamily="34" charset="0"/>
                    <a:cs typeface="Segoe UI" pitchFamily="34" charset="0"/>
                  </a:rPr>
                  <a:t>Update from GIT</a:t>
                </a:r>
              </a:p>
            </p:txBody>
          </p:sp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98ADDB9B-0C98-01AB-2532-E03AA54F77B6}"/>
                  </a:ext>
                </a:extLst>
              </p:cNvPr>
              <p:cNvSpPr/>
              <p:nvPr/>
            </p:nvSpPr>
            <p:spPr bwMode="auto">
              <a:xfrm>
                <a:off x="7990583" y="1496903"/>
                <a:ext cx="1393609" cy="343030"/>
              </a:xfrm>
              <a:prstGeom prst="rightArrow">
                <a:avLst>
                  <a:gd name="adj1" fmla="val 68047"/>
                  <a:gd name="adj2" fmla="val 58330"/>
                </a:avLst>
              </a:prstGeom>
              <a:solidFill>
                <a:srgbClr val="8A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+mj-lt"/>
                    <a:ea typeface="Segoe UI" pitchFamily="34" charset="0"/>
                    <a:cs typeface="Segoe UI" pitchFamily="34" charset="0"/>
                  </a:rPr>
                  <a:t>Run post-sync job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1066801" y="744070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67157F-85EA-D044-9F14-F5E15FBA436A}"/>
              </a:ext>
            </a:extLst>
          </p:cNvPr>
          <p:cNvSpPr/>
          <p:nvPr/>
        </p:nvSpPr>
        <p:spPr bwMode="auto">
          <a:xfrm>
            <a:off x="2442536" y="2178991"/>
            <a:ext cx="7727831" cy="29621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DB50EC9-9740-659C-8957-32E4B8FF471F}"/>
              </a:ext>
            </a:extLst>
          </p:cNvPr>
          <p:cNvSpPr/>
          <p:nvPr/>
        </p:nvSpPr>
        <p:spPr bwMode="auto">
          <a:xfrm>
            <a:off x="4239220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BB4928-6E5F-9869-95A2-154A0655D81F}"/>
              </a:ext>
            </a:extLst>
          </p:cNvPr>
          <p:cNvSpPr/>
          <p:nvPr/>
        </p:nvSpPr>
        <p:spPr bwMode="auto">
          <a:xfrm>
            <a:off x="2587682" y="426449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3676B4-C9FF-B640-DB37-76FB8A829E7F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46778C45-FF03-5684-AD2D-604348DE87E5}"/>
              </a:ext>
            </a:extLst>
          </p:cNvPr>
          <p:cNvSpPr/>
          <p:nvPr/>
        </p:nvSpPr>
        <p:spPr bwMode="auto">
          <a:xfrm>
            <a:off x="7118923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78F321-4BDB-B5EA-A7D6-84E821FD29E2}"/>
              </a:ext>
            </a:extLst>
          </p:cNvPr>
          <p:cNvSpPr/>
          <p:nvPr/>
        </p:nvSpPr>
        <p:spPr bwMode="auto">
          <a:xfrm>
            <a:off x="5467385" y="426449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B86D77D-E4C0-D488-EB09-FC0145D2F073}"/>
              </a:ext>
            </a:extLst>
          </p:cNvPr>
          <p:cNvSpPr/>
          <p:nvPr/>
        </p:nvSpPr>
        <p:spPr bwMode="auto">
          <a:xfrm rot="16200000">
            <a:off x="2833045" y="3406667"/>
            <a:ext cx="1143971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4C30F2-F8D3-B3B0-1279-638178BFEBE7}"/>
              </a:ext>
            </a:extLst>
          </p:cNvPr>
          <p:cNvSpPr/>
          <p:nvPr/>
        </p:nvSpPr>
        <p:spPr bwMode="auto">
          <a:xfrm>
            <a:off x="5467385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F2AC5E-5AC5-ECB0-D777-E6120EB31082}"/>
              </a:ext>
            </a:extLst>
          </p:cNvPr>
          <p:cNvSpPr/>
          <p:nvPr/>
        </p:nvSpPr>
        <p:spPr bwMode="auto">
          <a:xfrm>
            <a:off x="8347088" y="426449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2EFC81-6367-7FA8-FB05-55309FACE575}"/>
              </a:ext>
            </a:extLst>
          </p:cNvPr>
          <p:cNvSpPr/>
          <p:nvPr/>
        </p:nvSpPr>
        <p:spPr bwMode="auto">
          <a:xfrm>
            <a:off x="8347088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8FE3656-152A-10A8-D2F8-E00979F27A9D}"/>
              </a:ext>
            </a:extLst>
          </p:cNvPr>
          <p:cNvSpPr/>
          <p:nvPr/>
        </p:nvSpPr>
        <p:spPr bwMode="auto">
          <a:xfrm rot="16200000">
            <a:off x="5712747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54BB3283-0BC0-585B-62AB-352C4A028A92}"/>
              </a:ext>
            </a:extLst>
          </p:cNvPr>
          <p:cNvSpPr/>
          <p:nvPr/>
        </p:nvSpPr>
        <p:spPr bwMode="auto">
          <a:xfrm rot="16200000">
            <a:off x="8592450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</p:spTree>
    <p:extLst>
      <p:ext uri="{BB962C8B-B14F-4D97-AF65-F5344CB8AC3E}">
        <p14:creationId xmlns:p14="http://schemas.microsoft.com/office/powerpoint/2010/main" val="3243106548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2E68-172C-3322-CEFA-1E24E5604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C6B727A-614B-F18A-8B71-66DB6506732B}"/>
              </a:ext>
            </a:extLst>
          </p:cNvPr>
          <p:cNvSpPr/>
          <p:nvPr/>
        </p:nvSpPr>
        <p:spPr bwMode="auto">
          <a:xfrm>
            <a:off x="2489069" y="2172579"/>
            <a:ext cx="4799237" cy="36365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F699C7-CEDD-07FE-3CB9-8742279D93A6}"/>
              </a:ext>
            </a:extLst>
          </p:cNvPr>
          <p:cNvSpPr/>
          <p:nvPr/>
        </p:nvSpPr>
        <p:spPr bwMode="auto">
          <a:xfrm>
            <a:off x="2587682" y="3868455"/>
            <a:ext cx="1634694" cy="178157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F78946-78EE-2B0A-CDC4-832F17F6BC90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F89351-B777-D565-0982-D57B2ADE37D7}"/>
              </a:ext>
            </a:extLst>
          </p:cNvPr>
          <p:cNvSpPr/>
          <p:nvPr/>
        </p:nvSpPr>
        <p:spPr bwMode="auto">
          <a:xfrm>
            <a:off x="5489104" y="395627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5808A5-D3FA-D8E7-84F2-4942CF4F1240}"/>
              </a:ext>
            </a:extLst>
          </p:cNvPr>
          <p:cNvSpPr/>
          <p:nvPr/>
        </p:nvSpPr>
        <p:spPr bwMode="auto">
          <a:xfrm>
            <a:off x="5489104" y="490210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752F503-7C1E-B75F-C6DC-B9A5E3C61823}"/>
              </a:ext>
            </a:extLst>
          </p:cNvPr>
          <p:cNvSpPr/>
          <p:nvPr/>
        </p:nvSpPr>
        <p:spPr bwMode="auto">
          <a:xfrm>
            <a:off x="4276399" y="4070660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78F3F7B8-982F-EF9D-49AE-446868456CD6}"/>
              </a:ext>
            </a:extLst>
          </p:cNvPr>
          <p:cNvSpPr/>
          <p:nvPr/>
        </p:nvSpPr>
        <p:spPr bwMode="auto">
          <a:xfrm>
            <a:off x="4283755" y="5012425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4" name="Arrow: Up 3">
            <a:extLst>
              <a:ext uri="{FF2B5EF4-FFF2-40B4-BE49-F238E27FC236}">
                <a16:creationId xmlns:a16="http://schemas.microsoft.com/office/drawing/2014/main" id="{2D26066D-ABB0-BEC7-92D2-02FB2AF37D08}"/>
              </a:ext>
            </a:extLst>
          </p:cNvPr>
          <p:cNvSpPr/>
          <p:nvPr/>
        </p:nvSpPr>
        <p:spPr bwMode="auto">
          <a:xfrm>
            <a:off x="3045881" y="3067983"/>
            <a:ext cx="718296" cy="747926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</p:spTree>
    <p:extLst>
      <p:ext uri="{BB962C8B-B14F-4D97-AF65-F5344CB8AC3E}">
        <p14:creationId xmlns:p14="http://schemas.microsoft.com/office/powerpoint/2010/main" val="3679389188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BB35FD-6BDC-D8E1-F703-E285A7CB4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8" y="528917"/>
            <a:ext cx="4017718" cy="4078941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19086739"/>
      </p:ext>
    </p:extLst>
  </p:cSld>
  <p:clrMapOvr>
    <a:masterClrMapping/>
  </p:clrMapOvr>
  <p:transition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1C3717-9C7A-5880-8F76-2B0A6644F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40" y="524238"/>
            <a:ext cx="3257604" cy="3599528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F2B7-C8B0-DFAD-E3E7-FD6F165FE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84">
            <a:extLst>
              <a:ext uri="{FF2B5EF4-FFF2-40B4-BE49-F238E27FC236}">
                <a16:creationId xmlns:a16="http://schemas.microsoft.com/office/drawing/2014/main" id="{16E27E78-6487-7F4D-4D6F-0495179D3B56}"/>
              </a:ext>
            </a:extLst>
          </p:cNvPr>
          <p:cNvSpPr/>
          <p:nvPr/>
        </p:nvSpPr>
        <p:spPr bwMode="auto">
          <a:xfrm>
            <a:off x="91440" y="193041"/>
            <a:ext cx="12141200" cy="516127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13716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solidFill>
                <a:schemeClr val="tx1"/>
              </a:solidFill>
              <a:latin typeface="Arial" panose="020B0604020202020204" pitchFamily="34" charset="0"/>
              <a:ea typeface="Segoe UI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4E38898-253F-F8DC-6316-D4A8F3232BEB}"/>
              </a:ext>
            </a:extLst>
          </p:cNvPr>
          <p:cNvSpPr/>
          <p:nvPr/>
        </p:nvSpPr>
        <p:spPr bwMode="auto">
          <a:xfrm>
            <a:off x="2357120" y="396240"/>
            <a:ext cx="9656867" cy="4737853"/>
          </a:xfrm>
          <a:prstGeom prst="rect">
            <a:avLst/>
          </a:prstGeom>
          <a:solidFill>
            <a:srgbClr val="FFFFE7"/>
          </a:solidFill>
          <a:ln w="12700"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13716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 Workspace</a:t>
            </a:r>
          </a:p>
        </p:txBody>
      </p:sp>
      <p:pic>
        <p:nvPicPr>
          <p:cNvPr id="47" name="Picture 46" descr="A blue and white sign with waves&#10;&#10;Description automatically generated">
            <a:extLst>
              <a:ext uri="{FF2B5EF4-FFF2-40B4-BE49-F238E27FC236}">
                <a16:creationId xmlns:a16="http://schemas.microsoft.com/office/drawing/2014/main" id="{AA580895-6123-5F34-DA3E-F5D9F18F8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112" y="2961504"/>
            <a:ext cx="45722" cy="45722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DEA9F1BA-6338-F15B-5C18-94D9CF2CE344}"/>
              </a:ext>
            </a:extLst>
          </p:cNvPr>
          <p:cNvSpPr/>
          <p:nvPr/>
        </p:nvSpPr>
        <p:spPr bwMode="auto">
          <a:xfrm>
            <a:off x="1803204" y="3437675"/>
            <a:ext cx="1862004" cy="431748"/>
          </a:xfrm>
          <a:prstGeom prst="rightArrow">
            <a:avLst>
              <a:gd name="adj1" fmla="val 68275"/>
              <a:gd name="adj2" fmla="val 77177"/>
            </a:avLst>
          </a:prstGeom>
          <a:solidFill>
            <a:srgbClr val="8A0000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46304" rIns="9144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rPr>
              <a:t>ADLS Gen2</a:t>
            </a:r>
          </a:p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rPr>
              <a:t>Shortcut</a:t>
            </a:r>
          </a:p>
        </p:txBody>
      </p:sp>
      <p:pic>
        <p:nvPicPr>
          <p:cNvPr id="8" name="Picture 7" descr="A white square with orange and black logo&#10;&#10;AI-generated content may be incorrect.">
            <a:extLst>
              <a:ext uri="{FF2B5EF4-FFF2-40B4-BE49-F238E27FC236}">
                <a16:creationId xmlns:a16="http://schemas.microsoft.com/office/drawing/2014/main" id="{2693E690-1ACC-779B-AA32-7709B1CEDA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556" y="3302457"/>
            <a:ext cx="662273" cy="662273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23D8B87F-C196-A804-7047-769A85C5D64E}"/>
              </a:ext>
            </a:extLst>
          </p:cNvPr>
          <p:cNvGrpSpPr/>
          <p:nvPr/>
        </p:nvGrpSpPr>
        <p:grpSpPr>
          <a:xfrm>
            <a:off x="3619133" y="2633801"/>
            <a:ext cx="1862004" cy="1964215"/>
            <a:chOff x="1246956" y="1805652"/>
            <a:chExt cx="1862004" cy="196421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2D3F1B5-A23E-C8A4-0EFC-CDCFFDF120DA}"/>
                </a:ext>
              </a:extLst>
            </p:cNvPr>
            <p:cNvSpPr/>
            <p:nvPr/>
          </p:nvSpPr>
          <p:spPr bwMode="auto">
            <a:xfrm>
              <a:off x="1246956" y="1805652"/>
              <a:ext cx="1862004" cy="1964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Bronze Lakehouse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8074296-FF63-2431-7ED4-E58A4F6A53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59788" y="2144509"/>
              <a:ext cx="1617591" cy="156633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5B95F6C-7A51-BD63-851C-4FAC579D2FF1}"/>
              </a:ext>
            </a:extLst>
          </p:cNvPr>
          <p:cNvGrpSpPr/>
          <p:nvPr/>
        </p:nvGrpSpPr>
        <p:grpSpPr>
          <a:xfrm>
            <a:off x="6897299" y="2635597"/>
            <a:ext cx="1862004" cy="1964215"/>
            <a:chOff x="4355916" y="1764847"/>
            <a:chExt cx="1862004" cy="19642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F0D8E45-EAF5-E966-DDB9-A20F869F238A}"/>
                </a:ext>
              </a:extLst>
            </p:cNvPr>
            <p:cNvSpPr/>
            <p:nvPr/>
          </p:nvSpPr>
          <p:spPr bwMode="auto">
            <a:xfrm>
              <a:off x="4355916" y="1764847"/>
              <a:ext cx="1862004" cy="1964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Silver Lakehouse</a:t>
              </a: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D48F92B-0C7D-84D5-BE96-0F5A9767C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301"/>
            <a:stretch>
              <a:fillRect/>
            </a:stretch>
          </p:blipFill>
          <p:spPr>
            <a:xfrm>
              <a:off x="4500281" y="2114029"/>
              <a:ext cx="1628877" cy="1544691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BC74934-A1F7-0439-F9C2-8BD955474EB7}"/>
              </a:ext>
            </a:extLst>
          </p:cNvPr>
          <p:cNvGrpSpPr/>
          <p:nvPr/>
        </p:nvGrpSpPr>
        <p:grpSpPr>
          <a:xfrm>
            <a:off x="9969000" y="2704143"/>
            <a:ext cx="1862004" cy="1964215"/>
            <a:chOff x="6484688" y="1764846"/>
            <a:chExt cx="1862004" cy="1964215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EB12F8A-762E-A253-B74B-2E25106281E4}"/>
                </a:ext>
              </a:extLst>
            </p:cNvPr>
            <p:cNvSpPr/>
            <p:nvPr/>
          </p:nvSpPr>
          <p:spPr bwMode="auto">
            <a:xfrm>
              <a:off x="6484688" y="1764846"/>
              <a:ext cx="1862004" cy="1964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Gold Lakehouse</a:t>
              </a: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49E83AF2-6C4E-7EB6-F3AB-C7E4DA0587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824"/>
            <a:stretch>
              <a:fillRect/>
            </a:stretch>
          </p:blipFill>
          <p:spPr>
            <a:xfrm>
              <a:off x="6676318" y="2114028"/>
              <a:ext cx="1478902" cy="1544691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CEC0545-A922-BC7C-8D19-D77896A57BC0}"/>
              </a:ext>
            </a:extLst>
          </p:cNvPr>
          <p:cNvGrpSpPr/>
          <p:nvPr/>
        </p:nvGrpSpPr>
        <p:grpSpPr>
          <a:xfrm>
            <a:off x="5499478" y="3374623"/>
            <a:ext cx="1534040" cy="554259"/>
            <a:chOff x="5590918" y="5193263"/>
            <a:chExt cx="1534040" cy="554259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C7861E43-1E25-596B-023F-91C0AC69A040}"/>
                </a:ext>
              </a:extLst>
            </p:cNvPr>
            <p:cNvSpPr/>
            <p:nvPr/>
          </p:nvSpPr>
          <p:spPr bwMode="auto">
            <a:xfrm>
              <a:off x="5590918" y="5254519"/>
              <a:ext cx="1534040" cy="431748"/>
            </a:xfrm>
            <a:prstGeom prst="rightArrow">
              <a:avLst>
                <a:gd name="adj1" fmla="val 68275"/>
                <a:gd name="adj2" fmla="val 77177"/>
              </a:avLst>
            </a:prstGeom>
            <a:solidFill>
              <a:srgbClr val="8A0000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22960" tIns="146304" rIns="9144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Build</a:t>
              </a:r>
            </a:p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Silver</a:t>
              </a:r>
            </a:p>
          </p:txBody>
        </p:sp>
        <p:pic>
          <p:nvPicPr>
            <p:cNvPr id="78" name="Picture 77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4D118B45-CEA8-48B3-EEFC-85395CC245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29" t="2386" r="12234" b="4895"/>
            <a:stretch>
              <a:fillRect/>
            </a:stretch>
          </p:blipFill>
          <p:spPr>
            <a:xfrm>
              <a:off x="5699737" y="5193263"/>
              <a:ext cx="567031" cy="554259"/>
            </a:xfrm>
            <a:prstGeom prst="rect">
              <a:avLst/>
            </a:prstGeom>
            <a:solidFill>
              <a:schemeClr val="bg1"/>
            </a:solidFill>
          </p:spPr>
        </p:pic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D814C11-0944-F7E9-07FE-8B3B80F798F3}"/>
              </a:ext>
            </a:extLst>
          </p:cNvPr>
          <p:cNvGrpSpPr/>
          <p:nvPr/>
        </p:nvGrpSpPr>
        <p:grpSpPr>
          <a:xfrm>
            <a:off x="8781158" y="3384783"/>
            <a:ext cx="1534040" cy="554259"/>
            <a:chOff x="5590918" y="5193263"/>
            <a:chExt cx="1534040" cy="554259"/>
          </a:xfrm>
        </p:grpSpPr>
        <p:sp>
          <p:nvSpPr>
            <p:cNvPr id="54" name="Arrow: Right 53">
              <a:extLst>
                <a:ext uri="{FF2B5EF4-FFF2-40B4-BE49-F238E27FC236}">
                  <a16:creationId xmlns:a16="http://schemas.microsoft.com/office/drawing/2014/main" id="{13C917E7-FBB1-FA5A-5FEC-0CD8571058C5}"/>
                </a:ext>
              </a:extLst>
            </p:cNvPr>
            <p:cNvSpPr/>
            <p:nvPr/>
          </p:nvSpPr>
          <p:spPr bwMode="auto">
            <a:xfrm>
              <a:off x="5590918" y="5254519"/>
              <a:ext cx="1534040" cy="431748"/>
            </a:xfrm>
            <a:prstGeom prst="rightArrow">
              <a:avLst>
                <a:gd name="adj1" fmla="val 68275"/>
                <a:gd name="adj2" fmla="val 77177"/>
              </a:avLst>
            </a:prstGeom>
            <a:solidFill>
              <a:srgbClr val="8A0000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22960" tIns="146304" rIns="9144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Build</a:t>
              </a:r>
            </a:p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 err="1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Gols</a:t>
              </a:r>
              <a:endParaRPr lang="en-US" sz="9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55" name="Picture 54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55B77B4C-4B77-000B-12CA-CE7017878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29" t="2386" r="12234" b="4895"/>
            <a:stretch>
              <a:fillRect/>
            </a:stretch>
          </p:blipFill>
          <p:spPr>
            <a:xfrm>
              <a:off x="5699737" y="5193263"/>
              <a:ext cx="567031" cy="554259"/>
            </a:xfrm>
            <a:prstGeom prst="rect">
              <a:avLst/>
            </a:prstGeom>
            <a:solidFill>
              <a:schemeClr val="bg1"/>
            </a:solidFill>
          </p:spPr>
        </p:pic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FF0331C6-496E-9E07-68D0-E5BC2BE82166}"/>
              </a:ext>
            </a:extLst>
          </p:cNvPr>
          <p:cNvSpPr/>
          <p:nvPr/>
        </p:nvSpPr>
        <p:spPr bwMode="auto">
          <a:xfrm>
            <a:off x="6000484" y="699969"/>
            <a:ext cx="3538187" cy="1314583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864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rgbClr val="8A0000"/>
                </a:solidFill>
                <a:ea typeface="Segoe UI" pitchFamily="34" charset="0"/>
                <a:cs typeface="Segoe UI" pitchFamily="34" charset="0"/>
              </a:rPr>
              <a:t>Create Lakehouse Tables</a:t>
            </a:r>
          </a:p>
        </p:txBody>
      </p:sp>
      <p:pic>
        <p:nvPicPr>
          <p:cNvPr id="12" name="Picture 11" descr="A blue and white sign with waves&#10;&#10;Description automatically generated">
            <a:extLst>
              <a:ext uri="{FF2B5EF4-FFF2-40B4-BE49-F238E27FC236}">
                <a16:creationId xmlns:a16="http://schemas.microsoft.com/office/drawing/2014/main" id="{71FBA56E-A708-E20C-CB36-C3E9CB4960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0103" y="1358173"/>
            <a:ext cx="58194" cy="5513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" name="Picture 13" descr="A blue and white sign with waves&#10;&#10;Description automatically generated">
            <a:extLst>
              <a:ext uri="{FF2B5EF4-FFF2-40B4-BE49-F238E27FC236}">
                <a16:creationId xmlns:a16="http://schemas.microsoft.com/office/drawing/2014/main" id="{C43FF1DE-987C-E335-7114-48D02E112167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6672" y="1186660"/>
            <a:ext cx="58194" cy="176435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ED2DE7F-40AC-85AB-8AD5-D3E4D092BA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8787" y="1192263"/>
            <a:ext cx="3529884" cy="814458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40000"/>
                <a:lumOff val="60000"/>
              </a:schemeClr>
            </a:solidFill>
          </a:ln>
        </p:spPr>
      </p:pic>
      <p:pic>
        <p:nvPicPr>
          <p:cNvPr id="10" name="Picture 9" descr="A green and white button&#10;&#10;AI-generated content may be incorrect.">
            <a:extLst>
              <a:ext uri="{FF2B5EF4-FFF2-40B4-BE49-F238E27FC236}">
                <a16:creationId xmlns:a16="http://schemas.microsoft.com/office/drawing/2014/main" id="{EE44CFAA-B56C-7014-EE1D-608DA522DB9E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84" y="679311"/>
            <a:ext cx="502581" cy="502581"/>
          </a:xfrm>
          <a:prstGeom prst="rect">
            <a:avLst/>
          </a:prstGeom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C5FD487-A1C9-5712-8C43-CC4441F50920}"/>
              </a:ext>
            </a:extLst>
          </p:cNvPr>
          <p:cNvCxnSpPr>
            <a:cxnSpLocks/>
          </p:cNvCxnSpPr>
          <p:nvPr/>
        </p:nvCxnSpPr>
        <p:spPr>
          <a:xfrm flipH="1">
            <a:off x="6039072" y="1875515"/>
            <a:ext cx="697040" cy="1426942"/>
          </a:xfrm>
          <a:prstGeom prst="straightConnector1">
            <a:avLst/>
          </a:prstGeom>
          <a:ln w="57150">
            <a:solidFill>
              <a:schemeClr val="accent5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BCA4A3B-1402-025E-F2BB-CF2F0E45A034}"/>
              </a:ext>
            </a:extLst>
          </p:cNvPr>
          <p:cNvCxnSpPr>
            <a:cxnSpLocks/>
          </p:cNvCxnSpPr>
          <p:nvPr/>
        </p:nvCxnSpPr>
        <p:spPr>
          <a:xfrm>
            <a:off x="8688128" y="1845887"/>
            <a:ext cx="357285" cy="1456570"/>
          </a:xfrm>
          <a:prstGeom prst="straightConnector1">
            <a:avLst/>
          </a:prstGeom>
          <a:ln w="57150">
            <a:solidFill>
              <a:schemeClr val="accent5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608E892-D7FF-1E25-BB45-9E5E0CBEBA1D}"/>
              </a:ext>
            </a:extLst>
          </p:cNvPr>
          <p:cNvSpPr/>
          <p:nvPr/>
        </p:nvSpPr>
        <p:spPr bwMode="auto">
          <a:xfrm>
            <a:off x="264160" y="2633801"/>
            <a:ext cx="1557294" cy="1964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46304" rIns="9144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Azure Storage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Account</a:t>
            </a:r>
          </a:p>
        </p:txBody>
      </p:sp>
      <p:pic>
        <p:nvPicPr>
          <p:cNvPr id="5" name="Picture 4" descr="Azure Storage Accounts Icon - Free SVG ...">
            <a:extLst>
              <a:ext uri="{FF2B5EF4-FFF2-40B4-BE49-F238E27FC236}">
                <a16:creationId xmlns:a16="http://schemas.microsoft.com/office/drawing/2014/main" id="{9B84558D-2897-A98A-9FBC-1D3DFBAD88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73" y="3203346"/>
            <a:ext cx="1119609" cy="111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889793"/>
      </p:ext>
    </p:extLst>
  </p:cSld>
  <p:clrMapOvr>
    <a:masterClrMapping/>
  </p:clrMapOvr>
  <p:transition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89EB56-92F7-0CF1-0AF1-D766E1DF0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8" y="727545"/>
            <a:ext cx="9906000" cy="43123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7654333"/>
      </p:ext>
    </p:extLst>
  </p:cSld>
  <p:clrMapOvr>
    <a:masterClrMapping/>
  </p:clrMapOvr>
  <p:transition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0A39F7-7827-5AFA-87B2-FB27174B6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277" y="738953"/>
            <a:ext cx="5849864" cy="387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01302"/>
      </p:ext>
    </p:extLst>
  </p:cSld>
  <p:clrMapOvr>
    <a:masterClrMapping/>
  </p:clrMapOvr>
  <p:transition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402E37-D0FA-15AF-B10D-5675B5FF6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2442" y="2125471"/>
            <a:ext cx="7811590" cy="27435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0201287"/>
      </p:ext>
    </p:extLst>
  </p:cSld>
  <p:clrMapOvr>
    <a:masterClrMapping/>
  </p:clrMapOvr>
  <p:transition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6C47B9-120E-E590-EA2C-10295298F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134" y="977153"/>
            <a:ext cx="8427978" cy="47423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04692953"/>
      </p:ext>
    </p:extLst>
  </p:cSld>
  <p:clrMapOvr>
    <a:masterClrMapping/>
  </p:clrMapOvr>
  <p:transition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9D9DD7-8D79-D6A9-33C5-AEA4946C6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612" y="480558"/>
            <a:ext cx="5208897" cy="48624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5849808"/>
      </p:ext>
    </p:extLst>
  </p:cSld>
  <p:clrMapOvr>
    <a:masterClrMapping/>
  </p:clrMapOvr>
  <p:transition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4F7D07-4F39-8FDC-D005-F7F4BEA9C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95" y="453255"/>
            <a:ext cx="4375848" cy="28081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C0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F5E978-A4E6-A8F8-FEF3-4749240A4C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30"/>
          <a:stretch>
            <a:fillRect/>
          </a:stretch>
        </p:blipFill>
        <p:spPr>
          <a:xfrm>
            <a:off x="1250256" y="529811"/>
            <a:ext cx="6095095" cy="35849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21406356"/>
      </p:ext>
    </p:extLst>
  </p:cSld>
  <p:clrMapOvr>
    <a:masterClrMapping/>
  </p:clrMapOvr>
  <p:transition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B54D17-3C13-F4C0-D651-DD2268B1B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495" y="1277627"/>
            <a:ext cx="5066010" cy="30343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16943527"/>
      </p:ext>
    </p:extLst>
  </p:cSld>
  <p:clrMapOvr>
    <a:masterClrMapping/>
  </p:clrMapOvr>
  <p:transition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24B34F-21F6-EC3C-61E6-C469EC316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71" y="922416"/>
            <a:ext cx="10786969" cy="451303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5722299"/>
      </p:ext>
    </p:extLst>
  </p:cSld>
  <p:clrMapOvr>
    <a:masterClrMapping/>
  </p:clrMapOvr>
  <p:transition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C462D9-C5C8-8FF8-5F05-F872D822B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058" y="1219368"/>
            <a:ext cx="7316718" cy="28408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876E70-F058-D8F3-3A4A-90318E537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401" y="761999"/>
            <a:ext cx="4139857" cy="5470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7136190-036D-E51B-F9BC-5A19F13E5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29" y="789222"/>
            <a:ext cx="11029016" cy="30222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E4217C-0B25-DFE1-0E5B-655639AB6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129969"/>
            <a:ext cx="9412013" cy="47345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DEB22C-9335-A702-9548-875C164E7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19" y="989427"/>
            <a:ext cx="10983858" cy="34199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C06D11-EC22-0347-C4C8-0F29CADD3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255" y="1133175"/>
            <a:ext cx="8249801" cy="2953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E2BF71-C119-FB27-2C28-766CD764C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964" y="533930"/>
            <a:ext cx="9187735" cy="56630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87455031"/>
      </p:ext>
    </p:extLst>
  </p:cSld>
  <p:clrMapOvr>
    <a:masterClrMapping/>
  </p:clrMapOvr>
  <p:transition>
    <p:fade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6C67E7-2B52-73C5-5AFD-176FAF53B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703" y="808355"/>
            <a:ext cx="2442876" cy="230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774511"/>
      </p:ext>
    </p:extLst>
  </p:cSld>
  <p:clrMapOvr>
    <a:masterClrMapping/>
  </p:clrMapOvr>
  <p:transition>
    <p:fade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DCC9FE-FDF8-87B1-D54D-34AF76D23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618" y="1246094"/>
            <a:ext cx="8873237" cy="40781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16333041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25824</TotalTime>
  <Words>786</Words>
  <Application>Microsoft Office PowerPoint</Application>
  <PresentationFormat>Custom</PresentationFormat>
  <Paragraphs>399</Paragraphs>
  <Slides>83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83</vt:i4>
      </vt:variant>
    </vt:vector>
  </HeadingPairs>
  <TitlesOfParts>
    <vt:vector size="91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 Best Practices with Fabric CI-CD Diagrams, Images and Screenshots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86</cp:revision>
  <cp:lastPrinted>2025-03-29T10:59:42Z</cp:lastPrinted>
  <dcterms:created xsi:type="dcterms:W3CDTF">2018-09-21T01:16:59Z</dcterms:created>
  <dcterms:modified xsi:type="dcterms:W3CDTF">2026-05-31T22:17:20Z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