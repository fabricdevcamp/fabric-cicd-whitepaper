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551" r:id="rId4"/>
    <p:sldMasterId id="2147484576" r:id="rId5"/>
  </p:sldMasterIdLst>
  <p:notesMasterIdLst>
    <p:notesMasterId r:id="rId11"/>
  </p:notesMasterIdLst>
  <p:handoutMasterIdLst>
    <p:handoutMasterId r:id="rId12"/>
  </p:handoutMasterIdLst>
  <p:sldIdLst>
    <p:sldId id="2147482125" r:id="rId6"/>
    <p:sldId id="2147482170" r:id="rId7"/>
    <p:sldId id="2147482171" r:id="rId8"/>
    <p:sldId id="2147482172" r:id="rId9"/>
    <p:sldId id="2147482173" r:id="rId10"/>
  </p:sldIdLst>
  <p:sldSz cx="12436475" cy="6994525"/>
  <p:notesSz cx="7010400" cy="9296400"/>
  <p:defaultTextStyle>
    <a:defPPr>
      <a:defRPr lang="en-US"/>
    </a:defPPr>
    <a:lvl1pPr marL="0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66371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32742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99113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65484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331856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98226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64597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730969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1E73487-5996-4DE0-B97B-80AE53F81838}">
          <p14:sldIdLst>
            <p14:sldId id="2147482125"/>
            <p14:sldId id="2147482170"/>
            <p14:sldId id="2147482171"/>
            <p14:sldId id="2147482172"/>
            <p14:sldId id="2147482173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928" userDrawn="1">
          <p15:clr>
            <a:srgbClr val="A4A3A4"/>
          </p15:clr>
        </p15:guide>
        <p15:guide id="2" pos="2208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50CFE33-38B5-93F4-CBDC-19387157439A}" name="Fretz Nuson" initials="FN" userId="S::frnuson@microsoft.com::4f89d152-8c61-4ebe-9979-f75548eb188f" providerId="AD"/>
  <p188:author id="{29F777B8-775D-FF4A-5EC6-49912B8B8FCB}" name="Nimrod Shalit" initials="NS" userId="S::nishalit@microsoft.com::13d05e46-027d-46c3-aabb-ccf1744354f1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aku Uchikawa" initials="SU" lastIdx="11" clrIdx="0"/>
  <p:cmAuthor id="7" name="Jasper Hedegaard Bojsen" initials="JHB" lastIdx="2" clrIdx="7">
    <p:extLst>
      <p:ext uri="{19B8F6BF-5375-455C-9EA6-DF929625EA0E}">
        <p15:presenceInfo xmlns:p15="http://schemas.microsoft.com/office/powerpoint/2012/main" userId="S::jasperhb@microsoft.com::e917db92-6445-433e-ac97-2eab88ce737d" providerId="AD"/>
      </p:ext>
    </p:extLst>
  </p:cmAuthor>
  <p:cmAuthor id="1" name="Mary Feil-Jacobs" initials="MFJ" lastIdx="43" clrIdx="1"/>
  <p:cmAuthor id="8" name="Gordon Macdonald" initials="GM" lastIdx="10" clrIdx="8">
    <p:extLst>
      <p:ext uri="{19B8F6BF-5375-455C-9EA6-DF929625EA0E}">
        <p15:presenceInfo xmlns:p15="http://schemas.microsoft.com/office/powerpoint/2012/main" userId="419a06e8ae266e15" providerId="Windows Live"/>
      </p:ext>
    </p:extLst>
  </p:cmAuthor>
  <p:cmAuthor id="2" name="Monica Lueder" initials="ML" lastIdx="22" clrIdx="2"/>
  <p:cmAuthor id="3" name="Mary Feil-Jacobs" initials="MF" lastIdx="22" clrIdx="3"/>
  <p:cmAuthor id="4" name="Angela Powell" initials="AP" lastIdx="9" clrIdx="4">
    <p:extLst>
      <p:ext uri="{19B8F6BF-5375-455C-9EA6-DF929625EA0E}">
        <p15:presenceInfo xmlns:p15="http://schemas.microsoft.com/office/powerpoint/2012/main" userId="cf7d67635d593fc2" providerId="Windows Live"/>
      </p:ext>
    </p:extLst>
  </p:cmAuthor>
  <p:cmAuthor id="5" name="Andrew Cook" initials="AC" lastIdx="7" clrIdx="5">
    <p:extLst>
      <p:ext uri="{19B8F6BF-5375-455C-9EA6-DF929625EA0E}">
        <p15:presenceInfo xmlns:p15="http://schemas.microsoft.com/office/powerpoint/2012/main" userId="S-1-5-21-2127521184-1604012920-1887927527-2644137" providerId="AD"/>
      </p:ext>
    </p:extLst>
  </p:cmAuthor>
  <p:cmAuthor id="6" name="Olga Masek" initials="OM" lastIdx="13" clrIdx="6">
    <p:extLst>
      <p:ext uri="{19B8F6BF-5375-455C-9EA6-DF929625EA0E}">
        <p15:presenceInfo xmlns:p15="http://schemas.microsoft.com/office/powerpoint/2012/main" userId="S-1-5-21-2127521184-1604012920-1887927527-1660900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0000"/>
    <a:srgbClr val="C00000"/>
    <a:srgbClr val="FFB9FF"/>
    <a:srgbClr val="FFFFFF"/>
    <a:srgbClr val="6C0000"/>
    <a:srgbClr val="89FFF1"/>
    <a:srgbClr val="FFCDFF"/>
    <a:srgbClr val="D9E6FF"/>
    <a:srgbClr val="FFCCCC"/>
    <a:srgbClr val="DAA520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987" autoAdjust="0"/>
    <p:restoredTop sz="94224" autoAdjust="0"/>
  </p:normalViewPr>
  <p:slideViewPr>
    <p:cSldViewPr snapToGrid="0">
      <p:cViewPr varScale="1">
        <p:scale>
          <a:sx n="85" d="100"/>
          <a:sy n="85" d="100"/>
        </p:scale>
        <p:origin x="40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commentAuthors" Target="commentAuthors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15" Type="http://schemas.openxmlformats.org/officeDocument/2006/relationships/viewProps" Target="viewProps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eader Placeholder 5"/>
          <p:cNvSpPr>
            <a:spLocks noGrp="1"/>
          </p:cNvSpPr>
          <p:nvPr>
            <p:ph type="hdr" sz="quarter"/>
          </p:nvPr>
        </p:nvSpPr>
        <p:spPr>
          <a:xfrm>
            <a:off x="0" y="-117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r>
              <a:rPr lang="en-US">
                <a:latin typeface="Segoe UI" pitchFamily="34" charset="0"/>
              </a:rPr>
              <a:t>Power BI Dev Camp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r>
              <a:rPr lang="en-US">
                <a:latin typeface="Segoe UI" pitchFamily="34" charset="0"/>
              </a:rPr>
              <a:t>8/27/2020</a:t>
            </a:r>
          </a:p>
        </p:txBody>
      </p:sp>
    </p:spTree>
    <p:extLst>
      <p:ext uri="{BB962C8B-B14F-4D97-AF65-F5344CB8AC3E}">
        <p14:creationId xmlns:p14="http://schemas.microsoft.com/office/powerpoint/2010/main" val="3904595630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20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81395" units="1/cm"/>
          <inkml:channelProperty channel="T" name="resolution" value="1" units="1/dev"/>
        </inkml:channelProperties>
      </inkml:inkSource>
      <inkml:timestamp xml:id="ts0" timeString="2026-02-04T16:50:59.79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162 8691 0,'54'180'32,"18"162"-17,-36-198-15,18 36 16,72 215-1,-108-287 1,-18-72 0,0 36-1,0 54 1,-72 162 0,36 0-1,36-198 1,0-54-1,-18-36 79,18-36-94</inkml:trace>
  <inkml:trace contextRef="#ctx0" brushRef="#br0" timeOffset="1830.34">1367 12254 0,'0'72'47,"0"-36"-32,0 18 1,0-1-1,36 145 1,216 486 0,-36-270-1,-108-162 1,-90-180 0,0-72 109,-90 90-16</inkml:trace>
  <inkml:trace contextRef="#ctx0" brushRef="#br0" timeOffset="4712.46">3491 16194 0,'0'36'47,"0"54"-16,0-36-15,-18 0-1,-18-18 1,18 18-1,0 18 1,0-18 0,-18 36-1,18-54 79,-144 468-78,162-486-1,-18 18 1,0 18 0,18-18-1,-18 18 1,18 18-1,0-18 1,0 0 0,0 0-1,18 18 1,-18-36 0,18-18-1,-18 18 1,18-36 156,0 0-157,0 0-15,18 0 32,18 18-17,-36 0 1,18 0-1,0-18 1,-18 0 0,36 0 140,-36 0-125,0 0-15,-18 18-1,18-18 1,18-18 93,18-18-93,17 0 0,-35 18-1,-36 0 1,18 0 62,0 18-15,18 18 46,-18 0-93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>
                <a:latin typeface="Segoe UI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Image Placeholder 8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4"/>
          </p:nvPr>
        </p:nvSpPr>
        <p:spPr>
          <a:xfrm>
            <a:off x="0" y="8831580"/>
            <a:ext cx="6052312" cy="361897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marL="582359" indent="0" algn="l">
              <a:defRPr sz="1200"/>
            </a:lvl1pPr>
          </a:lstStyle>
          <a:p>
            <a:pPr defTabSz="931467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>
                <a:latin typeface="Segoe UI" pitchFamily="34" charset="0"/>
              </a:defRPr>
            </a:lvl1pPr>
          </a:lstStyle>
          <a:p>
            <a:fld id="{DCE60099-03E7-4FA1-8A7F-E6E6CFB0F855}" type="datetime8">
              <a:rPr lang="en-US" smtClean="0"/>
              <a:t>2/6/2026 1:22 PM</a:t>
            </a:fld>
            <a:endParaRPr lang="en-US"/>
          </a:p>
        </p:txBody>
      </p:sp>
      <p:sp>
        <p:nvSpPr>
          <p:cNvPr id="12" name="Notes Placeholder 11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5"/>
          </p:nvPr>
        </p:nvSpPr>
        <p:spPr>
          <a:xfrm>
            <a:off x="6040627" y="8829967"/>
            <a:ext cx="96815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>
                <a:latin typeface="Segoe UI" pitchFamily="34" charset="0"/>
              </a:defRPr>
            </a:lvl1pPr>
          </a:lstStyle>
          <a:p>
            <a:fld id="{B4008EB6-D09E-4580-8CD6-DDB14511944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648265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32742" rtl="0" eaLnBrk="1" latinLnBrk="0" hangingPunct="1">
      <a:lnSpc>
        <a:spcPct val="90000"/>
      </a:lnSpc>
      <a:spcAft>
        <a:spcPts val="340"/>
      </a:spcAft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1pPr>
    <a:lvl2pPr marL="217262" indent="-107956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2pPr>
    <a:lvl3pPr marL="334664" indent="-117403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3pPr>
    <a:lvl4pPr marL="492551" indent="-149789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4pPr>
    <a:lvl5pPr marL="627496" indent="-117403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5pPr>
    <a:lvl6pPr marL="2331856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98226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64597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730969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112E7-2001-8DAA-B9A3-DC4183809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56D5BD-A1E8-0FD4-86AA-ECB650A1C0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A5E660-C143-6798-91FC-5E29522B29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D2F3DFED-BC5A-2EF8-9001-B078ABBD8572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226E49-2D4A-5D67-0560-9A72F357E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31467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5400C5-C7DE-BB67-8261-0D05B9A5161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9489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">
    <p:bg>
      <p:bgPr>
        <a:gradFill>
          <a:gsLst>
            <a:gs pos="0">
              <a:srgbClr val="074C49"/>
            </a:gs>
            <a:gs pos="91000">
              <a:srgbClr val="177D71"/>
            </a:gs>
            <a:gs pos="57000">
              <a:srgbClr val="09524D"/>
            </a:gs>
            <a:gs pos="100000">
              <a:srgbClr val="2AAC94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1D2F9142-6251-4BB1-B90A-DAFD69D513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79478" y="5701249"/>
            <a:ext cx="9538522" cy="55399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180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defRPr sz="1800">
                <a:solidFill>
                  <a:schemeClr val="bg1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050"/>
            </a:lvl5pPr>
          </a:lstStyle>
          <a:p>
            <a:pPr lvl="0"/>
            <a:r>
              <a:rPr lang="en-US"/>
              <a:t>Author name</a:t>
            </a:r>
          </a:p>
          <a:p>
            <a:pPr lvl="1"/>
            <a:r>
              <a:rPr lang="en-US"/>
              <a:t>Date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AABBF63-5EE7-4625-A83E-A114729508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8425" y="2971771"/>
            <a:ext cx="9527637" cy="1760354"/>
          </a:xfrm>
          <a:prstGeom prst="rect">
            <a:avLst/>
          </a:prstGeom>
          <a:noFill/>
        </p:spPr>
        <p:txBody>
          <a:bodyPr lIns="0" tIns="0" rIns="0" bIns="182880" anchor="ctr" anchorCtr="0"/>
          <a:lstStyle>
            <a:lvl1pPr algn="l">
              <a:lnSpc>
                <a:spcPts val="6400"/>
              </a:lnSpc>
              <a:spcBef>
                <a:spcPts val="1200"/>
              </a:spcBef>
              <a:defRPr sz="4800" strike="noStrike" spc="-50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Microsoft 365</a:t>
            </a:r>
            <a:br>
              <a:rPr lang="en-US"/>
            </a:br>
            <a:r>
              <a:rPr lang="en-US"/>
              <a:t>title or event name</a:t>
            </a:r>
          </a:p>
        </p:txBody>
      </p:sp>
    </p:spTree>
    <p:extLst>
      <p:ext uri="{BB962C8B-B14F-4D97-AF65-F5344CB8AC3E}">
        <p14:creationId xmlns:p14="http://schemas.microsoft.com/office/powerpoint/2010/main" val="12293624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A93C211-F143-4006-8107-BF13D04E1695}"/>
              </a:ext>
            </a:extLst>
          </p:cNvPr>
          <p:cNvSpPr/>
          <p:nvPr userDrawn="1"/>
        </p:nvSpPr>
        <p:spPr bwMode="auto">
          <a:xfrm>
            <a:off x="0" y="0"/>
            <a:ext cx="12436475" cy="876300"/>
          </a:xfrm>
          <a:prstGeom prst="rect">
            <a:avLst/>
          </a:prstGeom>
          <a:gradFill>
            <a:gsLst>
              <a:gs pos="699">
                <a:srgbClr val="198375"/>
              </a:gs>
              <a:gs pos="20000">
                <a:srgbClr val="074C49"/>
              </a:gs>
              <a:gs pos="100000">
                <a:srgbClr val="177D71"/>
              </a:gs>
              <a:gs pos="80000">
                <a:srgbClr val="09524D"/>
              </a:gs>
            </a:gsLst>
            <a:lin ang="5400000" scaled="1"/>
          </a:gradFill>
          <a:ln w="63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itle 6">
            <a:extLst>
              <a:ext uri="{FF2B5EF4-FFF2-40B4-BE49-F238E27FC236}">
                <a16:creationId xmlns:a16="http://schemas.microsoft.com/office/drawing/2014/main" id="{1C8B02FA-354D-43D3-8580-ADA122EBA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4" y="190500"/>
            <a:ext cx="11801475" cy="498598"/>
          </a:xfrm>
        </p:spPr>
        <p:txBody>
          <a:bodyPr/>
          <a:lstStyle>
            <a:lvl1pPr>
              <a:defRPr sz="3600"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C77C8461-B493-4219-963C-CB09253890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170303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85750" indent="-285750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2800" b="0">
                <a:latin typeface="+mn-lt"/>
              </a:defRPr>
            </a:lvl1pPr>
            <a:lvl2pPr marL="628650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400"/>
            </a:lvl2pPr>
            <a:lvl3pPr marL="914400" indent="-285750">
              <a:lnSpc>
                <a:spcPts val="2400"/>
              </a:lnSpc>
              <a:buFont typeface="Arial" panose="020B0604020202020204" pitchFamily="34" charset="0"/>
              <a:buChar char="•"/>
              <a:defRPr sz="1800" b="0">
                <a:solidFill>
                  <a:schemeClr val="tx1"/>
                </a:solidFill>
                <a:latin typeface="+mn-lt"/>
              </a:defRPr>
            </a:lvl3pPr>
            <a:lvl4pPr marL="344488" indent="0">
              <a:buNone/>
              <a:defRPr sz="1800" b="1">
                <a:latin typeface="Lucida Console" panose="020B0609040504020204" pitchFamily="49" charset="0"/>
                <a:cs typeface="Arial" panose="020B0604020202020204" pitchFamily="34" charset="0"/>
              </a:defRPr>
            </a:lvl4pPr>
            <a:lvl5pPr marL="796925" indent="0">
              <a:buNone/>
              <a:defRPr sz="1400" b="1">
                <a:latin typeface="Lucida Console" panose="020B060904050402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711458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mal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35625A6-8780-1DA4-1824-CD835931F04A}"/>
              </a:ext>
            </a:extLst>
          </p:cNvPr>
          <p:cNvSpPr/>
          <p:nvPr userDrawn="1"/>
        </p:nvSpPr>
        <p:spPr bwMode="auto">
          <a:xfrm>
            <a:off x="0" y="0"/>
            <a:ext cx="12436475" cy="876300"/>
          </a:xfrm>
          <a:prstGeom prst="rect">
            <a:avLst/>
          </a:prstGeom>
          <a:gradFill>
            <a:gsLst>
              <a:gs pos="699">
                <a:srgbClr val="198375"/>
              </a:gs>
              <a:gs pos="20000">
                <a:srgbClr val="074C49"/>
              </a:gs>
              <a:gs pos="100000">
                <a:srgbClr val="177D71"/>
              </a:gs>
              <a:gs pos="80000">
                <a:srgbClr val="09524D"/>
              </a:gs>
            </a:gsLst>
            <a:lin ang="5400000" scaled="1"/>
          </a:gradFill>
          <a:ln w="63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itle 6">
            <a:extLst>
              <a:ext uri="{FF2B5EF4-FFF2-40B4-BE49-F238E27FC236}">
                <a16:creationId xmlns:a16="http://schemas.microsoft.com/office/drawing/2014/main" id="{1C8B02FA-354D-43D3-8580-ADA122EBA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4" y="190500"/>
            <a:ext cx="11801475" cy="498598"/>
          </a:xfrm>
        </p:spPr>
        <p:txBody>
          <a:bodyPr/>
          <a:lstStyle>
            <a:lvl1pPr>
              <a:defRPr sz="3600"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C77C8461-B493-4219-963C-CB09253890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148758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39725" indent="-339725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400" b="0">
                <a:latin typeface="+mn-lt"/>
              </a:defRPr>
            </a:lvl1pPr>
            <a:lvl2pPr marL="569913" indent="-225425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000"/>
            </a:lvl2pPr>
            <a:lvl3pPr marL="569912" indent="0">
              <a:lnSpc>
                <a:spcPct val="100000"/>
              </a:lnSpc>
              <a:spcAft>
                <a:spcPts val="200"/>
              </a:spcAft>
              <a:buFont typeface="Arial" panose="020B0604020202020204" pitchFamily="34" charset="0"/>
              <a:buNone/>
              <a:defRPr sz="1400" b="1">
                <a:solidFill>
                  <a:schemeClr val="accent5">
                    <a:lumMod val="50000"/>
                  </a:schemeClr>
                </a:solidFill>
                <a:latin typeface="Lucida Console" panose="020B0609040504020204" pitchFamily="49" charset="0"/>
              </a:defRPr>
            </a:lvl3pPr>
            <a:lvl4pPr marL="403225" indent="0">
              <a:buNone/>
              <a:defRPr sz="1600">
                <a:latin typeface="Lucida Console" panose="020B0609040504020204" pitchFamily="49" charset="0"/>
                <a:cs typeface="Arial" panose="020B0604020202020204" pitchFamily="34" charset="0"/>
              </a:defRPr>
            </a:lvl4pPr>
            <a:lvl5pPr marL="747713" indent="0">
              <a:buNone/>
              <a:defRPr sz="1400">
                <a:latin typeface="Lucida Console" panose="020B0609040504020204" pitchFamily="49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784389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No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D02E36C-0871-E1E8-C7B9-7CFB9C124C55}"/>
              </a:ext>
            </a:extLst>
          </p:cNvPr>
          <p:cNvSpPr/>
          <p:nvPr userDrawn="1"/>
        </p:nvSpPr>
        <p:spPr bwMode="auto">
          <a:xfrm>
            <a:off x="0" y="0"/>
            <a:ext cx="12436475" cy="876300"/>
          </a:xfrm>
          <a:prstGeom prst="rect">
            <a:avLst/>
          </a:prstGeom>
          <a:gradFill>
            <a:gsLst>
              <a:gs pos="699">
                <a:srgbClr val="198375"/>
              </a:gs>
              <a:gs pos="20000">
                <a:srgbClr val="074C49"/>
              </a:gs>
              <a:gs pos="100000">
                <a:srgbClr val="177D71"/>
              </a:gs>
              <a:gs pos="80000">
                <a:srgbClr val="09524D"/>
              </a:gs>
            </a:gsLst>
            <a:lin ang="5400000" scaled="1"/>
          </a:gradFill>
          <a:ln w="63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itle 6">
            <a:extLst>
              <a:ext uri="{FF2B5EF4-FFF2-40B4-BE49-F238E27FC236}">
                <a16:creationId xmlns:a16="http://schemas.microsoft.com/office/drawing/2014/main" id="{1C8B02FA-354D-43D3-8580-ADA122EBA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4" y="190500"/>
            <a:ext cx="11801475" cy="498598"/>
          </a:xfrm>
        </p:spPr>
        <p:txBody>
          <a:bodyPr/>
          <a:lstStyle>
            <a:lvl1pPr>
              <a:defRPr sz="3600"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3418680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ery 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213531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A93C211-F143-4006-8107-BF13D04E1695}"/>
              </a:ext>
            </a:extLst>
          </p:cNvPr>
          <p:cNvSpPr/>
          <p:nvPr/>
        </p:nvSpPr>
        <p:spPr bwMode="auto">
          <a:xfrm>
            <a:off x="0" y="0"/>
            <a:ext cx="12436475" cy="876300"/>
          </a:xfrm>
          <a:prstGeom prst="rect">
            <a:avLst/>
          </a:prstGeom>
          <a:gradFill>
            <a:gsLst>
              <a:gs pos="699">
                <a:srgbClr val="198375"/>
              </a:gs>
              <a:gs pos="20000">
                <a:srgbClr val="074C49"/>
              </a:gs>
              <a:gs pos="100000">
                <a:srgbClr val="177D71"/>
              </a:gs>
              <a:gs pos="80000">
                <a:srgbClr val="09524D"/>
              </a:gs>
            </a:gsLst>
            <a:lin ang="5400000" scaled="1"/>
          </a:gradFill>
          <a:ln w="63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28" tIns="146262" rIns="182828" bIns="14626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114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itle 6">
            <a:extLst>
              <a:ext uri="{FF2B5EF4-FFF2-40B4-BE49-F238E27FC236}">
                <a16:creationId xmlns:a16="http://schemas.microsoft.com/office/drawing/2014/main" id="{1C8B02FA-354D-43D3-8580-ADA122EBA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6" y="190500"/>
            <a:ext cx="11801475" cy="498598"/>
          </a:xfrm>
        </p:spPr>
        <p:txBody>
          <a:bodyPr/>
          <a:lstStyle>
            <a:lvl1pPr>
              <a:defRPr sz="3598"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C77C8461-B493-4219-963C-CB09253890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175400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39594" indent="-339594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800" b="0">
                <a:solidFill>
                  <a:schemeClr val="tx1"/>
                </a:solidFill>
                <a:latin typeface="+mn-lt"/>
              </a:defRPr>
            </a:lvl1pPr>
            <a:lvl2pPr marL="744252" indent="-349116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400"/>
            </a:lvl2pPr>
            <a:lvl3pPr marL="747426" indent="0">
              <a:lnSpc>
                <a:spcPts val="2400"/>
              </a:lnSpc>
              <a:buNone/>
              <a:defRPr sz="1800" b="1">
                <a:solidFill>
                  <a:srgbClr val="002060"/>
                </a:solidFill>
                <a:latin typeface="Lucida Console" panose="020B0609040504020204" pitchFamily="49" charset="0"/>
              </a:defRPr>
            </a:lvl3pPr>
            <a:lvl4pPr marL="518913" indent="0">
              <a:buNone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931505" indent="-412591">
              <a:buNone/>
              <a:defRPr sz="1398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20616C0-C864-7BE9-C4CB-755BB3FB3DC3}"/>
              </a:ext>
            </a:extLst>
          </p:cNvPr>
          <p:cNvSpPr/>
          <p:nvPr userDrawn="1"/>
        </p:nvSpPr>
        <p:spPr bwMode="auto">
          <a:xfrm>
            <a:off x="0" y="0"/>
            <a:ext cx="12436475" cy="876300"/>
          </a:xfrm>
          <a:prstGeom prst="rect">
            <a:avLst/>
          </a:prstGeom>
          <a:gradFill>
            <a:gsLst>
              <a:gs pos="699">
                <a:srgbClr val="198375"/>
              </a:gs>
              <a:gs pos="20000">
                <a:srgbClr val="074C49"/>
              </a:gs>
              <a:gs pos="100000">
                <a:srgbClr val="177D71"/>
              </a:gs>
              <a:gs pos="80000">
                <a:srgbClr val="09524D"/>
              </a:gs>
            </a:gsLst>
            <a:lin ang="5400000" scaled="1"/>
          </a:gradFill>
          <a:ln w="63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28" tIns="146262" rIns="182828" bIns="14626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114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336511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2">
    <p:bg>
      <p:bgPr>
        <a:gradFill>
          <a:gsLst>
            <a:gs pos="0">
              <a:srgbClr val="074C49"/>
            </a:gs>
            <a:gs pos="91000">
              <a:srgbClr val="177D71"/>
            </a:gs>
            <a:gs pos="57000">
              <a:srgbClr val="09524D"/>
            </a:gs>
            <a:gs pos="100000">
              <a:srgbClr val="2AAC94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1D2F9142-6251-4BB1-B90A-DAFD69D513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79478" y="5701249"/>
            <a:ext cx="9538522" cy="55399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180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defRPr sz="1800">
                <a:solidFill>
                  <a:schemeClr val="bg1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050"/>
            </a:lvl5pPr>
          </a:lstStyle>
          <a:p>
            <a:pPr lvl="0"/>
            <a:r>
              <a:rPr lang="en-US"/>
              <a:t>Author name</a:t>
            </a:r>
          </a:p>
          <a:p>
            <a:pPr lvl="1"/>
            <a:r>
              <a:rPr lang="en-US"/>
              <a:t>Date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AABBF63-5EE7-4625-A83E-A114729508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8425" y="2971771"/>
            <a:ext cx="9527637" cy="1760354"/>
          </a:xfrm>
          <a:prstGeom prst="rect">
            <a:avLst/>
          </a:prstGeom>
          <a:noFill/>
        </p:spPr>
        <p:txBody>
          <a:bodyPr lIns="0" tIns="0" rIns="0" bIns="182880" anchor="ctr" anchorCtr="0"/>
          <a:lstStyle>
            <a:lvl1pPr algn="l">
              <a:lnSpc>
                <a:spcPts val="6400"/>
              </a:lnSpc>
              <a:spcBef>
                <a:spcPts val="1200"/>
              </a:spcBef>
              <a:defRPr sz="4800" strike="noStrike" spc="-50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Microsoft 365</a:t>
            </a:r>
            <a:br>
              <a:rPr lang="en-US"/>
            </a:br>
            <a:r>
              <a:rPr lang="en-US"/>
              <a:t>title or event name</a:t>
            </a:r>
          </a:p>
        </p:txBody>
      </p:sp>
    </p:spTree>
    <p:extLst>
      <p:ext uri="{BB962C8B-B14F-4D97-AF65-F5344CB8AC3E}">
        <p14:creationId xmlns:p14="http://schemas.microsoft.com/office/powerpoint/2010/main" val="1282965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A93C211-F143-4006-8107-BF13D04E1695}"/>
              </a:ext>
            </a:extLst>
          </p:cNvPr>
          <p:cNvSpPr/>
          <p:nvPr/>
        </p:nvSpPr>
        <p:spPr bwMode="auto">
          <a:xfrm>
            <a:off x="0" y="0"/>
            <a:ext cx="12436475" cy="876300"/>
          </a:xfrm>
          <a:prstGeom prst="rect">
            <a:avLst/>
          </a:prstGeom>
          <a:gradFill>
            <a:gsLst>
              <a:gs pos="699">
                <a:srgbClr val="198375"/>
              </a:gs>
              <a:gs pos="20000">
                <a:srgbClr val="074C49"/>
              </a:gs>
              <a:gs pos="100000">
                <a:srgbClr val="177D71"/>
              </a:gs>
              <a:gs pos="80000">
                <a:srgbClr val="09524D"/>
              </a:gs>
            </a:gsLst>
            <a:lin ang="5400000" scaled="1"/>
          </a:gradFill>
          <a:ln w="63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itle 6">
            <a:extLst>
              <a:ext uri="{FF2B5EF4-FFF2-40B4-BE49-F238E27FC236}">
                <a16:creationId xmlns:a16="http://schemas.microsoft.com/office/drawing/2014/main" id="{1C8B02FA-354D-43D3-8580-ADA122EBA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4" y="190500"/>
            <a:ext cx="11801475" cy="498598"/>
          </a:xfrm>
        </p:spPr>
        <p:txBody>
          <a:bodyPr/>
          <a:lstStyle>
            <a:lvl1pPr>
              <a:defRPr sz="3600"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C77C8461-B493-4219-963C-CB09253890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170303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85750" indent="-285750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2800" b="0">
                <a:latin typeface="+mn-lt"/>
              </a:defRPr>
            </a:lvl1pPr>
            <a:lvl2pPr marL="628650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400"/>
            </a:lvl2pPr>
            <a:lvl3pPr marL="914400" indent="-285750">
              <a:lnSpc>
                <a:spcPts val="2400"/>
              </a:lnSpc>
              <a:buFont typeface="Arial" panose="020B0604020202020204" pitchFamily="34" charset="0"/>
              <a:buChar char="•"/>
              <a:defRPr sz="1800" b="0">
                <a:solidFill>
                  <a:schemeClr val="tx1"/>
                </a:solidFill>
                <a:latin typeface="+mn-lt"/>
              </a:defRPr>
            </a:lvl3pPr>
            <a:lvl4pPr marL="344488" indent="0">
              <a:buNone/>
              <a:defRPr sz="1800" b="1">
                <a:latin typeface="Lucida Console" panose="020B0609040504020204" pitchFamily="49" charset="0"/>
                <a:cs typeface="Arial" panose="020B0604020202020204" pitchFamily="34" charset="0"/>
              </a:defRPr>
            </a:lvl4pPr>
            <a:lvl5pPr marL="796925" indent="0">
              <a:buNone/>
              <a:defRPr sz="1400" b="1">
                <a:latin typeface="Lucida Console" panose="020B060904050402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5D712B6-0157-8532-DCDC-4589B35076F3}"/>
              </a:ext>
            </a:extLst>
          </p:cNvPr>
          <p:cNvSpPr/>
          <p:nvPr userDrawn="1"/>
        </p:nvSpPr>
        <p:spPr bwMode="auto">
          <a:xfrm>
            <a:off x="0" y="0"/>
            <a:ext cx="12436475" cy="876300"/>
          </a:xfrm>
          <a:prstGeom prst="rect">
            <a:avLst/>
          </a:prstGeom>
          <a:gradFill>
            <a:gsLst>
              <a:gs pos="699">
                <a:srgbClr val="198375"/>
              </a:gs>
              <a:gs pos="20000">
                <a:srgbClr val="074C49"/>
              </a:gs>
              <a:gs pos="100000">
                <a:srgbClr val="177D71"/>
              </a:gs>
              <a:gs pos="80000">
                <a:srgbClr val="09524D"/>
              </a:gs>
            </a:gsLst>
            <a:lin ang="5400000" scaled="1"/>
          </a:gradFill>
          <a:ln w="63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036084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Smal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35625A6-8780-1DA4-1824-CD835931F04A}"/>
              </a:ext>
            </a:extLst>
          </p:cNvPr>
          <p:cNvSpPr/>
          <p:nvPr/>
        </p:nvSpPr>
        <p:spPr bwMode="auto">
          <a:xfrm>
            <a:off x="0" y="0"/>
            <a:ext cx="12436475" cy="876300"/>
          </a:xfrm>
          <a:prstGeom prst="rect">
            <a:avLst/>
          </a:prstGeom>
          <a:gradFill>
            <a:gsLst>
              <a:gs pos="699">
                <a:srgbClr val="198375"/>
              </a:gs>
              <a:gs pos="20000">
                <a:srgbClr val="074C49"/>
              </a:gs>
              <a:gs pos="100000">
                <a:srgbClr val="177D71"/>
              </a:gs>
              <a:gs pos="80000">
                <a:srgbClr val="09524D"/>
              </a:gs>
            </a:gsLst>
            <a:lin ang="5400000" scaled="1"/>
          </a:gradFill>
          <a:ln w="63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itle 6">
            <a:extLst>
              <a:ext uri="{FF2B5EF4-FFF2-40B4-BE49-F238E27FC236}">
                <a16:creationId xmlns:a16="http://schemas.microsoft.com/office/drawing/2014/main" id="{1C8B02FA-354D-43D3-8580-ADA122EBA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4" y="190500"/>
            <a:ext cx="11801475" cy="498598"/>
          </a:xfrm>
        </p:spPr>
        <p:txBody>
          <a:bodyPr/>
          <a:lstStyle>
            <a:lvl1pPr>
              <a:defRPr sz="3600"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C77C8461-B493-4219-963C-CB09253890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15645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39725" indent="-339725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400" b="0">
                <a:latin typeface="+mn-lt"/>
              </a:defRPr>
            </a:lvl1pPr>
            <a:lvl2pPr marL="569913" indent="-225425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000"/>
            </a:lvl2pPr>
            <a:lvl3pPr marL="574675" indent="-6350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Font typeface="Arial" panose="020B0604020202020204" pitchFamily="34" charset="0"/>
              <a:buNone/>
              <a:defRPr sz="1600" b="1">
                <a:solidFill>
                  <a:schemeClr val="accent5">
                    <a:lumMod val="75000"/>
                  </a:schemeClr>
                </a:solidFill>
                <a:latin typeface="Lucida Console" panose="020B0609040504020204" pitchFamily="49" charset="0"/>
              </a:defRPr>
            </a:lvl3pPr>
            <a:lvl4pPr marL="403225" indent="0">
              <a:buNone/>
              <a:defRPr sz="1600">
                <a:latin typeface="Lucida Console" panose="020B0609040504020204" pitchFamily="49" charset="0"/>
                <a:cs typeface="Arial" panose="020B0604020202020204" pitchFamily="34" charset="0"/>
              </a:defRPr>
            </a:lvl4pPr>
            <a:lvl5pPr marL="747713" indent="0">
              <a:buNone/>
              <a:defRPr sz="1400">
                <a:latin typeface="Lucida Console" panose="020B0609040504020204" pitchFamily="49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7E2A54D-A755-F900-5808-4CCC5C04D025}"/>
              </a:ext>
            </a:extLst>
          </p:cNvPr>
          <p:cNvSpPr/>
          <p:nvPr userDrawn="1"/>
        </p:nvSpPr>
        <p:spPr bwMode="auto">
          <a:xfrm>
            <a:off x="0" y="0"/>
            <a:ext cx="12436475" cy="876300"/>
          </a:xfrm>
          <a:prstGeom prst="rect">
            <a:avLst/>
          </a:prstGeom>
          <a:gradFill>
            <a:gsLst>
              <a:gs pos="699">
                <a:srgbClr val="198375"/>
              </a:gs>
              <a:gs pos="20000">
                <a:srgbClr val="074C49"/>
              </a:gs>
              <a:gs pos="100000">
                <a:srgbClr val="177D71"/>
              </a:gs>
              <a:gs pos="80000">
                <a:srgbClr val="09524D"/>
              </a:gs>
            </a:gsLst>
            <a:lin ang="5400000" scaled="1"/>
          </a:gradFill>
          <a:ln w="63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447007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- No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D02E36C-0871-E1E8-C7B9-7CFB9C124C55}"/>
              </a:ext>
            </a:extLst>
          </p:cNvPr>
          <p:cNvSpPr/>
          <p:nvPr/>
        </p:nvSpPr>
        <p:spPr bwMode="auto">
          <a:xfrm>
            <a:off x="0" y="0"/>
            <a:ext cx="12436475" cy="876300"/>
          </a:xfrm>
          <a:prstGeom prst="rect">
            <a:avLst/>
          </a:prstGeom>
          <a:gradFill>
            <a:gsLst>
              <a:gs pos="699">
                <a:srgbClr val="198375"/>
              </a:gs>
              <a:gs pos="20000">
                <a:srgbClr val="074C49"/>
              </a:gs>
              <a:gs pos="100000">
                <a:srgbClr val="177D71"/>
              </a:gs>
              <a:gs pos="80000">
                <a:srgbClr val="09524D"/>
              </a:gs>
            </a:gsLst>
            <a:lin ang="5400000" scaled="1"/>
          </a:gradFill>
          <a:ln w="63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itle 6">
            <a:extLst>
              <a:ext uri="{FF2B5EF4-FFF2-40B4-BE49-F238E27FC236}">
                <a16:creationId xmlns:a16="http://schemas.microsoft.com/office/drawing/2014/main" id="{1C8B02FA-354D-43D3-8580-ADA122EBA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4" y="190500"/>
            <a:ext cx="11801475" cy="498598"/>
          </a:xfrm>
        </p:spPr>
        <p:txBody>
          <a:bodyPr/>
          <a:lstStyle>
            <a:lvl1pPr>
              <a:defRPr sz="3600"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0F1BFE9-6D7B-E542-8545-679454897D67}"/>
              </a:ext>
            </a:extLst>
          </p:cNvPr>
          <p:cNvSpPr/>
          <p:nvPr userDrawn="1"/>
        </p:nvSpPr>
        <p:spPr bwMode="auto">
          <a:xfrm>
            <a:off x="0" y="0"/>
            <a:ext cx="12436475" cy="876300"/>
          </a:xfrm>
          <a:prstGeom prst="rect">
            <a:avLst/>
          </a:prstGeom>
          <a:gradFill>
            <a:gsLst>
              <a:gs pos="699">
                <a:srgbClr val="198375"/>
              </a:gs>
              <a:gs pos="20000">
                <a:srgbClr val="074C49"/>
              </a:gs>
              <a:gs pos="100000">
                <a:srgbClr val="177D71"/>
              </a:gs>
              <a:gs pos="80000">
                <a:srgbClr val="09524D"/>
              </a:gs>
            </a:gsLst>
            <a:lin ang="5400000" scaled="1"/>
          </a:gradFill>
          <a:ln w="63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552183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Very 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196245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screenshot of a cell phone&#10;&#10;Description generated with very high confidence">
            <a:extLst>
              <a:ext uri="{FF2B5EF4-FFF2-40B4-BE49-F238E27FC236}">
                <a16:creationId xmlns:a16="http://schemas.microsoft.com/office/drawing/2014/main" id="{B458F08C-E145-410B-B71F-F971408D4FA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249"/>
          <a:stretch/>
        </p:blipFill>
        <p:spPr>
          <a:xfrm>
            <a:off x="12539569" y="0"/>
            <a:ext cx="682920" cy="6994525"/>
          </a:xfrm>
          <a:prstGeom prst="rect">
            <a:avLst/>
          </a:prstGeom>
        </p:spPr>
      </p:pic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B656FDB8-E599-4E21-8C4B-B6B18B8B4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1EEDDA4-2C6D-4AEE-A2CD-B6768DE3C1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2168" y="1238477"/>
            <a:ext cx="11018520" cy="16127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81724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53" r:id="rId1"/>
    <p:sldLayoutId id="2147484570" r:id="rId2"/>
    <p:sldLayoutId id="2147484573" r:id="rId3"/>
    <p:sldLayoutId id="2147484572" r:id="rId4"/>
    <p:sldLayoutId id="2147484574" r:id="rId5"/>
    <p:sldLayoutId id="2147484575" r:id="rId6"/>
  </p:sldLayoutIdLst>
  <p:transition>
    <p:fade/>
  </p:transition>
  <p:hf sldNum="0" hdr="0" dt="0"/>
  <p:txStyles>
    <p:titleStyle>
      <a:lvl1pPr algn="l" defTabSz="932742" rtl="0" eaLnBrk="1" latinLnBrk="0" hangingPunct="1">
        <a:lnSpc>
          <a:spcPct val="90000"/>
        </a:lnSpc>
        <a:spcBef>
          <a:spcPct val="0"/>
        </a:spcBef>
        <a:buNone/>
        <a:defRPr lang="en-US" sz="2800" b="0" kern="1200" cap="none" spc="-50" baseline="0" dirty="0" smtClean="0">
          <a:ln w="3175">
            <a:noFill/>
          </a:ln>
          <a:solidFill>
            <a:schemeClr val="tx1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0" marR="0" indent="0" algn="l" defTabSz="932742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2400" kern="1200" spc="-50" baseline="0">
          <a:solidFill>
            <a:schemeClr val="tx1"/>
          </a:solidFill>
          <a:latin typeface="+mj-lt"/>
          <a:ea typeface="+mn-ea"/>
          <a:cs typeface="+mn-cs"/>
        </a:defRPr>
      </a:lvl1pPr>
      <a:lvl2pPr marL="0" marR="0" indent="0" algn="l" defTabSz="932742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200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0" marR="0" indent="0" algn="l" defTabSz="932742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1800" kern="1200" spc="0" baseline="0">
          <a:solidFill>
            <a:schemeClr val="tx2"/>
          </a:solidFill>
          <a:latin typeface="+mj-lt"/>
          <a:ea typeface="+mn-ea"/>
          <a:cs typeface="+mn-cs"/>
        </a:defRPr>
      </a:lvl3pPr>
      <a:lvl4pPr marL="0" marR="0" indent="0" algn="l" defTabSz="932742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1800" kern="1200" spc="0" baseline="0">
          <a:solidFill>
            <a:schemeClr val="tx1"/>
          </a:solidFill>
          <a:latin typeface="+mn-lt"/>
          <a:ea typeface="+mn-ea"/>
          <a:cs typeface="+mn-cs"/>
        </a:defRPr>
      </a:lvl4pPr>
      <a:lvl5pPr marL="0" marR="0" indent="0" algn="l" defTabSz="932742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1200" b="1" kern="1200" spc="0" baseline="0">
          <a:solidFill>
            <a:schemeClr val="tx1"/>
          </a:solidFill>
          <a:latin typeface="+mn-lt"/>
          <a:ea typeface="+mn-ea"/>
          <a:cs typeface="+mn-cs"/>
        </a:defRPr>
      </a:lvl5pPr>
      <a:lvl6pPr marL="2331854" indent="0" algn="l" defTabSz="932742" rtl="0" eaLnBrk="1" latinLnBrk="0" hangingPunct="1">
        <a:spcBef>
          <a:spcPct val="20000"/>
        </a:spcBef>
        <a:buFont typeface="Arial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32742" rtl="0" eaLnBrk="1" latinLnBrk="0" hangingPunct="1">
        <a:lnSpc>
          <a:spcPct val="100000"/>
        </a:lnSpc>
        <a:spcBef>
          <a:spcPts val="0"/>
        </a:spcBef>
        <a:spcAft>
          <a:spcPts val="0"/>
        </a:spcAft>
        <a:buFont typeface="Arial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1" pos="1349" userDrawn="1">
          <p15:clr>
            <a:srgbClr val="C35EA4"/>
          </p15:clr>
        </p15:guide>
        <p15:guide id="32" pos="1528" userDrawn="1">
          <p15:clr>
            <a:srgbClr val="C35EA4"/>
          </p15:clr>
        </p15:guide>
        <p15:guide id="33" pos="2621" userDrawn="1">
          <p15:clr>
            <a:srgbClr val="C35EA4"/>
          </p15:clr>
        </p15:guide>
        <p15:guide id="34" pos="2765" userDrawn="1">
          <p15:clr>
            <a:srgbClr val="C35EA4"/>
          </p15:clr>
        </p15:guide>
        <p15:guide id="35" pos="3854" userDrawn="1">
          <p15:clr>
            <a:srgbClr val="C35EA4"/>
          </p15:clr>
        </p15:guide>
        <p15:guide id="36" pos="4003" userDrawn="1">
          <p15:clr>
            <a:srgbClr val="C35EA4"/>
          </p15:clr>
        </p15:guide>
        <p15:guide id="37" pos="5083" userDrawn="1">
          <p15:clr>
            <a:srgbClr val="C35EA4"/>
          </p15:clr>
        </p15:guide>
        <p15:guide id="38" pos="5230" userDrawn="1">
          <p15:clr>
            <a:srgbClr val="C35EA4"/>
          </p15:clr>
        </p15:guide>
        <p15:guide id="39" pos="6323" userDrawn="1">
          <p15:clr>
            <a:srgbClr val="C35EA4"/>
          </p15:clr>
        </p15:guide>
        <p15:guide id="40" pos="6469" userDrawn="1">
          <p15:clr>
            <a:srgbClr val="C35EA4"/>
          </p15:clr>
        </p15:guide>
        <p15:guide id="41" pos="293" userDrawn="1">
          <p15:clr>
            <a:srgbClr val="F26B43"/>
          </p15:clr>
        </p15:guide>
        <p15:guide id="42" pos="7565" userDrawn="1">
          <p15:clr>
            <a:srgbClr val="F26B43"/>
          </p15:clr>
        </p15:guide>
        <p15:guide id="43" orient="horz" pos="751" userDrawn="1">
          <p15:clr>
            <a:srgbClr val="5ACBF0"/>
          </p15:clr>
        </p15:guide>
        <p15:guide id="44" orient="horz" pos="1387" userDrawn="1">
          <p15:clr>
            <a:srgbClr val="5ACBF0"/>
          </p15:clr>
        </p15:guide>
        <p15:guide id="45" orient="horz" pos="605" userDrawn="1">
          <p15:clr>
            <a:srgbClr val="5ACBF0"/>
          </p15:clr>
        </p15:guide>
        <p15:guide id="46" orient="horz" pos="1514" userDrawn="1">
          <p15:clr>
            <a:srgbClr val="5ACBF0"/>
          </p15:clr>
        </p15:guide>
        <p15:guide id="47" orient="horz" pos="2130" userDrawn="1">
          <p15:clr>
            <a:srgbClr val="5ACBF0"/>
          </p15:clr>
        </p15:guide>
        <p15:guide id="48" orient="horz" pos="2299" userDrawn="1">
          <p15:clr>
            <a:srgbClr val="5ACBF0"/>
          </p15:clr>
        </p15:guide>
        <p15:guide id="49" orient="horz" pos="283" userDrawn="1">
          <p15:clr>
            <a:srgbClr val="F26B43"/>
          </p15:clr>
        </p15:guide>
        <p15:guide id="50" orient="horz" pos="4120" userDrawn="1">
          <p15:clr>
            <a:srgbClr val="F26B43"/>
          </p15:clr>
        </p15:guide>
        <p15:guide id="51" orient="horz" pos="2891" userDrawn="1">
          <p15:clr>
            <a:srgbClr val="5ACBF0"/>
          </p15:clr>
        </p15:guide>
        <p15:guide id="52" orient="horz" pos="3019" userDrawn="1">
          <p15:clr>
            <a:srgbClr val="5ACBF0"/>
          </p15:clr>
        </p15:guide>
        <p15:guide id="53" orient="horz" pos="3643" userDrawn="1">
          <p15:clr>
            <a:srgbClr val="5ACBF0"/>
          </p15:clr>
        </p15:guide>
        <p15:guide id="54" orient="horz" pos="3763" userDrawn="1">
          <p15:clr>
            <a:srgbClr val="5ACBF0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screenshot of a cell phone&#10;&#10;Description generated with very high confidence">
            <a:extLst>
              <a:ext uri="{FF2B5EF4-FFF2-40B4-BE49-F238E27FC236}">
                <a16:creationId xmlns:a16="http://schemas.microsoft.com/office/drawing/2014/main" id="{B458F08C-E145-410B-B71F-F971408D4FA6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249"/>
          <a:stretch/>
        </p:blipFill>
        <p:spPr>
          <a:xfrm>
            <a:off x="12539569" y="0"/>
            <a:ext cx="682920" cy="6994525"/>
          </a:xfrm>
          <a:prstGeom prst="rect">
            <a:avLst/>
          </a:prstGeom>
        </p:spPr>
      </p:pic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B656FDB8-E599-4E21-8C4B-B6B18B8B4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1EEDDA4-2C6D-4AEE-A2CD-B6768DE3C1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2168" y="1238477"/>
            <a:ext cx="11018520" cy="16127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Picture 1" descr="A screenshot of a cell phone&#10;&#10;Description generated with very high confidence">
            <a:extLst>
              <a:ext uri="{FF2B5EF4-FFF2-40B4-BE49-F238E27FC236}">
                <a16:creationId xmlns:a16="http://schemas.microsoft.com/office/drawing/2014/main" id="{BF7DB54B-389F-024C-4D79-28A5DD9BCDA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249"/>
          <a:stretch/>
        </p:blipFill>
        <p:spPr>
          <a:xfrm>
            <a:off x="12539569" y="0"/>
            <a:ext cx="682920" cy="6994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0129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77" r:id="rId1"/>
    <p:sldLayoutId id="2147484578" r:id="rId2"/>
    <p:sldLayoutId id="2147484579" r:id="rId3"/>
    <p:sldLayoutId id="2147484580" r:id="rId4"/>
    <p:sldLayoutId id="2147484581" r:id="rId5"/>
  </p:sldLayoutIdLst>
  <p:transition>
    <p:fade/>
  </p:transition>
  <p:hf sldNum="0" hdr="0" dt="0"/>
  <p:txStyles>
    <p:titleStyle>
      <a:lvl1pPr algn="l" defTabSz="932742" rtl="0" eaLnBrk="1" latinLnBrk="0" hangingPunct="1">
        <a:lnSpc>
          <a:spcPct val="90000"/>
        </a:lnSpc>
        <a:spcBef>
          <a:spcPct val="0"/>
        </a:spcBef>
        <a:buNone/>
        <a:defRPr lang="en-US" sz="2800" b="0" kern="1200" cap="none" spc="-50" baseline="0" dirty="0" smtClean="0">
          <a:ln w="3175">
            <a:noFill/>
          </a:ln>
          <a:solidFill>
            <a:schemeClr val="tx1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0" marR="0" indent="0" algn="l" defTabSz="932742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2400" kern="1200" spc="-50" baseline="0">
          <a:solidFill>
            <a:schemeClr val="tx1"/>
          </a:solidFill>
          <a:latin typeface="+mj-lt"/>
          <a:ea typeface="+mn-ea"/>
          <a:cs typeface="+mn-cs"/>
        </a:defRPr>
      </a:lvl1pPr>
      <a:lvl2pPr marL="0" marR="0" indent="0" algn="l" defTabSz="932742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200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0" marR="0" indent="0" algn="l" defTabSz="932742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1800" kern="1200" spc="0" baseline="0">
          <a:solidFill>
            <a:schemeClr val="tx2"/>
          </a:solidFill>
          <a:latin typeface="+mj-lt"/>
          <a:ea typeface="+mn-ea"/>
          <a:cs typeface="+mn-cs"/>
        </a:defRPr>
      </a:lvl3pPr>
      <a:lvl4pPr marL="0" marR="0" indent="0" algn="l" defTabSz="932742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1800" kern="1200" spc="0" baseline="0">
          <a:solidFill>
            <a:schemeClr val="tx1"/>
          </a:solidFill>
          <a:latin typeface="+mn-lt"/>
          <a:ea typeface="+mn-ea"/>
          <a:cs typeface="+mn-cs"/>
        </a:defRPr>
      </a:lvl4pPr>
      <a:lvl5pPr marL="0" marR="0" indent="0" algn="l" defTabSz="932742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1200" b="1" kern="1200" spc="0" baseline="0">
          <a:solidFill>
            <a:schemeClr val="tx1"/>
          </a:solidFill>
          <a:latin typeface="+mn-lt"/>
          <a:ea typeface="+mn-ea"/>
          <a:cs typeface="+mn-cs"/>
        </a:defRPr>
      </a:lvl5pPr>
      <a:lvl6pPr marL="2331854" indent="0" algn="l" defTabSz="932742" rtl="0" eaLnBrk="1" latinLnBrk="0" hangingPunct="1">
        <a:spcBef>
          <a:spcPct val="20000"/>
        </a:spcBef>
        <a:buFont typeface="Arial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32742" rtl="0" eaLnBrk="1" latinLnBrk="0" hangingPunct="1">
        <a:lnSpc>
          <a:spcPct val="100000"/>
        </a:lnSpc>
        <a:spcBef>
          <a:spcPts val="0"/>
        </a:spcBef>
        <a:spcAft>
          <a:spcPts val="0"/>
        </a:spcAft>
        <a:buFont typeface="Arial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5" pos="1349" userDrawn="1">
          <p15:clr>
            <a:srgbClr val="C35EA4"/>
          </p15:clr>
        </p15:guide>
        <p15:guide id="56" pos="1528" userDrawn="1">
          <p15:clr>
            <a:srgbClr val="C35EA4"/>
          </p15:clr>
        </p15:guide>
        <p15:guide id="57" pos="2621" userDrawn="1">
          <p15:clr>
            <a:srgbClr val="C35EA4"/>
          </p15:clr>
        </p15:guide>
        <p15:guide id="58" pos="2765" userDrawn="1">
          <p15:clr>
            <a:srgbClr val="C35EA4"/>
          </p15:clr>
        </p15:guide>
        <p15:guide id="59" pos="3854" userDrawn="1">
          <p15:clr>
            <a:srgbClr val="C35EA4"/>
          </p15:clr>
        </p15:guide>
        <p15:guide id="60" pos="4003" userDrawn="1">
          <p15:clr>
            <a:srgbClr val="C35EA4"/>
          </p15:clr>
        </p15:guide>
        <p15:guide id="61" pos="5083" userDrawn="1">
          <p15:clr>
            <a:srgbClr val="C35EA4"/>
          </p15:clr>
        </p15:guide>
        <p15:guide id="62" pos="5230" userDrawn="1">
          <p15:clr>
            <a:srgbClr val="C35EA4"/>
          </p15:clr>
        </p15:guide>
        <p15:guide id="63" pos="6323" userDrawn="1">
          <p15:clr>
            <a:srgbClr val="C35EA4"/>
          </p15:clr>
        </p15:guide>
        <p15:guide id="64" pos="6469" userDrawn="1">
          <p15:clr>
            <a:srgbClr val="C35EA4"/>
          </p15:clr>
        </p15:guide>
        <p15:guide id="65" pos="293" userDrawn="1">
          <p15:clr>
            <a:srgbClr val="F26B43"/>
          </p15:clr>
        </p15:guide>
        <p15:guide id="66" pos="7565" userDrawn="1">
          <p15:clr>
            <a:srgbClr val="F26B43"/>
          </p15:clr>
        </p15:guide>
        <p15:guide id="67" orient="horz" pos="751" userDrawn="1">
          <p15:clr>
            <a:srgbClr val="5ACBF0"/>
          </p15:clr>
        </p15:guide>
        <p15:guide id="68" orient="horz" pos="1387" userDrawn="1">
          <p15:clr>
            <a:srgbClr val="5ACBF0"/>
          </p15:clr>
        </p15:guide>
        <p15:guide id="69" orient="horz" pos="605" userDrawn="1">
          <p15:clr>
            <a:srgbClr val="5ACBF0"/>
          </p15:clr>
        </p15:guide>
        <p15:guide id="70" orient="horz" pos="1514" userDrawn="1">
          <p15:clr>
            <a:srgbClr val="5ACBF0"/>
          </p15:clr>
        </p15:guide>
        <p15:guide id="71" orient="horz" pos="2130" userDrawn="1">
          <p15:clr>
            <a:srgbClr val="5ACBF0"/>
          </p15:clr>
        </p15:guide>
        <p15:guide id="72" orient="horz" pos="2299" userDrawn="1">
          <p15:clr>
            <a:srgbClr val="5ACBF0"/>
          </p15:clr>
        </p15:guide>
        <p15:guide id="73" orient="horz" pos="283" userDrawn="1">
          <p15:clr>
            <a:srgbClr val="F26B43"/>
          </p15:clr>
        </p15:guide>
        <p15:guide id="74" orient="horz" pos="4120" userDrawn="1">
          <p15:clr>
            <a:srgbClr val="F26B43"/>
          </p15:clr>
        </p15:guide>
        <p15:guide id="75" orient="horz" pos="2891" userDrawn="1">
          <p15:clr>
            <a:srgbClr val="5ACBF0"/>
          </p15:clr>
        </p15:guide>
        <p15:guide id="76" orient="horz" pos="3019" userDrawn="1">
          <p15:clr>
            <a:srgbClr val="5ACBF0"/>
          </p15:clr>
        </p15:guide>
        <p15:guide id="77" orient="horz" pos="3643" userDrawn="1">
          <p15:clr>
            <a:srgbClr val="5ACBF0"/>
          </p15:clr>
        </p15:guide>
        <p15:guide id="78" orient="horz" pos="3763" userDrawn="1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9.png"/><Relationship Id="rId4" Type="http://schemas.openxmlformats.org/officeDocument/2006/relationships/customXml" Target="../ink/ink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F026B8-78C9-AA17-D8CE-6BC402B71B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85473AEA-D435-81A9-1DA2-C2C1A3DA9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425" y="3421061"/>
            <a:ext cx="10330234" cy="861774"/>
          </a:xfrm>
        </p:spPr>
        <p:txBody>
          <a:bodyPr/>
          <a:lstStyle/>
          <a:p>
            <a:pPr algn="ctr">
              <a:lnSpc>
                <a:spcPct val="100000"/>
              </a:lnSpc>
            </a:pPr>
            <a:r>
              <a:rPr lang="en-US" sz="4400" dirty="0"/>
              <a:t>Deployment using fabric-cicd</a:t>
            </a:r>
            <a:endParaRPr lang="en-US" sz="21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3114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1655EA-18FE-56CC-FD33-80E4A26D1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fabric-cicd Python Library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D8AC37-A8C3-6A1A-3030-7D1C6CEC292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1523494"/>
          </a:xfrm>
        </p:spPr>
        <p:txBody>
          <a:bodyPr/>
          <a:lstStyle/>
          <a:p>
            <a:r>
              <a:rPr lang="en-US" b="1" dirty="0"/>
              <a:t>fabric-cicd</a:t>
            </a:r>
            <a:r>
              <a:rPr lang="en-US" dirty="0"/>
              <a:t> library provide wrapper on Fabric REST APIs</a:t>
            </a:r>
          </a:p>
          <a:p>
            <a:pPr lvl="1"/>
            <a:r>
              <a:rPr lang="en-US" dirty="0"/>
              <a:t>Provides reusable library of code for implementing a release process</a:t>
            </a:r>
          </a:p>
          <a:p>
            <a:pPr lvl="1"/>
            <a:r>
              <a:rPr lang="en-US" dirty="0"/>
              <a:t>Deploys from folder of item definitions to set of items in target workspace</a:t>
            </a:r>
          </a:p>
          <a:p>
            <a:pPr lvl="1"/>
            <a:r>
              <a:rPr lang="en-US" dirty="0"/>
              <a:t>Built-in code handles all Fabric REST API programming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1D08CE9-B258-AE4E-DD1E-354B7A548D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942" y="2917457"/>
            <a:ext cx="9717352" cy="2849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9498907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0F358-7F62-6168-75C6-1C93B7E7F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Parameterization with fabric-cicd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639F88-1D7D-E887-163C-F8C7FB02B85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3447098"/>
          </a:xfrm>
        </p:spPr>
        <p:txBody>
          <a:bodyPr/>
          <a:lstStyle/>
          <a:p>
            <a:r>
              <a:rPr lang="en-US" dirty="0"/>
              <a:t>Parameterization allows updates to item definition files on the fly</a:t>
            </a:r>
          </a:p>
          <a:p>
            <a:pPr lvl="1"/>
            <a:r>
              <a:rPr lang="en-US" dirty="0"/>
              <a:t>Parameterization required to deal with environment-specific settings committed to GIT</a:t>
            </a:r>
          </a:p>
          <a:p>
            <a:pPr lvl="1"/>
            <a:r>
              <a:rPr lang="en-US" dirty="0"/>
              <a:t>Parameterization enabled by adding </a:t>
            </a:r>
            <a:r>
              <a:rPr lang="en-US" b="1" dirty="0" err="1"/>
              <a:t>parameter.yml</a:t>
            </a:r>
            <a:r>
              <a:rPr lang="en-US" b="1" dirty="0"/>
              <a:t> file</a:t>
            </a:r>
            <a:r>
              <a:rPr lang="en-US" dirty="0"/>
              <a:t> to root folder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344488" lvl="1" indent="0">
              <a:buNone/>
            </a:pPr>
            <a:endParaRPr lang="en-US" dirty="0"/>
          </a:p>
          <a:p>
            <a:pPr lvl="1"/>
            <a:r>
              <a:rPr lang="en-US" dirty="0"/>
              <a:t>Parameterization used to update item definition files using substitution patterns (e.g. find-replace)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755638C-5391-5092-7DF8-D9992BE87B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9041" y="2461971"/>
            <a:ext cx="2861290" cy="17675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E2C9C65-5A41-595A-C9F8-95D7167990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9041" y="4766553"/>
            <a:ext cx="8781275" cy="1795611"/>
          </a:xfrm>
          <a:prstGeom prst="rect">
            <a:avLst/>
          </a:prstGeom>
          <a:ln>
            <a:solidFill>
              <a:schemeClr val="tx1"/>
            </a:solidFill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11388291-DFEC-A3A3-12B5-BCD00B8F0DEB}"/>
                  </a:ext>
                </a:extLst>
              </p14:cNvPr>
              <p14:cNvContentPartPr/>
              <p14:nvPr/>
            </p14:nvContentPartPr>
            <p14:xfrm>
              <a:off x="58320" y="3128760"/>
              <a:ext cx="1308600" cy="33300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11388291-DFEC-A3A3-12B5-BCD00B8F0DE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8960" y="3119400"/>
                <a:ext cx="1327320" cy="3348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69791408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C8C57-CEAC-20C3-4E30-32D98F796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Code for fabric-cicd Deployment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8F2868-E9FB-1EDD-9C8D-184BAD9AD6B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3231654"/>
          </a:xfrm>
        </p:spPr>
        <p:txBody>
          <a:bodyPr/>
          <a:lstStyle/>
          <a:p>
            <a:r>
              <a:rPr lang="en-US" dirty="0"/>
              <a:t>Create FabricWorkspace object and call publish_all_items - that's it!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b="1" dirty="0"/>
              <a:t>fabric-cicd</a:t>
            </a:r>
            <a:r>
              <a:rPr lang="en-US" dirty="0"/>
              <a:t> provides flexibility of one-to-many between GIT branch and workspaces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3C99DF-FF71-B377-D295-3FEB02C626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028" y="1718155"/>
            <a:ext cx="4570020" cy="211512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58B25B2-B68F-71DA-05F5-E91E535AE6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795" y="4459093"/>
            <a:ext cx="2848801" cy="2344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1873060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8AB91A9-0E36-9537-E4FA-88485BB6A9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5652" y="610784"/>
            <a:ext cx="8745170" cy="5772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240014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Fabric Theme">
  <a:themeElements>
    <a:clrScheme name="Custom 4">
      <a:dk1>
        <a:srgbClr val="3C3C41"/>
      </a:dk1>
      <a:lt1>
        <a:srgbClr val="FFFFFF"/>
      </a:lt1>
      <a:dk2>
        <a:srgbClr val="002060"/>
      </a:dk2>
      <a:lt2>
        <a:srgbClr val="FFFFFF"/>
      </a:lt2>
      <a:accent1>
        <a:srgbClr val="F2C80F"/>
      </a:accent1>
      <a:accent2>
        <a:srgbClr val="0045D6"/>
      </a:accent2>
      <a:accent3>
        <a:srgbClr val="008D7B"/>
      </a:accent3>
      <a:accent4>
        <a:srgbClr val="002166"/>
      </a:accent4>
      <a:accent5>
        <a:srgbClr val="002D89"/>
      </a:accent5>
      <a:accent6>
        <a:srgbClr val="1BFFE2"/>
      </a:accent6>
      <a:hlink>
        <a:srgbClr val="0078D4"/>
      </a:hlink>
      <a:folHlink>
        <a:srgbClr val="0078D4"/>
      </a:folHlink>
    </a:clrScheme>
    <a:fontScheme name="Dynamics 365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defTabSz="932472" fontAlgn="base">
          <a:lnSpc>
            <a:spcPct val="90000"/>
          </a:lnSpc>
          <a:spcBef>
            <a:spcPct val="0"/>
          </a:spcBef>
          <a:spcAft>
            <a:spcPct val="0"/>
          </a:spcAft>
          <a:defRPr sz="24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182880" tIns="146304" rIns="182880" bIns="146304" rtlCol="0">
        <a:spAutoFit/>
      </a:bodyPr>
      <a:lstStyle>
        <a:defPPr>
          <a:lnSpc>
            <a:spcPct val="90000"/>
          </a:lnSpc>
          <a:spcAft>
            <a:spcPts val="600"/>
          </a:spcAft>
          <a:defRPr sz="24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4" id="{8EF47BD7-F710-45A9-8AE8-D03654F6711E}" vid="{3CF6A8A8-DA63-4A8A-A544-BAFFF90A76CB}"/>
    </a:ext>
  </a:extLst>
</a:theme>
</file>

<file path=ppt/theme/theme2.xml><?xml version="1.0" encoding="utf-8"?>
<a:theme xmlns:a="http://schemas.openxmlformats.org/drawingml/2006/main" name="Theme1">
  <a:themeElements>
    <a:clrScheme name="Custom 10">
      <a:dk1>
        <a:srgbClr val="3C3C41"/>
      </a:dk1>
      <a:lt1>
        <a:srgbClr val="FFFFFF"/>
      </a:lt1>
      <a:dk2>
        <a:srgbClr val="002060"/>
      </a:dk2>
      <a:lt2>
        <a:srgbClr val="FFFFFF"/>
      </a:lt2>
      <a:accent1>
        <a:srgbClr val="008D7B"/>
      </a:accent1>
      <a:accent2>
        <a:srgbClr val="0045D6"/>
      </a:accent2>
      <a:accent3>
        <a:srgbClr val="FFFFCC"/>
      </a:accent3>
      <a:accent4>
        <a:srgbClr val="990099"/>
      </a:accent4>
      <a:accent5>
        <a:srgbClr val="900000"/>
      </a:accent5>
      <a:accent6>
        <a:srgbClr val="FFC000"/>
      </a:accent6>
      <a:hlink>
        <a:srgbClr val="C00000"/>
      </a:hlink>
      <a:folHlink>
        <a:srgbClr val="C00000"/>
      </a:folHlink>
    </a:clrScheme>
    <a:fontScheme name="Dynamics 365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defTabSz="932472" fontAlgn="base">
          <a:lnSpc>
            <a:spcPct val="90000"/>
          </a:lnSpc>
          <a:spcBef>
            <a:spcPct val="0"/>
          </a:spcBef>
          <a:spcAft>
            <a:spcPct val="0"/>
          </a:spcAft>
          <a:defRPr sz="24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182880" tIns="146304" rIns="182880" bIns="146304" rtlCol="0">
        <a:spAutoFit/>
      </a:bodyPr>
      <a:lstStyle>
        <a:defPPr>
          <a:lnSpc>
            <a:spcPct val="90000"/>
          </a:lnSpc>
          <a:spcAft>
            <a:spcPts val="600"/>
          </a:spcAft>
          <a:defRPr sz="24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heme1" id="{278F993C-81DB-4FF5-BCAA-CBB0E0CCC442}" vid="{58D1AD11-405F-4081-B6AE-91DD6BC4897F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4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F692671-1E95-4751-B591-81D3AFC057E8}">
  <we:reference id="wa200005566" version="3.0.0.2" store="en-US" storeType="OMEX"/>
  <we:alternateReferences>
    <we:reference id="WA200005566" version="3.0.0.2" store="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63AD2D799A0384499DFA8618B2D06C3" ma:contentTypeVersion="19" ma:contentTypeDescription="Create a new document." ma:contentTypeScope="" ma:versionID="4ad8bb11041bccc4900be347311affd5">
  <xsd:schema xmlns:xsd="http://www.w3.org/2001/XMLSchema" xmlns:xs="http://www.w3.org/2001/XMLSchema" xmlns:p="http://schemas.microsoft.com/office/2006/metadata/properties" xmlns:ns1="http://schemas.microsoft.com/sharepoint/v3" xmlns:ns3="3c10a0e8-556e-4c2d-9121-1181542ea83c" xmlns:ns4="91f22b01-9196-48cc-8d58-ee179122dd75" targetNamespace="http://schemas.microsoft.com/office/2006/metadata/properties" ma:root="true" ma:fieldsID="55cc422832b79ebb748bec44d447ca3b" ns1:_="" ns3:_="" ns4:_="">
    <xsd:import namespace="http://schemas.microsoft.com/sharepoint/v3"/>
    <xsd:import namespace="3c10a0e8-556e-4c2d-9121-1181542ea83c"/>
    <xsd:import namespace="91f22b01-9196-48cc-8d58-ee179122dd7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1:_ip_UnifiedCompliancePolicyProperties" minOccurs="0"/>
                <xsd:element ref="ns1:_ip_UnifiedCompliancePolicyUIAction" minOccurs="0"/>
                <xsd:element ref="ns3:MediaServiceDateTaken" minOccurs="0"/>
                <xsd:element ref="ns3:MediaLengthInSeconds" minOccurs="0"/>
                <xsd:element ref="ns3:_activity" minOccurs="0"/>
                <xsd:element ref="ns3:MediaServiceOCR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8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9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c10a0e8-556e-4c2d-9121-1181542ea83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2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CR" ma:index="2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6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f22b01-9196-48cc-8d58-ee179122dd7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_activity xmlns="3c10a0e8-556e-4c2d-9121-1181542ea83c" xsi:nil="true"/>
  </documentManagement>
</p:properties>
</file>

<file path=customXml/itemProps1.xml><?xml version="1.0" encoding="utf-8"?>
<ds:datastoreItem xmlns:ds="http://schemas.openxmlformats.org/officeDocument/2006/customXml" ds:itemID="{758FDAC0-319D-4A54-8D8E-1D42CB1F800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2411704-DA91-4A2A-81D1-00044852D0BE}">
  <ds:schemaRefs>
    <ds:schemaRef ds:uri="3c10a0e8-556e-4c2d-9121-1181542ea83c"/>
    <ds:schemaRef ds:uri="91f22b01-9196-48cc-8d58-ee179122dd7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F990F116-B58F-4255-B05B-DA3808E0E5C6}">
  <ds:schemaRefs>
    <ds:schemaRef ds:uri="http://schemas.openxmlformats.org/package/2006/metadata/core-properties"/>
    <ds:schemaRef ds:uri="http://purl.org/dc/elements/1.1/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terms/"/>
    <ds:schemaRef ds:uri="http://schemas.microsoft.com/sharepoint/v3"/>
    <ds:schemaRef ds:uri="http://www.w3.org/XML/1998/namespace"/>
    <ds:schemaRef ds:uri="http://schemas.microsoft.com/office/infopath/2007/PartnerControls"/>
    <ds:schemaRef ds:uri="91f22b01-9196-48cc-8d58-ee179122dd75"/>
    <ds:schemaRef ds:uri="3c10a0e8-556e-4c2d-9121-1181542ea83c"/>
  </ds:schemaRefs>
</ds:datastoreItem>
</file>

<file path=docMetadata/LabelInfo.xml><?xml version="1.0" encoding="utf-8"?>
<clbl:labelList xmlns:clbl="http://schemas.microsoft.com/office/2020/mipLabelMetadata">
  <clbl:label id="{87867195-f2b8-4ac2-b0b6-6bb73cb33af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12538</TotalTime>
  <Words>130</Words>
  <Application>Microsoft Office PowerPoint</Application>
  <PresentationFormat>Custom</PresentationFormat>
  <Paragraphs>26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13" baseType="lpstr">
      <vt:lpstr>Arial</vt:lpstr>
      <vt:lpstr>Lucida Console</vt:lpstr>
      <vt:lpstr>Segoe UI</vt:lpstr>
      <vt:lpstr>Segoe UI Light</vt:lpstr>
      <vt:lpstr>Segoe UI Semibold</vt:lpstr>
      <vt:lpstr>Wingdings</vt:lpstr>
      <vt:lpstr>Fabric Theme</vt:lpstr>
      <vt:lpstr>Theme1</vt:lpstr>
      <vt:lpstr>Deployment using fabric-cicd</vt:lpstr>
      <vt:lpstr>The fabric-cicd Python Library</vt:lpstr>
      <vt:lpstr>Parameterization with fabric-cicd</vt:lpstr>
      <vt:lpstr>Python Code for fabric-cicd Deployment</vt:lpstr>
      <vt:lpstr>PowerPoint Presentation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&lt;Speech title here&gt;</dc:subject>
  <dc:creator>Arvind Dutta;Ted.Pattison@microsoft.com</dc:creator>
  <cp:keywords/>
  <dc:description>Template: Ariel Butz; ZUM Communications
Formatting: 
Audience Type:</dc:description>
  <cp:lastModifiedBy>Ted Pattison</cp:lastModifiedBy>
  <cp:revision>45</cp:revision>
  <cp:lastPrinted>2025-03-29T10:59:42Z</cp:lastPrinted>
  <dcterms:created xsi:type="dcterms:W3CDTF">2018-09-21T01:16:59Z</dcterms:created>
  <dcterms:modified xsi:type="dcterms:W3CDTF">2026-02-06T18:24:32Z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0x010100B63AD2D799A0384499DFA8618B2D06C3</vt:lpwstr>
  </property>
  <property fmtid="{D5CDD505-2E9C-101B-9397-08002B2CF9AE}" pid="3" name="Product">
    <vt:lpwstr/>
  </property>
  <property fmtid="{D5CDD505-2E9C-101B-9397-08002B2CF9AE}" pid="4" name="Event1">
    <vt:lpwstr>622;#Unassigned|2c8af875-f38a-40b8-a0a9-056aed3fc8c0</vt:lpwstr>
  </property>
  <property fmtid="{D5CDD505-2E9C-101B-9397-08002B2CF9AE}" pid="5" name="Audience">
    <vt:lpwstr/>
  </property>
  <property fmtid="{D5CDD505-2E9C-101B-9397-08002B2CF9AE}" pid="6" name="Event Venue">
    <vt:lpwstr/>
  </property>
  <property fmtid="{D5CDD505-2E9C-101B-9397-08002B2CF9AE}" pid="7" name="Track">
    <vt:lpwstr/>
  </property>
  <property fmtid="{D5CDD505-2E9C-101B-9397-08002B2CF9AE}" pid="8" name="Event Location">
    <vt:lpwstr/>
  </property>
  <property fmtid="{D5CDD505-2E9C-101B-9397-08002B2CF9AE}" pid="9" name="Campaign">
    <vt:lpwstr/>
  </property>
  <property fmtid="{D5CDD505-2E9C-101B-9397-08002B2CF9AE}" pid="10" name="IsMyDocuments">
    <vt:bool>true</vt:bool>
  </property>
  <property fmtid="{D5CDD505-2E9C-101B-9397-08002B2CF9AE}" pid="11" name="AuthorIds_UIVersion_47104">
    <vt:lpwstr>18</vt:lpwstr>
  </property>
  <property fmtid="{D5CDD505-2E9C-101B-9397-08002B2CF9AE}" pid="12" name="MSIP_Label_87867195-f2b8-4ac2-b0b6-6bb73cb33afc_Enabled">
    <vt:lpwstr>true</vt:lpwstr>
  </property>
  <property fmtid="{D5CDD505-2E9C-101B-9397-08002B2CF9AE}" pid="13" name="MSIP_Label_87867195-f2b8-4ac2-b0b6-6bb73cb33afc_SetDate">
    <vt:lpwstr>2021-11-16T15:21:41Z</vt:lpwstr>
  </property>
  <property fmtid="{D5CDD505-2E9C-101B-9397-08002B2CF9AE}" pid="14" name="MSIP_Label_87867195-f2b8-4ac2-b0b6-6bb73cb33afc_Method">
    <vt:lpwstr>Privileged</vt:lpwstr>
  </property>
  <property fmtid="{D5CDD505-2E9C-101B-9397-08002B2CF9AE}" pid="15" name="MSIP_Label_87867195-f2b8-4ac2-b0b6-6bb73cb33afc_Name">
    <vt:lpwstr>Not Restricted</vt:lpwstr>
  </property>
  <property fmtid="{D5CDD505-2E9C-101B-9397-08002B2CF9AE}" pid="16" name="MSIP_Label_87867195-f2b8-4ac2-b0b6-6bb73cb33afc_SiteId">
    <vt:lpwstr>72f988bf-86f1-41af-91ab-2d7cd011db47</vt:lpwstr>
  </property>
  <property fmtid="{D5CDD505-2E9C-101B-9397-08002B2CF9AE}" pid="17" name="MSIP_Label_87867195-f2b8-4ac2-b0b6-6bb73cb33afc_ActionId">
    <vt:lpwstr>9942a4e6-ac4e-4ace-9fe2-0b1ceecd1d50</vt:lpwstr>
  </property>
  <property fmtid="{D5CDD505-2E9C-101B-9397-08002B2CF9AE}" pid="18" name="MSIP_Label_87867195-f2b8-4ac2-b0b6-6bb73cb33afc_ContentBits">
    <vt:lpwstr>0</vt:lpwstr>
  </property>
</Properties>
</file>