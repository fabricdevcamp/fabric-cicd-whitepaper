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44"/>
  </p:notesMasterIdLst>
  <p:handoutMasterIdLst>
    <p:handoutMasterId r:id="rId45"/>
  </p:handoutMasterIdLst>
  <p:sldIdLst>
    <p:sldId id="2147482125" r:id="rId6"/>
    <p:sldId id="2147482159" r:id="rId7"/>
    <p:sldId id="2147482112" r:id="rId8"/>
    <p:sldId id="2147482100" r:id="rId9"/>
    <p:sldId id="2147482101" r:id="rId10"/>
    <p:sldId id="2147482102" r:id="rId11"/>
    <p:sldId id="2147482113" r:id="rId12"/>
    <p:sldId id="2147482114" r:id="rId13"/>
    <p:sldId id="2147482134" r:id="rId14"/>
    <p:sldId id="2147482136" r:id="rId15"/>
    <p:sldId id="2147482137" r:id="rId16"/>
    <p:sldId id="2147482116" r:id="rId17"/>
    <p:sldId id="2147482132" r:id="rId18"/>
    <p:sldId id="2147482118" r:id="rId19"/>
    <p:sldId id="2147482139" r:id="rId20"/>
    <p:sldId id="2147482124" r:id="rId21"/>
    <p:sldId id="2147482121" r:id="rId22"/>
    <p:sldId id="2147482122" r:id="rId23"/>
    <p:sldId id="2147482120" r:id="rId24"/>
    <p:sldId id="2147482119" r:id="rId25"/>
    <p:sldId id="2147482140" r:id="rId26"/>
    <p:sldId id="2147482141" r:id="rId27"/>
    <p:sldId id="2147482123" r:id="rId28"/>
    <p:sldId id="2147482146" r:id="rId29"/>
    <p:sldId id="2147482160" r:id="rId30"/>
    <p:sldId id="2147482147" r:id="rId31"/>
    <p:sldId id="2147482161" r:id="rId32"/>
    <p:sldId id="2147482148" r:id="rId33"/>
    <p:sldId id="2147482155" r:id="rId34"/>
    <p:sldId id="2147482152" r:id="rId35"/>
    <p:sldId id="2147482150" r:id="rId36"/>
    <p:sldId id="2147482153" r:id="rId37"/>
    <p:sldId id="2147482154" r:id="rId38"/>
    <p:sldId id="2147482156" r:id="rId39"/>
    <p:sldId id="2147482151" r:id="rId40"/>
    <p:sldId id="2147482149" r:id="rId41"/>
    <p:sldId id="2147482157" r:id="rId42"/>
    <p:sldId id="2147482158" r:id="rId43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59"/>
            <p14:sldId id="2147482112"/>
            <p14:sldId id="2147482100"/>
            <p14:sldId id="2147482101"/>
            <p14:sldId id="2147482102"/>
            <p14:sldId id="2147482113"/>
            <p14:sldId id="2147482114"/>
            <p14:sldId id="2147482134"/>
            <p14:sldId id="2147482136"/>
            <p14:sldId id="2147482137"/>
            <p14:sldId id="2147482116"/>
            <p14:sldId id="2147482132"/>
            <p14:sldId id="2147482118"/>
            <p14:sldId id="2147482139"/>
            <p14:sldId id="2147482124"/>
            <p14:sldId id="2147482121"/>
            <p14:sldId id="2147482122"/>
            <p14:sldId id="2147482120"/>
            <p14:sldId id="2147482119"/>
            <p14:sldId id="2147482140"/>
            <p14:sldId id="2147482141"/>
            <p14:sldId id="2147482123"/>
            <p14:sldId id="2147482146"/>
            <p14:sldId id="2147482160"/>
            <p14:sldId id="2147482147"/>
            <p14:sldId id="2147482161"/>
            <p14:sldId id="2147482148"/>
            <p14:sldId id="2147482155"/>
            <p14:sldId id="2147482152"/>
            <p14:sldId id="2147482150"/>
            <p14:sldId id="2147482153"/>
            <p14:sldId id="2147482154"/>
            <p14:sldId id="2147482156"/>
            <p14:sldId id="2147482151"/>
            <p14:sldId id="2147482149"/>
            <p14:sldId id="2147482157"/>
            <p14:sldId id="21474821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B9FF"/>
    <a:srgbClr val="FFFFFF"/>
    <a:srgbClr val="6C0000"/>
    <a:srgbClr val="8A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24" autoAdjust="0"/>
  </p:normalViewPr>
  <p:slideViewPr>
    <p:cSldViewPr snapToGrid="0">
      <p:cViewPr varScale="1">
        <p:scale>
          <a:sx n="77" d="100"/>
          <a:sy n="77" d="100"/>
        </p:scale>
        <p:origin x="73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467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11/24/2025 4:42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Chapter 1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E04-D23A-A25B-F1EB-8E9F9E3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7FFA56-CE0E-CFF5-B162-583DA80A914D}"/>
              </a:ext>
            </a:extLst>
          </p:cNvPr>
          <p:cNvSpPr/>
          <p:nvPr/>
        </p:nvSpPr>
        <p:spPr bwMode="auto">
          <a:xfrm>
            <a:off x="698157" y="1328512"/>
            <a:ext cx="5066539" cy="201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4FBE6-79B5-FC66-133B-7E47E5765745}"/>
              </a:ext>
            </a:extLst>
          </p:cNvPr>
          <p:cNvSpPr/>
          <p:nvPr/>
        </p:nvSpPr>
        <p:spPr bwMode="auto">
          <a:xfrm>
            <a:off x="3699718" y="1506118"/>
            <a:ext cx="1886073" cy="166893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shared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codebase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16FAD5-2F91-29A4-A6E3-9A97FC9B5D67}"/>
              </a:ext>
            </a:extLst>
          </p:cNvPr>
          <p:cNvSpPr/>
          <p:nvPr/>
        </p:nvSpPr>
        <p:spPr bwMode="auto">
          <a:xfrm>
            <a:off x="2188867" y="153625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5661F-7FA0-1D15-6A83-4A38E66BFB70}"/>
              </a:ext>
            </a:extLst>
          </p:cNvPr>
          <p:cNvSpPr/>
          <p:nvPr/>
        </p:nvSpPr>
        <p:spPr bwMode="auto">
          <a:xfrm>
            <a:off x="855870" y="1506118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B4548C-BDCC-D32D-6DE5-8744F627A835}"/>
              </a:ext>
            </a:extLst>
          </p:cNvPr>
          <p:cNvSpPr/>
          <p:nvPr/>
        </p:nvSpPr>
        <p:spPr bwMode="auto">
          <a:xfrm>
            <a:off x="855870" y="206602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DDA63-B437-941E-F89B-82AE159FDC61}"/>
              </a:ext>
            </a:extLst>
          </p:cNvPr>
          <p:cNvSpPr/>
          <p:nvPr/>
        </p:nvSpPr>
        <p:spPr bwMode="auto">
          <a:xfrm>
            <a:off x="855870" y="2715377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52EF814-C49C-2BDD-746A-35D92D467376}"/>
              </a:ext>
            </a:extLst>
          </p:cNvPr>
          <p:cNvSpPr/>
          <p:nvPr/>
        </p:nvSpPr>
        <p:spPr bwMode="auto">
          <a:xfrm>
            <a:off x="2188867" y="206602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C2C7C1-A356-D0EC-8558-427D50CA6645}"/>
              </a:ext>
            </a:extLst>
          </p:cNvPr>
          <p:cNvSpPr/>
          <p:nvPr/>
        </p:nvSpPr>
        <p:spPr bwMode="auto">
          <a:xfrm>
            <a:off x="2188867" y="2715377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</p:spTree>
    <p:extLst>
      <p:ext uri="{BB962C8B-B14F-4D97-AF65-F5344CB8AC3E}">
        <p14:creationId xmlns:p14="http://schemas.microsoft.com/office/powerpoint/2010/main" val="2980331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1543736" y="615928"/>
            <a:ext cx="5622378" cy="15905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1A26D-EBCD-FB0A-ED1B-5BB31977E55B}"/>
              </a:ext>
            </a:extLst>
          </p:cNvPr>
          <p:cNvGrpSpPr/>
          <p:nvPr/>
        </p:nvGrpSpPr>
        <p:grpSpPr>
          <a:xfrm>
            <a:off x="1664104" y="773980"/>
            <a:ext cx="5320563" cy="1293359"/>
            <a:chOff x="1664104" y="773980"/>
            <a:chExt cx="6857927" cy="16670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5316FA-3A99-1746-7388-C57FA01FDF73}"/>
                </a:ext>
              </a:extLst>
            </p:cNvPr>
            <p:cNvSpPr/>
            <p:nvPr/>
          </p:nvSpPr>
          <p:spPr bwMode="auto">
            <a:xfrm>
              <a:off x="1664104" y="773980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6F9DE8-BFD8-ED75-D80E-6643CBD92F41}"/>
                </a:ext>
              </a:extLst>
            </p:cNvPr>
            <p:cNvSpPr/>
            <p:nvPr/>
          </p:nvSpPr>
          <p:spPr bwMode="auto">
            <a:xfrm>
              <a:off x="4275308" y="797714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7E711A8B-74EF-8F35-800C-37539A4E8977}"/>
                </a:ext>
              </a:extLst>
            </p:cNvPr>
            <p:cNvSpPr/>
            <p:nvPr/>
          </p:nvSpPr>
          <p:spPr bwMode="auto">
            <a:xfrm>
              <a:off x="336361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6C167-CDFD-1E40-7D5A-871E02B6B79C}"/>
                </a:ext>
              </a:extLst>
            </p:cNvPr>
            <p:cNvSpPr/>
            <p:nvPr/>
          </p:nvSpPr>
          <p:spPr bwMode="auto">
            <a:xfrm>
              <a:off x="6896588" y="797714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55C7AC8-4247-2C70-2CDB-A7000BB82B63}"/>
                </a:ext>
              </a:extLst>
            </p:cNvPr>
            <p:cNvSpPr/>
            <p:nvPr/>
          </p:nvSpPr>
          <p:spPr bwMode="auto">
            <a:xfrm>
              <a:off x="598489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30" y="729864"/>
            <a:ext cx="9955014" cy="5534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444E-FF95-69D5-DADE-B4F8B697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1158052"/>
            <a:ext cx="5450833" cy="4586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072353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" y="626789"/>
            <a:ext cx="7992590" cy="490606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254017" y="657648"/>
            <a:ext cx="11702757" cy="2920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52C1-218D-5D86-DAC7-49730A9A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55" y="779179"/>
            <a:ext cx="5449713" cy="263988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2" y="779180"/>
            <a:ext cx="4694307" cy="263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52CDF10-60ED-AC54-F0AD-23E1E950168E}"/>
              </a:ext>
            </a:extLst>
          </p:cNvPr>
          <p:cNvSpPr/>
          <p:nvPr/>
        </p:nvSpPr>
        <p:spPr bwMode="auto">
          <a:xfrm>
            <a:off x="4958337" y="1926555"/>
            <a:ext cx="1428118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9FE79-18C2-8728-4258-4CE5D5D7C0CC}"/>
              </a:ext>
            </a:extLst>
          </p:cNvPr>
          <p:cNvSpPr/>
          <p:nvPr/>
        </p:nvSpPr>
        <p:spPr bwMode="auto">
          <a:xfrm>
            <a:off x="303320" y="323549"/>
            <a:ext cx="11444733" cy="2807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DC212-56A6-78E7-C5E6-E60DCD24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81" y="417919"/>
            <a:ext cx="4605312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56713-BDDB-5E07-F250-FC4392D0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68" y="417919"/>
            <a:ext cx="5015255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7A92009-C5D5-D92C-1379-D87B2779478B}"/>
              </a:ext>
            </a:extLst>
          </p:cNvPr>
          <p:cNvSpPr/>
          <p:nvPr/>
        </p:nvSpPr>
        <p:spPr bwMode="auto">
          <a:xfrm flipH="1">
            <a:off x="4876386" y="1615056"/>
            <a:ext cx="1850589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Workspace</a:t>
            </a:r>
          </a:p>
        </p:txBody>
      </p:sp>
    </p:spTree>
    <p:extLst>
      <p:ext uri="{BB962C8B-B14F-4D97-AF65-F5344CB8AC3E}">
        <p14:creationId xmlns:p14="http://schemas.microsoft.com/office/powerpoint/2010/main" val="377090633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0436582-AA20-13CF-E0C8-01D11630EECF}"/>
              </a:ext>
            </a:extLst>
          </p:cNvPr>
          <p:cNvSpPr/>
          <p:nvPr/>
        </p:nvSpPr>
        <p:spPr bwMode="auto">
          <a:xfrm>
            <a:off x="642384" y="1373171"/>
            <a:ext cx="7199589" cy="2493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5375589" y="1514379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01E343-8D34-B1F7-885F-0DCFCD4B6E34}"/>
              </a:ext>
            </a:extLst>
          </p:cNvPr>
          <p:cNvGrpSpPr/>
          <p:nvPr/>
        </p:nvGrpSpPr>
        <p:grpSpPr>
          <a:xfrm>
            <a:off x="855870" y="1506117"/>
            <a:ext cx="4442735" cy="2171361"/>
            <a:chOff x="855870" y="1506117"/>
            <a:chExt cx="4442735" cy="246015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2DADC53-D46F-AFA7-DE67-0486AE69BC83}"/>
                </a:ext>
              </a:extLst>
            </p:cNvPr>
            <p:cNvGrpSpPr/>
            <p:nvPr/>
          </p:nvGrpSpPr>
          <p:grpSpPr>
            <a:xfrm>
              <a:off x="855870" y="1506117"/>
              <a:ext cx="4442735" cy="695707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1EBE20EF-7967-F5C1-C554-C081BF20420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BC87A2-F3D4-0FBE-D567-04F4CFE0574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B33287C-C93B-555E-74B9-55E6E1BE2B4A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1713E6E1-EE9B-059C-E07A-4F7160D278AB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95B5EE-6B45-0198-B375-B174EE7B1656}"/>
                </a:ext>
              </a:extLst>
            </p:cNvPr>
            <p:cNvGrpSpPr/>
            <p:nvPr/>
          </p:nvGrpSpPr>
          <p:grpSpPr>
            <a:xfrm>
              <a:off x="855870" y="2388340"/>
              <a:ext cx="4442735" cy="695707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6C724353-929E-D2C7-E10C-57D9C9880CF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161981A-6D76-631B-F339-D89A8F4C0306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19108-03BA-8A2C-0F4E-8F0202BD186C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122E024-1009-0570-F007-CD5F0D76C05F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F50B46-6175-18A6-7C08-635E87D98B3B}"/>
                </a:ext>
              </a:extLst>
            </p:cNvPr>
            <p:cNvGrpSpPr/>
            <p:nvPr/>
          </p:nvGrpSpPr>
          <p:grpSpPr>
            <a:xfrm>
              <a:off x="855870" y="3270563"/>
              <a:ext cx="4442735" cy="695707"/>
              <a:chOff x="855870" y="1506117"/>
              <a:chExt cx="4442735" cy="695707"/>
            </a:xfrm>
          </p:grpSpPr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7B5B8EF7-1DDA-78E4-F017-894241FD5C2D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A998E4-7E6B-7A39-DD11-E718BBA4B2A9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50598B-9E5E-D677-FA13-76C9FFADDEF6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-Right 29">
                <a:extLst>
                  <a:ext uri="{FF2B5EF4-FFF2-40B4-BE49-F238E27FC236}">
                    <a16:creationId xmlns:a16="http://schemas.microsoft.com/office/drawing/2014/main" id="{0A703EDC-8591-9D20-E940-86DDE27D888C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30543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0FB9B-2D77-D766-290B-45A7BC59F082}"/>
              </a:ext>
            </a:extLst>
          </p:cNvPr>
          <p:cNvSpPr/>
          <p:nvPr/>
        </p:nvSpPr>
        <p:spPr bwMode="auto">
          <a:xfrm>
            <a:off x="1202635" y="556591"/>
            <a:ext cx="5526156" cy="29406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31E3CA-BAB2-94F1-8C47-CEDC5BDF5D6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12443B7-B265-553A-F9FE-EAE550812956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6DFAC19B-0504-8436-6B0D-0BC434D25BE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AD60E9-3D53-84DB-4FDA-0586E705563F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0620D5-FCBC-F6A0-8870-06AF0D457CA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A570E0CC-E548-208D-3BDD-8EF0CB082A4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A7376B-8206-C8FC-60D0-A92AD711CBF2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8AE91F9-5190-F67E-340A-424CC59FFBF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87D3B73-0ADE-F3FF-24BA-7F002028596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D2BAB3-DBEF-6866-B48B-A5264282EC9F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0A355FB-E51E-C96C-D1D9-4EA2A715C137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F4B0380-2B9B-A7C8-FA7E-ED3E328B9983}"/>
              </a:ext>
            </a:extLst>
          </p:cNvPr>
          <p:cNvSpPr/>
          <p:nvPr/>
        </p:nvSpPr>
        <p:spPr bwMode="auto">
          <a:xfrm>
            <a:off x="5239777" y="2022754"/>
            <a:ext cx="1261062" cy="1274946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1CDA8-492B-6ADC-B5AE-67E85CB1B9CE}"/>
              </a:ext>
            </a:extLst>
          </p:cNvPr>
          <p:cNvSpPr/>
          <p:nvPr/>
        </p:nvSpPr>
        <p:spPr bwMode="auto">
          <a:xfrm>
            <a:off x="5239777" y="695739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D09F07D-DBB1-890E-52F3-63231C35064A}"/>
              </a:ext>
            </a:extLst>
          </p:cNvPr>
          <p:cNvSpPr/>
          <p:nvPr/>
        </p:nvSpPr>
        <p:spPr bwMode="auto">
          <a:xfrm rot="16200000">
            <a:off x="5666768" y="1663964"/>
            <a:ext cx="407079" cy="28209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48E8-C5E9-83C5-4913-82618CC6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8006CD-3E0A-B5F1-D5D3-5F18712819FA}"/>
              </a:ext>
            </a:extLst>
          </p:cNvPr>
          <p:cNvSpPr/>
          <p:nvPr/>
        </p:nvSpPr>
        <p:spPr bwMode="auto">
          <a:xfrm>
            <a:off x="1162877" y="455294"/>
            <a:ext cx="9508029" cy="30419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A48629-9A64-7162-16AF-8193EC02EE2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DF59EE2-C19C-99FE-FAD9-88A378D495D9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19CCE469-B974-A32D-033C-236DAB9949B4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7B6DAE1-9553-71F5-F1CD-758D3A726C40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D0AF967-5AD9-07E2-8638-13D8F7D87CB8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28299584-0E32-9EBF-442C-EB8553AA1315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2523A0E-ADA6-2FF3-A322-FACD13B66C13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EABA1E04-F669-AEFF-2A85-00684AF3E71F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91D536B-523C-3B1E-80EF-7A7AAD8BD0FB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1F15F71-6F65-F579-8FBE-618EB4AB471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8" name="Arrow: Left-Right 27">
                <a:extLst>
                  <a:ext uri="{FF2B5EF4-FFF2-40B4-BE49-F238E27FC236}">
                    <a16:creationId xmlns:a16="http://schemas.microsoft.com/office/drawing/2014/main" id="{BEFC35EA-E199-ECBC-8389-0A2DBAF3601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EF327E-9CED-D3B6-7D71-0F80D2233094}"/>
              </a:ext>
            </a:extLst>
          </p:cNvPr>
          <p:cNvGrpSpPr/>
          <p:nvPr/>
        </p:nvGrpSpPr>
        <p:grpSpPr>
          <a:xfrm>
            <a:off x="5239777" y="695739"/>
            <a:ext cx="1261062" cy="2601961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1B6421-3A41-68E2-4EB4-7C68FAC23B61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328D0C-D43A-922F-7E0A-08449D6DC882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EBD635B3-B8A4-2DE4-FD12-78887669ABBB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8C61BC-54A7-66AD-8644-54FEFD022CD2}"/>
              </a:ext>
            </a:extLst>
          </p:cNvPr>
          <p:cNvGrpSpPr/>
          <p:nvPr/>
        </p:nvGrpSpPr>
        <p:grpSpPr>
          <a:xfrm>
            <a:off x="7173640" y="695739"/>
            <a:ext cx="1261062" cy="2601961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67A8A7-6221-0CA5-0BED-7F4B8FB36AD9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3B9DC2-491F-33A4-0E76-B1371E0DA67F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EF54572F-2E85-FAB5-C90C-726161384C9E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892C084-D9CC-7AB7-99CB-AF1B65E0D250}"/>
              </a:ext>
            </a:extLst>
          </p:cNvPr>
          <p:cNvSpPr/>
          <p:nvPr/>
        </p:nvSpPr>
        <p:spPr bwMode="auto">
          <a:xfrm>
            <a:off x="6551805" y="2514583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59E42B-0B34-D47F-DC2B-0EA60EF9715C}"/>
              </a:ext>
            </a:extLst>
          </p:cNvPr>
          <p:cNvGrpSpPr/>
          <p:nvPr/>
        </p:nvGrpSpPr>
        <p:grpSpPr>
          <a:xfrm>
            <a:off x="9107503" y="695739"/>
            <a:ext cx="1261062" cy="2601961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AFD5E6-3C6F-E3D0-30A3-87D689D406E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BC4E27-8730-3F14-486C-CB6C064AEB3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E10CA0F5-B355-280B-432B-D7323F1367F5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2999C93-9F05-DAB1-9533-9F0F5874EB3D}"/>
              </a:ext>
            </a:extLst>
          </p:cNvPr>
          <p:cNvSpPr/>
          <p:nvPr/>
        </p:nvSpPr>
        <p:spPr bwMode="auto">
          <a:xfrm>
            <a:off x="8483717" y="2503369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724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D0F33B-8E66-1EB2-4DAA-184BF5512580}"/>
              </a:ext>
            </a:extLst>
          </p:cNvPr>
          <p:cNvSpPr/>
          <p:nvPr/>
        </p:nvSpPr>
        <p:spPr bwMode="auto">
          <a:xfrm>
            <a:off x="1560561" y="1963080"/>
            <a:ext cx="7334961" cy="1982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CF202-AF18-D659-48DB-6819A02237EC}"/>
              </a:ext>
            </a:extLst>
          </p:cNvPr>
          <p:cNvSpPr/>
          <p:nvPr/>
        </p:nvSpPr>
        <p:spPr bwMode="auto">
          <a:xfrm>
            <a:off x="1763495" y="2095884"/>
            <a:ext cx="1632212" cy="16670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6395A-8706-C849-1610-FE141D412E02}"/>
              </a:ext>
            </a:extLst>
          </p:cNvPr>
          <p:cNvSpPr/>
          <p:nvPr/>
        </p:nvSpPr>
        <p:spPr bwMode="auto">
          <a:xfrm>
            <a:off x="4374699" y="2119618"/>
            <a:ext cx="1625443" cy="16433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B05AD7-634E-1912-1EBB-121F6F7075B7}"/>
              </a:ext>
            </a:extLst>
          </p:cNvPr>
          <p:cNvSpPr/>
          <p:nvPr/>
        </p:nvSpPr>
        <p:spPr bwMode="auto">
          <a:xfrm>
            <a:off x="346300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5CF38-891D-F18A-09D9-3A52030CDEF3}"/>
              </a:ext>
            </a:extLst>
          </p:cNvPr>
          <p:cNvSpPr/>
          <p:nvPr/>
        </p:nvSpPr>
        <p:spPr bwMode="auto">
          <a:xfrm>
            <a:off x="6995979" y="2119618"/>
            <a:ext cx="1625443" cy="164333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724F3B-5267-3854-B51F-EF7F6C960F64}"/>
              </a:ext>
            </a:extLst>
          </p:cNvPr>
          <p:cNvSpPr/>
          <p:nvPr/>
        </p:nvSpPr>
        <p:spPr bwMode="auto">
          <a:xfrm>
            <a:off x="608428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9420B-62C3-1701-E3B1-B37EE5822221}"/>
              </a:ext>
            </a:extLst>
          </p:cNvPr>
          <p:cNvSpPr/>
          <p:nvPr/>
        </p:nvSpPr>
        <p:spPr bwMode="auto">
          <a:xfrm>
            <a:off x="1560561" y="1570383"/>
            <a:ext cx="7334961" cy="392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688423" y="876094"/>
            <a:ext cx="11268352" cy="4341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014FA5-1AE2-3BF2-BE0C-6FAEFD270B42}"/>
              </a:ext>
            </a:extLst>
          </p:cNvPr>
          <p:cNvGrpSpPr/>
          <p:nvPr/>
        </p:nvGrpSpPr>
        <p:grpSpPr>
          <a:xfrm>
            <a:off x="4452848" y="1386610"/>
            <a:ext cx="7334961" cy="1806435"/>
            <a:chOff x="4452848" y="1386609"/>
            <a:chExt cx="7334961" cy="22801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EDB799-4EDC-6DA7-6DC6-63624D4C63B5}"/>
                </a:ext>
              </a:extLst>
            </p:cNvPr>
            <p:cNvSpPr/>
            <p:nvPr/>
          </p:nvSpPr>
          <p:spPr bwMode="auto">
            <a:xfrm>
              <a:off x="4452848" y="1386609"/>
              <a:ext cx="7334961" cy="2280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1CBE36-F47C-A3C7-44EE-DF777A5BF25B}"/>
                </a:ext>
              </a:extLst>
            </p:cNvPr>
            <p:cNvSpPr/>
            <p:nvPr/>
          </p:nvSpPr>
          <p:spPr bwMode="auto">
            <a:xfrm>
              <a:off x="4655782" y="1519414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7D81F3-53BD-F0CF-973A-69AAF5701F42}"/>
                </a:ext>
              </a:extLst>
            </p:cNvPr>
            <p:cNvSpPr/>
            <p:nvPr/>
          </p:nvSpPr>
          <p:spPr bwMode="auto">
            <a:xfrm>
              <a:off x="7266986" y="1543148"/>
              <a:ext cx="1625443" cy="16433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1406E28-9EF8-74BC-3746-836227367A4B}"/>
                </a:ext>
              </a:extLst>
            </p:cNvPr>
            <p:cNvSpPr/>
            <p:nvPr/>
          </p:nvSpPr>
          <p:spPr bwMode="auto">
            <a:xfrm>
              <a:off x="635529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C150BE-B485-0129-3C80-BFCC1B591EF6}"/>
                </a:ext>
              </a:extLst>
            </p:cNvPr>
            <p:cNvSpPr/>
            <p:nvPr/>
          </p:nvSpPr>
          <p:spPr bwMode="auto">
            <a:xfrm>
              <a:off x="9888266" y="1543148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0A9AAFB-6719-2827-27AA-B3C525AE6906}"/>
                </a:ext>
              </a:extLst>
            </p:cNvPr>
            <p:cNvSpPr/>
            <p:nvPr/>
          </p:nvSpPr>
          <p:spPr bwMode="auto">
            <a:xfrm>
              <a:off x="897657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452848" y="993913"/>
            <a:ext cx="7334961" cy="39269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4B5E6-17B4-6FE2-CD22-63802EAF1AC0}"/>
              </a:ext>
            </a:extLst>
          </p:cNvPr>
          <p:cNvSpPr/>
          <p:nvPr/>
        </p:nvSpPr>
        <p:spPr bwMode="auto">
          <a:xfrm>
            <a:off x="4655782" y="3801478"/>
            <a:ext cx="1632212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77234A2-F2B2-37F3-6DE7-70DFCF5FE6A9}"/>
              </a:ext>
            </a:extLst>
          </p:cNvPr>
          <p:cNvSpPr/>
          <p:nvPr/>
        </p:nvSpPr>
        <p:spPr bwMode="auto">
          <a:xfrm>
            <a:off x="5130078" y="2852280"/>
            <a:ext cx="683619" cy="914650"/>
          </a:xfrm>
          <a:prstGeom prst="upArrow">
            <a:avLst>
              <a:gd name="adj1" fmla="val 66197"/>
              <a:gd name="adj2" fmla="val 40186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BD2416-059F-2178-43FA-187F1762C1B0}"/>
              </a:ext>
            </a:extLst>
          </p:cNvPr>
          <p:cNvGrpSpPr/>
          <p:nvPr/>
        </p:nvGrpSpPr>
        <p:grpSpPr>
          <a:xfrm>
            <a:off x="825725" y="3863513"/>
            <a:ext cx="3728222" cy="1129571"/>
            <a:chOff x="1570383" y="1506117"/>
            <a:chExt cx="3728222" cy="13927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CDA7E4-50A0-0A38-337A-E44C39F0D03B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0F57848C-D709-67A1-4CEA-920A4B147617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68D836-332E-59C3-A418-103F3D97C1A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160FCB-9C25-B88C-E9E8-32149572A44D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7" name="Arrow: Left-Right 26">
                <a:extLst>
                  <a:ext uri="{FF2B5EF4-FFF2-40B4-BE49-F238E27FC236}">
                    <a16:creationId xmlns:a16="http://schemas.microsoft.com/office/drawing/2014/main" id="{941B9BE0-A7EA-C898-2075-DA2CBFE70FB2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1E2647-6769-A88B-14A1-D8C4D7724D18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3A531C8B-8BB7-FCEB-1542-7F08E0CE65E5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F601B9-DD29-76DE-6829-D7BB1EFCF2B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9CB66B-39AF-9E74-F008-C3BBEBA8F1C4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4BA43AD6-3D33-CD7B-894C-E28CBE306CE4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OneLake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910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F632949-FEEC-DEF6-1199-411E30FFD8E8}"/>
              </a:ext>
            </a:extLst>
          </p:cNvPr>
          <p:cNvGrpSpPr/>
          <p:nvPr/>
        </p:nvGrpSpPr>
        <p:grpSpPr>
          <a:xfrm>
            <a:off x="1351722" y="1182756"/>
            <a:ext cx="10183786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0F7C-CA90-DD9E-D51F-BA63710E4DA6}"/>
              </a:ext>
            </a:extLst>
          </p:cNvPr>
          <p:cNvSpPr/>
          <p:nvPr/>
        </p:nvSpPr>
        <p:spPr bwMode="auto">
          <a:xfrm>
            <a:off x="950387" y="1023342"/>
            <a:ext cx="5267850" cy="16185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82296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>
                    <a:lumMod val="60000"/>
                    <a:lumOff val="40000"/>
                  </a:schemeClr>
                </a:solidFill>
                <a:ea typeface="Segoe UI" pitchFamily="34" charset="0"/>
                <a:cs typeface="Segoe UI" pitchFamily="34" charset="0"/>
              </a:rPr>
              <a:t>Workspace Item Types by Workload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59E36-2B46-974C-EE2C-940A794FA329}"/>
              </a:ext>
            </a:extLst>
          </p:cNvPr>
          <p:cNvSpPr/>
          <p:nvPr/>
        </p:nvSpPr>
        <p:spPr bwMode="auto">
          <a:xfrm>
            <a:off x="4491707" y="1319195"/>
            <a:ext cx="1593127" cy="1148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661C3-C199-B1D4-ECCF-4E91E83B6F99}"/>
              </a:ext>
            </a:extLst>
          </p:cNvPr>
          <p:cNvSpPr/>
          <p:nvPr/>
        </p:nvSpPr>
        <p:spPr bwMode="auto">
          <a:xfrm>
            <a:off x="4601557" y="1615481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SemanticModel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1799D-4036-5440-9CB5-4428BE5E0F21}"/>
              </a:ext>
            </a:extLst>
          </p:cNvPr>
          <p:cNvSpPr/>
          <p:nvPr/>
        </p:nvSpPr>
        <p:spPr bwMode="auto">
          <a:xfrm>
            <a:off x="4601557" y="2021229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E34B8-29BB-ACA2-C5FE-CA8B7BA5D545}"/>
              </a:ext>
            </a:extLst>
          </p:cNvPr>
          <p:cNvSpPr/>
          <p:nvPr/>
        </p:nvSpPr>
        <p:spPr bwMode="auto">
          <a:xfrm>
            <a:off x="2794856" y="1325822"/>
            <a:ext cx="1593127" cy="114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F2FC-3D07-1FC2-9C61-FE0E7DDD4791}"/>
              </a:ext>
            </a:extLst>
          </p:cNvPr>
          <p:cNvSpPr/>
          <p:nvPr/>
        </p:nvSpPr>
        <p:spPr bwMode="auto">
          <a:xfrm>
            <a:off x="2904705" y="162210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Lakehouse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4FA64-CFD5-9D82-D159-B8F5EBF04D3C}"/>
              </a:ext>
            </a:extLst>
          </p:cNvPr>
          <p:cNvSpPr/>
          <p:nvPr/>
        </p:nvSpPr>
        <p:spPr bwMode="auto">
          <a:xfrm>
            <a:off x="2904705" y="2027856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2B0E7-AFDC-2A0F-622C-16E2D7B273DC}"/>
              </a:ext>
            </a:extLst>
          </p:cNvPr>
          <p:cNvSpPr/>
          <p:nvPr/>
        </p:nvSpPr>
        <p:spPr bwMode="auto">
          <a:xfrm>
            <a:off x="1098005" y="1325823"/>
            <a:ext cx="1593127" cy="1148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Factory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F4A74-A745-AF5B-9369-5C3D180874C8}"/>
              </a:ext>
            </a:extLst>
          </p:cNvPr>
          <p:cNvSpPr/>
          <p:nvPr/>
        </p:nvSpPr>
        <p:spPr bwMode="auto">
          <a:xfrm>
            <a:off x="1207854" y="1622110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3F274-94E7-A1C8-CB73-99E0BD59B505}"/>
              </a:ext>
            </a:extLst>
          </p:cNvPr>
          <p:cNvSpPr/>
          <p:nvPr/>
        </p:nvSpPr>
        <p:spPr bwMode="auto">
          <a:xfrm>
            <a:off x="1207854" y="202785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73E6B-0337-6EA8-B5AB-01879401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73" y="3680142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D434C3-9BAB-B635-0236-71DEDF24F317}"/>
              </a:ext>
            </a:extLst>
          </p:cNvPr>
          <p:cNvSpPr/>
          <p:nvPr/>
        </p:nvSpPr>
        <p:spPr bwMode="auto">
          <a:xfrm>
            <a:off x="1943219" y="5285290"/>
            <a:ext cx="3385084" cy="22247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7CF835-859D-CCB6-FCF2-E40BBDB91E1E}"/>
              </a:ext>
            </a:extLst>
          </p:cNvPr>
          <p:cNvSpPr/>
          <p:nvPr/>
        </p:nvSpPr>
        <p:spPr bwMode="auto">
          <a:xfrm>
            <a:off x="1683521" y="5285290"/>
            <a:ext cx="216502" cy="205099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8" y="2230272"/>
            <a:ext cx="2915057" cy="15337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8" y="612844"/>
            <a:ext cx="3562847" cy="115268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5D4DE-87E8-EA2A-3760-AC40184D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33" y="521404"/>
            <a:ext cx="4744112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1075-D850-9317-DD2F-7327A9A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C65CC7-7B4E-E704-28B0-67313FBE9FBC}"/>
              </a:ext>
            </a:extLst>
          </p:cNvPr>
          <p:cNvSpPr/>
          <p:nvPr/>
        </p:nvSpPr>
        <p:spPr bwMode="auto">
          <a:xfrm>
            <a:off x="240883" y="3395448"/>
            <a:ext cx="3581050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9E2E5-BAF2-7D61-3F15-DB0841EB7AB3}"/>
              </a:ext>
            </a:extLst>
          </p:cNvPr>
          <p:cNvSpPr/>
          <p:nvPr/>
        </p:nvSpPr>
        <p:spPr bwMode="auto">
          <a:xfrm>
            <a:off x="4399396" y="3395447"/>
            <a:ext cx="3562811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3D105B-3470-8B36-4C3B-5F5E0061B2F3}"/>
              </a:ext>
            </a:extLst>
          </p:cNvPr>
          <p:cNvSpPr/>
          <p:nvPr/>
        </p:nvSpPr>
        <p:spPr bwMode="auto">
          <a:xfrm>
            <a:off x="3832093" y="3688847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760DE-724B-9D79-5792-CC63CCB121F6}"/>
              </a:ext>
            </a:extLst>
          </p:cNvPr>
          <p:cNvSpPr/>
          <p:nvPr/>
        </p:nvSpPr>
        <p:spPr bwMode="auto">
          <a:xfrm>
            <a:off x="8571317" y="3395447"/>
            <a:ext cx="3581049" cy="1870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483D0-A50A-1877-0B22-999049351619}"/>
              </a:ext>
            </a:extLst>
          </p:cNvPr>
          <p:cNvSpPr/>
          <p:nvPr/>
        </p:nvSpPr>
        <p:spPr bwMode="auto">
          <a:xfrm>
            <a:off x="352613" y="3718095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72691AE-C066-77EE-E0FA-C0E0C766E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2772"/>
              </p:ext>
            </p:extLst>
          </p:nvPr>
        </p:nvGraphicFramePr>
        <p:xfrm>
          <a:off x="352614" y="3945848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53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726F6A9-4A0E-E546-260C-AF8B24D2B3F5}"/>
              </a:ext>
            </a:extLst>
          </p:cNvPr>
          <p:cNvSpPr/>
          <p:nvPr/>
        </p:nvSpPr>
        <p:spPr bwMode="auto">
          <a:xfrm>
            <a:off x="8005900" y="3688846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88E-706C-9AD8-9B57-033C0C2C10CB}"/>
              </a:ext>
            </a:extLst>
          </p:cNvPr>
          <p:cNvSpPr/>
          <p:nvPr/>
        </p:nvSpPr>
        <p:spPr bwMode="auto">
          <a:xfrm>
            <a:off x="4550892" y="3722514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322248-9356-46EE-DEAF-0E9065AC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48294"/>
              </p:ext>
            </p:extLst>
          </p:nvPr>
        </p:nvGraphicFramePr>
        <p:xfrm>
          <a:off x="4550893" y="3950267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18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91B6C03-4E38-70FE-A965-A643C054AAE7}"/>
              </a:ext>
            </a:extLst>
          </p:cNvPr>
          <p:cNvSpPr/>
          <p:nvPr/>
        </p:nvSpPr>
        <p:spPr bwMode="auto">
          <a:xfrm>
            <a:off x="8718689" y="3715890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D3F71B-1124-4357-201A-7210FEB1E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15040"/>
              </p:ext>
            </p:extLst>
          </p:nvPr>
        </p:nvGraphicFramePr>
        <p:xfrm>
          <a:off x="8718690" y="3943643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472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0209436-E9A6-D0C0-5E55-28C30492401A}"/>
              </a:ext>
            </a:extLst>
          </p:cNvPr>
          <p:cNvSpPr/>
          <p:nvPr/>
        </p:nvSpPr>
        <p:spPr bwMode="auto">
          <a:xfrm>
            <a:off x="278318" y="797920"/>
            <a:ext cx="3581050" cy="151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88422C-4499-A255-979E-898CED480233}"/>
              </a:ext>
            </a:extLst>
          </p:cNvPr>
          <p:cNvSpPr/>
          <p:nvPr/>
        </p:nvSpPr>
        <p:spPr bwMode="auto">
          <a:xfrm>
            <a:off x="4436831" y="797919"/>
            <a:ext cx="3562811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EEEEEB1-7570-0AF3-C34B-FDDE434F8DD8}"/>
              </a:ext>
            </a:extLst>
          </p:cNvPr>
          <p:cNvSpPr/>
          <p:nvPr/>
        </p:nvSpPr>
        <p:spPr bwMode="auto">
          <a:xfrm>
            <a:off x="3859368" y="1182295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ACDB4C-85A6-24F4-4265-C59D07BAF736}"/>
              </a:ext>
            </a:extLst>
          </p:cNvPr>
          <p:cNvSpPr/>
          <p:nvPr/>
        </p:nvSpPr>
        <p:spPr bwMode="auto">
          <a:xfrm>
            <a:off x="8608752" y="797918"/>
            <a:ext cx="3581049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BB852-7C90-DDBF-243D-FD8E8E918323}"/>
              </a:ext>
            </a:extLst>
          </p:cNvPr>
          <p:cNvSpPr/>
          <p:nvPr/>
        </p:nvSpPr>
        <p:spPr bwMode="auto">
          <a:xfrm>
            <a:off x="420528" y="1150583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071E35-3A74-D1A5-7A65-C04C2A88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17659"/>
              </p:ext>
            </p:extLst>
          </p:nvPr>
        </p:nvGraphicFramePr>
        <p:xfrm>
          <a:off x="420529" y="1378336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6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8DDFD746-B450-FDE4-D8C6-104305D80B95}"/>
              </a:ext>
            </a:extLst>
          </p:cNvPr>
          <p:cNvSpPr/>
          <p:nvPr/>
        </p:nvSpPr>
        <p:spPr bwMode="auto">
          <a:xfrm>
            <a:off x="8024819" y="1116502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DF1DF-9FE3-5BEB-9AC7-E9724DC32682}"/>
              </a:ext>
            </a:extLst>
          </p:cNvPr>
          <p:cNvSpPr/>
          <p:nvPr/>
        </p:nvSpPr>
        <p:spPr bwMode="auto">
          <a:xfrm>
            <a:off x="4588327" y="1104202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51ECB2E-2278-9F1D-27B3-9B11FB27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85191"/>
              </p:ext>
            </p:extLst>
          </p:nvPr>
        </p:nvGraphicFramePr>
        <p:xfrm>
          <a:off x="4588328" y="1331955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16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C047CCF-EA65-B2A1-69E3-0088CBE8020E}"/>
              </a:ext>
            </a:extLst>
          </p:cNvPr>
          <p:cNvSpPr/>
          <p:nvPr/>
        </p:nvSpPr>
        <p:spPr bwMode="auto">
          <a:xfrm>
            <a:off x="8756124" y="1097578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3AAC975-295F-82DE-2607-A6F9043A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9236"/>
              </p:ext>
            </p:extLst>
          </p:nvPr>
        </p:nvGraphicFramePr>
        <p:xfrm>
          <a:off x="8756125" y="1325331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412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9BDAAA28-E6D3-C112-5EA1-6CC90650D56E}"/>
              </a:ext>
            </a:extLst>
          </p:cNvPr>
          <p:cNvSpPr/>
          <p:nvPr/>
        </p:nvSpPr>
        <p:spPr bwMode="auto">
          <a:xfrm>
            <a:off x="324150" y="4766261"/>
            <a:ext cx="11738929" cy="260117"/>
          </a:xfrm>
          <a:prstGeom prst="rect">
            <a:avLst/>
          </a:prstGeom>
          <a:noFill/>
          <a:ln w="38100">
            <a:solidFill>
              <a:srgbClr val="EE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7306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6AF28-9D48-821A-1CBE-49EFC8CC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1060766"/>
            <a:ext cx="4156671" cy="21294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37BFD1-D7BA-B06C-5D50-A5E3CEBB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need to be recreated in PPT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8A7C0-F1DC-65D8-72E8-AD5EFA5E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" y="3497262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2B2DE83-CDBA-92D9-0133-0F4BA3891459}"/>
              </a:ext>
            </a:extLst>
          </p:cNvPr>
          <p:cNvGrpSpPr/>
          <p:nvPr/>
        </p:nvGrpSpPr>
        <p:grpSpPr>
          <a:xfrm>
            <a:off x="1209039" y="893566"/>
            <a:ext cx="8014473" cy="3092025"/>
            <a:chOff x="1209040" y="893566"/>
            <a:chExt cx="6258560" cy="349555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2E4EE76-81E2-F254-11B0-6BC974DDF1C2}"/>
                </a:ext>
              </a:extLst>
            </p:cNvPr>
            <p:cNvSpPr/>
            <p:nvPr/>
          </p:nvSpPr>
          <p:spPr bwMode="auto">
            <a:xfrm>
              <a:off x="1209040" y="893566"/>
              <a:ext cx="6258560" cy="3495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9D3C05-406F-0669-E454-C5AD1DF45439}"/>
                </a:ext>
              </a:extLst>
            </p:cNvPr>
            <p:cNvGrpSpPr/>
            <p:nvPr/>
          </p:nvGrpSpPr>
          <p:grpSpPr>
            <a:xfrm>
              <a:off x="1352499" y="1065759"/>
              <a:ext cx="5908139" cy="343430"/>
              <a:chOff x="4969459" y="3770906"/>
              <a:chExt cx="5908139" cy="412806"/>
            </a:xfrm>
          </p:grpSpPr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780A3D1F-2A6E-F14E-98F7-04C33BA24897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44C783-EF04-90BD-F682-73F05917427E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Microsoft Azure Fabric REST APIs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BA22E1C-016E-AC2A-7D82-0B886BE7DDD7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1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5056F58-5465-6F67-8239-9F6B0A2548E8}"/>
                </a:ext>
              </a:extLst>
            </p:cNvPr>
            <p:cNvGrpSpPr/>
            <p:nvPr/>
          </p:nvGrpSpPr>
          <p:grpSpPr>
            <a:xfrm>
              <a:off x="1352499" y="1521793"/>
              <a:ext cx="5908139" cy="343430"/>
              <a:chOff x="4969459" y="3770906"/>
              <a:chExt cx="5908139" cy="412806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09686B29-FE1B-4BDA-C2D9-9CEE86B7EDAE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A13E24F-DD09-7038-9535-C74ED2C5D4A2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Fabric REST APIs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35C9E83-CEB7-E49C-69FD-FCB9373330F0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2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0C193EB-FC0D-0EED-2D85-0AA4E38D9EB9}"/>
                </a:ext>
              </a:extLst>
            </p:cNvPr>
            <p:cNvGrpSpPr/>
            <p:nvPr/>
          </p:nvGrpSpPr>
          <p:grpSpPr>
            <a:xfrm>
              <a:off x="1352499" y="1986568"/>
              <a:ext cx="5908139" cy="343430"/>
              <a:chOff x="4969459" y="3770906"/>
              <a:chExt cx="5908139" cy="412806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A44801E6-522D-DBE3-33A1-4C120BAC6EE6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80E909-627B-A66D-6EB9-1A7D654F9E89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Power BI REST APIs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7153D5-F24C-FA79-BA33-471806F82D16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3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17B03C9-2131-6750-72C3-7029993D4924}"/>
                </a:ext>
              </a:extLst>
            </p:cNvPr>
            <p:cNvGrpSpPr/>
            <p:nvPr/>
          </p:nvGrpSpPr>
          <p:grpSpPr>
            <a:xfrm>
              <a:off x="1352499" y="2442602"/>
              <a:ext cx="5908139" cy="343430"/>
              <a:chOff x="4969459" y="3770906"/>
              <a:chExt cx="5908139" cy="412806"/>
            </a:xfrm>
          </p:grpSpPr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AAEB7D31-E3EF-B162-77F3-BBAC184D13F9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F9A0CF0-A14F-AD1C-9773-63778E4D765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Tabular Object Model (TOM)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E3F21D-26EB-6566-B818-C684FA92245D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4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8A6DFC6-FD50-5B5F-84CC-9C8B05418DA8}"/>
                </a:ext>
              </a:extLst>
            </p:cNvPr>
            <p:cNvGrpSpPr/>
            <p:nvPr/>
          </p:nvGrpSpPr>
          <p:grpSpPr>
            <a:xfrm>
              <a:off x="1352499" y="2922006"/>
              <a:ext cx="5908139" cy="343430"/>
              <a:chOff x="4969459" y="3770906"/>
              <a:chExt cx="5908139" cy="412806"/>
            </a:xfrm>
          </p:grpSpPr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9681DF32-4165-DFD6-C1F7-93D21FB4046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5281C2E-3FC9-99C1-3A03-91A6687BE15B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Data Lake Storage (ADLS) Gen2 APIs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5F1322C-7039-593D-AAE6-1156B45D6364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87952E-460A-0C85-2A65-5C1EA4D2B2A9}"/>
                </a:ext>
              </a:extLst>
            </p:cNvPr>
            <p:cNvGrpSpPr/>
            <p:nvPr/>
          </p:nvGrpSpPr>
          <p:grpSpPr>
            <a:xfrm>
              <a:off x="1352499" y="3378040"/>
              <a:ext cx="5908139" cy="343430"/>
              <a:chOff x="4969459" y="3770906"/>
              <a:chExt cx="5908139" cy="412806"/>
            </a:xfrm>
          </p:grpSpPr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44188F5B-049C-34B2-57AA-79218B292EB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DB1DD1B-9F33-E3C8-FAC8-3E76653FCAD6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DevOps Services REST API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C151EFA-D0FB-17C0-DB63-FE1043914CEE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6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AD7E3D3-5BB8-2021-5BA2-72E557315C43}"/>
                </a:ext>
              </a:extLst>
            </p:cNvPr>
            <p:cNvGrpSpPr/>
            <p:nvPr/>
          </p:nvGrpSpPr>
          <p:grpSpPr>
            <a:xfrm>
              <a:off x="1352499" y="3850060"/>
              <a:ext cx="5908139" cy="343430"/>
              <a:chOff x="4969459" y="3770906"/>
              <a:chExt cx="5908139" cy="412806"/>
            </a:xfrm>
          </p:grpSpPr>
          <p:sp>
            <p:nvSpPr>
              <p:cNvPr id="40" name="Arrow: Right 39">
                <a:extLst>
                  <a:ext uri="{FF2B5EF4-FFF2-40B4-BE49-F238E27FC236}">
                    <a16:creationId xmlns:a16="http://schemas.microsoft.com/office/drawing/2014/main" id="{0E1EEFB1-108C-CD75-0864-A6144F5F4ABD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17462E7-EC60-79F5-DABA-E81AA938FFC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GitHub REST APIs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0B2CC5E-1EF6-55C7-110F-D77556F5BB98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938365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EF9C11-F613-A8F0-4743-59AA494610EA}"/>
              </a:ext>
            </a:extLst>
          </p:cNvPr>
          <p:cNvSpPr/>
          <p:nvPr/>
        </p:nvSpPr>
        <p:spPr bwMode="auto">
          <a:xfrm>
            <a:off x="1373965" y="755393"/>
            <a:ext cx="8765715" cy="296316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5199F46-1443-BEC9-F5D3-50ABF028ACB0}"/>
              </a:ext>
            </a:extLst>
          </p:cNvPr>
          <p:cNvSpPr/>
          <p:nvPr/>
        </p:nvSpPr>
        <p:spPr bwMode="auto">
          <a:xfrm>
            <a:off x="6357977" y="1374216"/>
            <a:ext cx="3446423" cy="20497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9DACAB-97C4-D0D3-9B92-DD464DA398D5}"/>
              </a:ext>
            </a:extLst>
          </p:cNvPr>
          <p:cNvGrpSpPr/>
          <p:nvPr/>
        </p:nvGrpSpPr>
        <p:grpSpPr>
          <a:xfrm>
            <a:off x="1686560" y="979629"/>
            <a:ext cx="3181884" cy="2444291"/>
            <a:chOff x="7567016" y="187149"/>
            <a:chExt cx="4439582" cy="28405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D428E9-F1DC-C03A-1B8B-1D0F31477B1A}"/>
                </a:ext>
              </a:extLst>
            </p:cNvPr>
            <p:cNvSpPr/>
            <p:nvPr/>
          </p:nvSpPr>
          <p:spPr bwMode="auto">
            <a:xfrm>
              <a:off x="7567017" y="645702"/>
              <a:ext cx="4439581" cy="2381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59AC6E-B55E-FF8A-9F2B-2524A3A9A081}"/>
                </a:ext>
              </a:extLst>
            </p:cNvPr>
            <p:cNvSpPr/>
            <p:nvPr/>
          </p:nvSpPr>
          <p:spPr bwMode="auto">
            <a:xfrm>
              <a:off x="7567016" y="187149"/>
              <a:ext cx="4439581" cy="47608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DevOps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047008-EBBC-AEFC-6061-8583AA25B840}"/>
              </a:ext>
            </a:extLst>
          </p:cNvPr>
          <p:cNvSpPr/>
          <p:nvPr/>
        </p:nvSpPr>
        <p:spPr bwMode="auto">
          <a:xfrm>
            <a:off x="6357976" y="979629"/>
            <a:ext cx="3446423" cy="4096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F8896-D87B-6CFB-3A9F-8DFFC22A08DA}"/>
              </a:ext>
            </a:extLst>
          </p:cNvPr>
          <p:cNvSpPr/>
          <p:nvPr/>
        </p:nvSpPr>
        <p:spPr bwMode="auto">
          <a:xfrm>
            <a:off x="6977122" y="1996213"/>
            <a:ext cx="2231436" cy="89607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Notebook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160E5-20F5-5BBE-EBE6-2CE7BBACD8C8}"/>
              </a:ext>
            </a:extLst>
          </p:cNvPr>
          <p:cNvSpPr/>
          <p:nvPr/>
        </p:nvSpPr>
        <p:spPr bwMode="auto">
          <a:xfrm>
            <a:off x="6657128" y="1529199"/>
            <a:ext cx="2778080" cy="32711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59101-2828-FBAC-DE26-1E28B177E45B}"/>
              </a:ext>
            </a:extLst>
          </p:cNvPr>
          <p:cNvSpPr/>
          <p:nvPr/>
        </p:nvSpPr>
        <p:spPr bwMode="auto">
          <a:xfrm>
            <a:off x="6657128" y="1840739"/>
            <a:ext cx="2778080" cy="125476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543BD79-DF3A-AB27-19EB-61C5FB2CC55C}"/>
              </a:ext>
            </a:extLst>
          </p:cNvPr>
          <p:cNvSpPr/>
          <p:nvPr/>
        </p:nvSpPr>
        <p:spPr bwMode="auto">
          <a:xfrm>
            <a:off x="4421391" y="2154457"/>
            <a:ext cx="2487409" cy="507463"/>
          </a:xfrm>
          <a:prstGeom prst="rightArrow">
            <a:avLst>
              <a:gd name="adj1" fmla="val 62758"/>
              <a:gd name="adj2" fmla="val 72023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Run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343B0-7F70-4B44-6CB0-25A75E440737}"/>
              </a:ext>
            </a:extLst>
          </p:cNvPr>
          <p:cNvSpPr/>
          <p:nvPr/>
        </p:nvSpPr>
        <p:spPr bwMode="auto">
          <a:xfrm>
            <a:off x="1971303" y="1702624"/>
            <a:ext cx="2450088" cy="13928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Pipeline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665592-CA6C-B5E7-246F-A6269EC0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61" y="4919472"/>
            <a:ext cx="1733792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8374-6D93-DE30-C294-CAB3A37D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1ECCAD9-6A29-E075-CA34-9A2388C8D4A2}"/>
              </a:ext>
            </a:extLst>
          </p:cNvPr>
          <p:cNvSpPr/>
          <p:nvPr/>
        </p:nvSpPr>
        <p:spPr bwMode="auto">
          <a:xfrm>
            <a:off x="3642668" y="217216"/>
            <a:ext cx="7199589" cy="27545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E129A-F40B-78A4-043F-1056A6D0C222}"/>
              </a:ext>
            </a:extLst>
          </p:cNvPr>
          <p:cNvSpPr/>
          <p:nvPr/>
        </p:nvSpPr>
        <p:spPr bwMode="auto">
          <a:xfrm>
            <a:off x="8395478" y="359323"/>
            <a:ext cx="2306563" cy="24725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APIs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B6F30E5-16DC-279A-BDDC-0611B6C67311}"/>
              </a:ext>
            </a:extLst>
          </p:cNvPr>
          <p:cNvSpPr/>
          <p:nvPr/>
        </p:nvSpPr>
        <p:spPr bwMode="auto">
          <a:xfrm>
            <a:off x="5017089" y="487447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ABE7D-AAC0-AFB8-9310-162C1BFC9235}"/>
              </a:ext>
            </a:extLst>
          </p:cNvPr>
          <p:cNvSpPr/>
          <p:nvPr/>
        </p:nvSpPr>
        <p:spPr bwMode="auto">
          <a:xfrm>
            <a:off x="3756027" y="359323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65275D0-E57E-F23F-150C-87A4131E1139}"/>
              </a:ext>
            </a:extLst>
          </p:cNvPr>
          <p:cNvSpPr/>
          <p:nvPr/>
        </p:nvSpPr>
        <p:spPr bwMode="auto">
          <a:xfrm>
            <a:off x="5017088" y="1333212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Update Item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51EE0-647B-370E-0532-777F5D9ED590}"/>
              </a:ext>
            </a:extLst>
          </p:cNvPr>
          <p:cNvSpPr/>
          <p:nvPr/>
        </p:nvSpPr>
        <p:spPr bwMode="auto">
          <a:xfrm>
            <a:off x="3756027" y="1223087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A651E6-CB03-ACCC-5C30-1A32B01C2494}"/>
              </a:ext>
            </a:extLst>
          </p:cNvPr>
          <p:cNvSpPr/>
          <p:nvPr/>
        </p:nvSpPr>
        <p:spPr bwMode="auto">
          <a:xfrm flipH="1">
            <a:off x="3756026" y="2086847"/>
            <a:ext cx="4493451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Get Item Definition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E8C06-1A67-530B-739A-5B8C2D07F5F2}"/>
              </a:ext>
            </a:extLst>
          </p:cNvPr>
          <p:cNvSpPr/>
          <p:nvPr/>
        </p:nvSpPr>
        <p:spPr bwMode="auto">
          <a:xfrm>
            <a:off x="6686405" y="1976720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51517241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CC36B-13B7-308D-5CE2-436D5116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" y="358379"/>
            <a:ext cx="7373379" cy="5668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112187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2AF20-7495-721F-2F6E-7E59BFFF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939416"/>
            <a:ext cx="8935278" cy="3789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397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24EC3-66F9-F096-52F7-0E801B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6" y="428887"/>
            <a:ext cx="4117893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EE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ACC60-1FA3-2FDB-C7CD-B15D0C14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33" y="657931"/>
            <a:ext cx="9764488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095206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2654F-B93D-DC3A-EBC5-23D16FB3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766267"/>
            <a:ext cx="11044555" cy="457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510833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95F66-9CD1-A3E6-142E-0BBFD0E6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6" y="489239"/>
            <a:ext cx="7629811" cy="33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94D19-378E-08ED-3FBC-5E4D9977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429" y="969617"/>
            <a:ext cx="5430742" cy="44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8BD1-97C7-3E4C-1108-B120C3D9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2" y="2254076"/>
            <a:ext cx="10069330" cy="2486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74CD2-6211-1219-8E01-BDBEF292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5" y="868440"/>
            <a:ext cx="8478433" cy="4820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2A8E2-B35E-6464-2B99-6444D98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2" y="999396"/>
            <a:ext cx="10631384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6B019-F44B-0CCB-46D3-03754851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58" y="1101390"/>
            <a:ext cx="7220958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10513</TotalTime>
  <Words>464</Words>
  <Application>Microsoft Office PowerPoint</Application>
  <PresentationFormat>Custom</PresentationFormat>
  <Paragraphs>262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Chapter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need to be recreated in PPT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33</cp:revision>
  <cp:lastPrinted>2025-03-29T10:59:42Z</cp:lastPrinted>
  <dcterms:created xsi:type="dcterms:W3CDTF">2018-09-21T01:16:59Z</dcterms:created>
  <dcterms:modified xsi:type="dcterms:W3CDTF">2025-11-24T23:05:06Z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