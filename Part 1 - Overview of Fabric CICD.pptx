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551" r:id="rId4"/>
    <p:sldMasterId id="2147484576" r:id="rId5"/>
  </p:sldMasterIdLst>
  <p:notesMasterIdLst>
    <p:notesMasterId r:id="rId54"/>
  </p:notesMasterIdLst>
  <p:handoutMasterIdLst>
    <p:handoutMasterId r:id="rId55"/>
  </p:handoutMasterIdLst>
  <p:sldIdLst>
    <p:sldId id="2147482125" r:id="rId6"/>
    <p:sldId id="2147482159" r:id="rId7"/>
    <p:sldId id="2147482112" r:id="rId8"/>
    <p:sldId id="2147482100" r:id="rId9"/>
    <p:sldId id="2147482173" r:id="rId10"/>
    <p:sldId id="2147482101" r:id="rId11"/>
    <p:sldId id="2147482113" r:id="rId12"/>
    <p:sldId id="2147482102" r:id="rId13"/>
    <p:sldId id="2147482162" r:id="rId14"/>
    <p:sldId id="2147482163" r:id="rId15"/>
    <p:sldId id="2147482168" r:id="rId16"/>
    <p:sldId id="2147482164" r:id="rId17"/>
    <p:sldId id="2147482165" r:id="rId18"/>
    <p:sldId id="2147482114" r:id="rId19"/>
    <p:sldId id="2147482166" r:id="rId20"/>
    <p:sldId id="2147482170" r:id="rId21"/>
    <p:sldId id="2147482172" r:id="rId22"/>
    <p:sldId id="2147482169" r:id="rId23"/>
    <p:sldId id="2147482171" r:id="rId24"/>
    <p:sldId id="2147482167" r:id="rId25"/>
    <p:sldId id="2147482116" r:id="rId26"/>
    <p:sldId id="2147482132" r:id="rId27"/>
    <p:sldId id="2147482174" r:id="rId28"/>
    <p:sldId id="2147482118" r:id="rId29"/>
    <p:sldId id="2147482139" r:id="rId30"/>
    <p:sldId id="2147482124" r:id="rId31"/>
    <p:sldId id="2147482121" r:id="rId32"/>
    <p:sldId id="2147482122" r:id="rId33"/>
    <p:sldId id="2147482120" r:id="rId34"/>
    <p:sldId id="2147482119" r:id="rId35"/>
    <p:sldId id="2147482140" r:id="rId36"/>
    <p:sldId id="2147482141" r:id="rId37"/>
    <p:sldId id="2147482123" r:id="rId38"/>
    <p:sldId id="2147482146" r:id="rId39"/>
    <p:sldId id="2147482160" r:id="rId40"/>
    <p:sldId id="2147482147" r:id="rId41"/>
    <p:sldId id="2147482161" r:id="rId42"/>
    <p:sldId id="2147482148" r:id="rId43"/>
    <p:sldId id="2147482155" r:id="rId44"/>
    <p:sldId id="2147482152" r:id="rId45"/>
    <p:sldId id="2147482150" r:id="rId46"/>
    <p:sldId id="2147482153" r:id="rId47"/>
    <p:sldId id="2147482154" r:id="rId48"/>
    <p:sldId id="2147482156" r:id="rId49"/>
    <p:sldId id="2147482151" r:id="rId50"/>
    <p:sldId id="2147482149" r:id="rId51"/>
    <p:sldId id="2147482157" r:id="rId52"/>
    <p:sldId id="2147482158" r:id="rId53"/>
  </p:sldIdLst>
  <p:sldSz cx="12436475" cy="6994525"/>
  <p:notesSz cx="7010400" cy="92964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1E73487-5996-4DE0-B97B-80AE53F81838}">
          <p14:sldIdLst>
            <p14:sldId id="2147482125"/>
            <p14:sldId id="2147482159"/>
            <p14:sldId id="2147482112"/>
            <p14:sldId id="2147482100"/>
            <p14:sldId id="2147482173"/>
            <p14:sldId id="2147482101"/>
            <p14:sldId id="2147482113"/>
            <p14:sldId id="2147482102"/>
            <p14:sldId id="2147482162"/>
            <p14:sldId id="2147482163"/>
            <p14:sldId id="2147482168"/>
            <p14:sldId id="2147482164"/>
            <p14:sldId id="2147482165"/>
            <p14:sldId id="2147482114"/>
            <p14:sldId id="2147482166"/>
            <p14:sldId id="2147482170"/>
            <p14:sldId id="2147482172"/>
            <p14:sldId id="2147482169"/>
            <p14:sldId id="2147482171"/>
            <p14:sldId id="2147482167"/>
            <p14:sldId id="2147482116"/>
            <p14:sldId id="2147482132"/>
            <p14:sldId id="2147482174"/>
            <p14:sldId id="2147482118"/>
            <p14:sldId id="2147482139"/>
            <p14:sldId id="2147482124"/>
            <p14:sldId id="2147482121"/>
            <p14:sldId id="2147482122"/>
            <p14:sldId id="2147482120"/>
            <p14:sldId id="2147482119"/>
            <p14:sldId id="2147482140"/>
            <p14:sldId id="2147482141"/>
            <p14:sldId id="2147482123"/>
            <p14:sldId id="2147482146"/>
            <p14:sldId id="2147482160"/>
            <p14:sldId id="2147482147"/>
            <p14:sldId id="2147482161"/>
            <p14:sldId id="2147482148"/>
            <p14:sldId id="2147482155"/>
            <p14:sldId id="2147482152"/>
            <p14:sldId id="2147482150"/>
            <p14:sldId id="2147482153"/>
            <p14:sldId id="2147482154"/>
            <p14:sldId id="2147482156"/>
            <p14:sldId id="2147482151"/>
            <p14:sldId id="2147482149"/>
            <p14:sldId id="2147482157"/>
            <p14:sldId id="214748215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50CFE33-38B5-93F4-CBDC-19387157439A}" name="Fretz Nuson" initials="FN" userId="S::frnuson@microsoft.com::4f89d152-8c61-4ebe-9979-f75548eb188f" providerId="AD"/>
  <p188:author id="{29F777B8-775D-FF4A-5EC6-49912B8B8FCB}" name="Nimrod Shalit" initials="NS" userId="S::nishalit@microsoft.com::13d05e46-027d-46c3-aabb-ccf1744354f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7" name="Jasper Hedegaard Bojsen" initials="JHB" lastIdx="2" clrIdx="7">
    <p:extLst>
      <p:ext uri="{19B8F6BF-5375-455C-9EA6-DF929625EA0E}">
        <p15:presenceInfo xmlns:p15="http://schemas.microsoft.com/office/powerpoint/2012/main" userId="S::jasperhb@microsoft.com::e917db92-6445-433e-ac97-2eab88ce737d" providerId="AD"/>
      </p:ext>
    </p:extLst>
  </p:cmAuthor>
  <p:cmAuthor id="1" name="Mary Feil-Jacobs" initials="MFJ" lastIdx="43" clrIdx="1"/>
  <p:cmAuthor id="8" name="Gordon Macdonald" initials="GM" lastIdx="10" clrIdx="8">
    <p:extLst>
      <p:ext uri="{19B8F6BF-5375-455C-9EA6-DF929625EA0E}">
        <p15:presenceInfo xmlns:p15="http://schemas.microsoft.com/office/powerpoint/2012/main" userId="419a06e8ae266e15" providerId="Windows Live"/>
      </p:ext>
    </p:extLst>
  </p:cmAuthor>
  <p:cmAuthor id="2" name="Monica Lueder" initials="ML" lastIdx="22" clrIdx="2"/>
  <p:cmAuthor id="3" name="Mary Feil-Jacobs" initials="MF" lastIdx="22" clrIdx="3"/>
  <p:cmAuthor id="4" name="Angela Powell" initials="AP" lastIdx="9" clrIdx="4">
    <p:extLst>
      <p:ext uri="{19B8F6BF-5375-455C-9EA6-DF929625EA0E}">
        <p15:presenceInfo xmlns:p15="http://schemas.microsoft.com/office/powerpoint/2012/main" userId="cf7d67635d593fc2" providerId="Windows Live"/>
      </p:ext>
    </p:extLst>
  </p:cmAuthor>
  <p:cmAuthor id="5" name="Andrew Cook" initials="AC" lastIdx="7" clrIdx="5">
    <p:extLst>
      <p:ext uri="{19B8F6BF-5375-455C-9EA6-DF929625EA0E}">
        <p15:presenceInfo xmlns:p15="http://schemas.microsoft.com/office/powerpoint/2012/main" userId="S-1-5-21-2127521184-1604012920-1887927527-2644137" providerId="AD"/>
      </p:ext>
    </p:extLst>
  </p:cmAuthor>
  <p:cmAuthor id="6" name="Olga Masek" initials="OM" lastIdx="13" clrIdx="6">
    <p:extLst>
      <p:ext uri="{19B8F6BF-5375-455C-9EA6-DF929625EA0E}">
        <p15:presenceInfo xmlns:p15="http://schemas.microsoft.com/office/powerpoint/2012/main" userId="S-1-5-21-2127521184-1604012920-1887927527-16609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B9FF"/>
    <a:srgbClr val="FFFFFF"/>
    <a:srgbClr val="6C0000"/>
    <a:srgbClr val="8A0000"/>
    <a:srgbClr val="89FFF1"/>
    <a:srgbClr val="FFCDFF"/>
    <a:srgbClr val="D9E6FF"/>
    <a:srgbClr val="FFCCCC"/>
    <a:srgbClr val="DAA52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224" autoAdjust="0"/>
  </p:normalViewPr>
  <p:slideViewPr>
    <p:cSldViewPr snapToGrid="0">
      <p:cViewPr varScale="1">
        <p:scale>
          <a:sx n="89" d="100"/>
          <a:sy n="89" d="100"/>
        </p:scale>
        <p:origin x="274" y="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5645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61" Type="http://schemas.microsoft.com/office/2018/10/relationships/authors" Target="authors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commentAuthors" Target="commentAuthor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theme" Target="theme/theme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presProps" Target="presProps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7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r>
              <a:rPr lang="en-US">
                <a:latin typeface="Segoe UI" pitchFamily="34" charset="0"/>
              </a:rPr>
              <a:t>Power BI Dev Camp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r>
              <a:rPr lang="en-US">
                <a:latin typeface="Segoe UI" pitchFamily="34" charset="0"/>
              </a:rPr>
              <a:t>8/27/2020</a:t>
            </a: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831580"/>
            <a:ext cx="6052312" cy="361897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marL="582359" indent="0" algn="l">
              <a:defRPr sz="1200"/>
            </a:lvl1pPr>
          </a:lstStyle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CE60099-03E7-4FA1-8A7F-E6E6CFB0F855}" type="datetime8">
              <a:rPr lang="en-US" smtClean="0"/>
              <a:t>12/16/2025 10:17 AM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6040627" y="8829967"/>
            <a:ext cx="96815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112E7-2001-8DAA-B9A3-DC4183809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56D5BD-A1E8-0FD4-86AA-ECB650A1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A5E660-C143-6798-91FC-5E29522B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2F3DFED-BC5A-2EF8-9001-B078ABBD857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26E49-2D4A-5D67-0560-9A72F357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0C5-C7DE-BB67-8261-0D05B9A516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48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3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884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934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0143E-4C4B-8E9E-83AE-CDE43693A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F78E9-C70F-5C30-7D12-757905CBB1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A40508-F234-F916-1C50-1E63CB028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13E61A1E-DC28-5F64-D97B-CD72DF147DA7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CFBF9-0BC9-5F9E-3CC1-1A2A3BE10F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CCB7EC-4014-A326-A04F-B8D864E6A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685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087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29362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114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48758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69912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 sz="1400" b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78438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1868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21353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190500"/>
            <a:ext cx="11801475" cy="498598"/>
          </a:xfrm>
        </p:spPr>
        <p:txBody>
          <a:bodyPr/>
          <a:lstStyle>
            <a:lvl1pPr>
              <a:defRPr sz="3598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540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594" indent="-339594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b="0">
                <a:solidFill>
                  <a:schemeClr val="tx1"/>
                </a:solidFill>
                <a:latin typeface="+mn-lt"/>
              </a:defRPr>
            </a:lvl1pPr>
            <a:lvl2pPr marL="744252" indent="-34911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/>
            </a:lvl2pPr>
            <a:lvl3pPr marL="747426" indent="0">
              <a:lnSpc>
                <a:spcPts val="2400"/>
              </a:lnSpc>
              <a:buNone/>
              <a:defRPr sz="1800" b="1">
                <a:solidFill>
                  <a:srgbClr val="002060"/>
                </a:solidFill>
                <a:latin typeface="Lucida Console" panose="020B0609040504020204" pitchFamily="49" charset="0"/>
              </a:defRPr>
            </a:lvl3pPr>
            <a:lvl4pPr marL="518913" indent="0"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31505" indent="-412591">
              <a:buNone/>
              <a:defRPr sz="1398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0616C0-C864-7BE9-C4CB-755BB3FB3DC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3651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8296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D712B6-0157-8532-DCDC-4589B35076F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3608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5645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74675" indent="-63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None/>
              <a:defRPr sz="1600" b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E2A54D-A755-F900-5808-4CCC5C04D02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700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1BFE9-6D7B-E542-8545-679454897D67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5218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9624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53" r:id="rId1"/>
    <p:sldLayoutId id="2147484570" r:id="rId2"/>
    <p:sldLayoutId id="2147484573" r:id="rId3"/>
    <p:sldLayoutId id="2147484572" r:id="rId4"/>
    <p:sldLayoutId id="2147484574" r:id="rId5"/>
    <p:sldLayoutId id="2147484575" r:id="rId6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49" userDrawn="1">
          <p15:clr>
            <a:srgbClr val="C35EA4"/>
          </p15:clr>
        </p15:guide>
        <p15:guide id="32" pos="1528" userDrawn="1">
          <p15:clr>
            <a:srgbClr val="C35EA4"/>
          </p15:clr>
        </p15:guide>
        <p15:guide id="33" pos="2621" userDrawn="1">
          <p15:clr>
            <a:srgbClr val="C35EA4"/>
          </p15:clr>
        </p15:guide>
        <p15:guide id="34" pos="2765" userDrawn="1">
          <p15:clr>
            <a:srgbClr val="C35EA4"/>
          </p15:clr>
        </p15:guide>
        <p15:guide id="35" pos="3854" userDrawn="1">
          <p15:clr>
            <a:srgbClr val="C35EA4"/>
          </p15:clr>
        </p15:guide>
        <p15:guide id="36" pos="4003" userDrawn="1">
          <p15:clr>
            <a:srgbClr val="C35EA4"/>
          </p15:clr>
        </p15:guide>
        <p15:guide id="37" pos="5083" userDrawn="1">
          <p15:clr>
            <a:srgbClr val="C35EA4"/>
          </p15:clr>
        </p15:guide>
        <p15:guide id="38" pos="5230" userDrawn="1">
          <p15:clr>
            <a:srgbClr val="C35EA4"/>
          </p15:clr>
        </p15:guide>
        <p15:guide id="39" pos="6323" userDrawn="1">
          <p15:clr>
            <a:srgbClr val="C35EA4"/>
          </p15:clr>
        </p15:guide>
        <p15:guide id="40" pos="6469" userDrawn="1">
          <p15:clr>
            <a:srgbClr val="C35EA4"/>
          </p15:clr>
        </p15:guide>
        <p15:guide id="41" pos="293" userDrawn="1">
          <p15:clr>
            <a:srgbClr val="F26B43"/>
          </p15:clr>
        </p15:guide>
        <p15:guide id="42" pos="7565" userDrawn="1">
          <p15:clr>
            <a:srgbClr val="F26B43"/>
          </p15:clr>
        </p15:guide>
        <p15:guide id="43" orient="horz" pos="751" userDrawn="1">
          <p15:clr>
            <a:srgbClr val="5ACBF0"/>
          </p15:clr>
        </p15:guide>
        <p15:guide id="44" orient="horz" pos="1387" userDrawn="1">
          <p15:clr>
            <a:srgbClr val="5ACBF0"/>
          </p15:clr>
        </p15:guide>
        <p15:guide id="45" orient="horz" pos="605" userDrawn="1">
          <p15:clr>
            <a:srgbClr val="5ACBF0"/>
          </p15:clr>
        </p15:guide>
        <p15:guide id="46" orient="horz" pos="1514" userDrawn="1">
          <p15:clr>
            <a:srgbClr val="5ACBF0"/>
          </p15:clr>
        </p15:guide>
        <p15:guide id="47" orient="horz" pos="2130" userDrawn="1">
          <p15:clr>
            <a:srgbClr val="5ACBF0"/>
          </p15:clr>
        </p15:guide>
        <p15:guide id="48" orient="horz" pos="2299" userDrawn="1">
          <p15:clr>
            <a:srgbClr val="5ACBF0"/>
          </p15:clr>
        </p15:guide>
        <p15:guide id="49" orient="horz" pos="283" userDrawn="1">
          <p15:clr>
            <a:srgbClr val="F26B43"/>
          </p15:clr>
        </p15:guide>
        <p15:guide id="50" orient="horz" pos="4120" userDrawn="1">
          <p15:clr>
            <a:srgbClr val="F26B43"/>
          </p15:clr>
        </p15:guide>
        <p15:guide id="51" orient="horz" pos="2891" userDrawn="1">
          <p15:clr>
            <a:srgbClr val="5ACBF0"/>
          </p15:clr>
        </p15:guide>
        <p15:guide id="52" orient="horz" pos="3019" userDrawn="1">
          <p15:clr>
            <a:srgbClr val="5ACBF0"/>
          </p15:clr>
        </p15:guide>
        <p15:guide id="53" orient="horz" pos="3643" userDrawn="1">
          <p15:clr>
            <a:srgbClr val="5ACBF0"/>
          </p15:clr>
        </p15:guide>
        <p15:guide id="54" orient="horz" pos="3763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F7DB54B-389F-024C-4D79-28A5DD9BCD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12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7" r:id="rId1"/>
    <p:sldLayoutId id="2147484578" r:id="rId2"/>
    <p:sldLayoutId id="2147484579" r:id="rId3"/>
    <p:sldLayoutId id="2147484580" r:id="rId4"/>
    <p:sldLayoutId id="2147484581" r:id="rId5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5" pos="1349" userDrawn="1">
          <p15:clr>
            <a:srgbClr val="C35EA4"/>
          </p15:clr>
        </p15:guide>
        <p15:guide id="56" pos="1528" userDrawn="1">
          <p15:clr>
            <a:srgbClr val="C35EA4"/>
          </p15:clr>
        </p15:guide>
        <p15:guide id="57" pos="2621" userDrawn="1">
          <p15:clr>
            <a:srgbClr val="C35EA4"/>
          </p15:clr>
        </p15:guide>
        <p15:guide id="58" pos="2765" userDrawn="1">
          <p15:clr>
            <a:srgbClr val="C35EA4"/>
          </p15:clr>
        </p15:guide>
        <p15:guide id="59" pos="3854" userDrawn="1">
          <p15:clr>
            <a:srgbClr val="C35EA4"/>
          </p15:clr>
        </p15:guide>
        <p15:guide id="60" pos="4003" userDrawn="1">
          <p15:clr>
            <a:srgbClr val="C35EA4"/>
          </p15:clr>
        </p15:guide>
        <p15:guide id="61" pos="5083" userDrawn="1">
          <p15:clr>
            <a:srgbClr val="C35EA4"/>
          </p15:clr>
        </p15:guide>
        <p15:guide id="62" pos="5230" userDrawn="1">
          <p15:clr>
            <a:srgbClr val="C35EA4"/>
          </p15:clr>
        </p15:guide>
        <p15:guide id="63" pos="6323" userDrawn="1">
          <p15:clr>
            <a:srgbClr val="C35EA4"/>
          </p15:clr>
        </p15:guide>
        <p15:guide id="64" pos="6469" userDrawn="1">
          <p15:clr>
            <a:srgbClr val="C35EA4"/>
          </p15:clr>
        </p15:guide>
        <p15:guide id="65" pos="293" userDrawn="1">
          <p15:clr>
            <a:srgbClr val="F26B43"/>
          </p15:clr>
        </p15:guide>
        <p15:guide id="66" pos="7565" userDrawn="1">
          <p15:clr>
            <a:srgbClr val="F26B43"/>
          </p15:clr>
        </p15:guide>
        <p15:guide id="67" orient="horz" pos="751" userDrawn="1">
          <p15:clr>
            <a:srgbClr val="5ACBF0"/>
          </p15:clr>
        </p15:guide>
        <p15:guide id="68" orient="horz" pos="1387" userDrawn="1">
          <p15:clr>
            <a:srgbClr val="5ACBF0"/>
          </p15:clr>
        </p15:guide>
        <p15:guide id="69" orient="horz" pos="605" userDrawn="1">
          <p15:clr>
            <a:srgbClr val="5ACBF0"/>
          </p15:clr>
        </p15:guide>
        <p15:guide id="70" orient="horz" pos="1514" userDrawn="1">
          <p15:clr>
            <a:srgbClr val="5ACBF0"/>
          </p15:clr>
        </p15:guide>
        <p15:guide id="71" orient="horz" pos="2130" userDrawn="1">
          <p15:clr>
            <a:srgbClr val="5ACBF0"/>
          </p15:clr>
        </p15:guide>
        <p15:guide id="72" orient="horz" pos="2299" userDrawn="1">
          <p15:clr>
            <a:srgbClr val="5ACBF0"/>
          </p15:clr>
        </p15:guide>
        <p15:guide id="73" orient="horz" pos="283" userDrawn="1">
          <p15:clr>
            <a:srgbClr val="F26B43"/>
          </p15:clr>
        </p15:guide>
        <p15:guide id="74" orient="horz" pos="4120" userDrawn="1">
          <p15:clr>
            <a:srgbClr val="F26B43"/>
          </p15:clr>
        </p15:guide>
        <p15:guide id="75" orient="horz" pos="2891" userDrawn="1">
          <p15:clr>
            <a:srgbClr val="5ACBF0"/>
          </p15:clr>
        </p15:guide>
        <p15:guide id="76" orient="horz" pos="3019" userDrawn="1">
          <p15:clr>
            <a:srgbClr val="5ACBF0"/>
          </p15:clr>
        </p15:guide>
        <p15:guide id="77" orient="horz" pos="3643" userDrawn="1">
          <p15:clr>
            <a:srgbClr val="5ACBF0"/>
          </p15:clr>
        </p15:guide>
        <p15:guide id="78" orient="horz" pos="376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026B8-78C9-AA17-D8CE-6BC402B7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85473AEA-D435-81A9-1DA2-C2C1A3DA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5" y="3421061"/>
            <a:ext cx="10330234" cy="861774"/>
          </a:xfrm>
        </p:spPr>
        <p:txBody>
          <a:bodyPr/>
          <a:lstStyle/>
          <a:p>
            <a:pPr algn="ctr">
              <a:lnSpc>
                <a:spcPct val="100000"/>
              </a:lnSpc>
            </a:pPr>
            <a:r>
              <a:rPr lang="en-US" sz="4400" dirty="0"/>
              <a:t>Chapter 1</a:t>
            </a:r>
            <a:endParaRPr lang="en-US" sz="21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311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88E04-D23A-A25B-F1EB-8E9F9E3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E7FFA56-CE0E-CFF5-B162-583DA80A914D}"/>
              </a:ext>
            </a:extLst>
          </p:cNvPr>
          <p:cNvSpPr/>
          <p:nvPr/>
        </p:nvSpPr>
        <p:spPr bwMode="auto">
          <a:xfrm>
            <a:off x="698157" y="1328512"/>
            <a:ext cx="5066539" cy="20110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4FBE6-79B5-FC66-133B-7E47E5765745}"/>
              </a:ext>
            </a:extLst>
          </p:cNvPr>
          <p:cNvSpPr/>
          <p:nvPr/>
        </p:nvSpPr>
        <p:spPr bwMode="auto">
          <a:xfrm>
            <a:off x="3699718" y="1506118"/>
            <a:ext cx="1886073" cy="166893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shared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codebase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516FAD5-2F91-29A4-A6E3-9A97FC9B5D67}"/>
              </a:ext>
            </a:extLst>
          </p:cNvPr>
          <p:cNvSpPr/>
          <p:nvPr/>
        </p:nvSpPr>
        <p:spPr bwMode="auto">
          <a:xfrm>
            <a:off x="2188867" y="153625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5661F-7FA0-1D15-6A83-4A38E66BFB70}"/>
              </a:ext>
            </a:extLst>
          </p:cNvPr>
          <p:cNvSpPr/>
          <p:nvPr/>
        </p:nvSpPr>
        <p:spPr bwMode="auto">
          <a:xfrm>
            <a:off x="855870" y="1506118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B4548C-BDCC-D32D-6DE5-8744F627A835}"/>
              </a:ext>
            </a:extLst>
          </p:cNvPr>
          <p:cNvSpPr/>
          <p:nvPr/>
        </p:nvSpPr>
        <p:spPr bwMode="auto">
          <a:xfrm>
            <a:off x="855870" y="206602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DDA63-B437-941E-F89B-82AE159FDC61}"/>
              </a:ext>
            </a:extLst>
          </p:cNvPr>
          <p:cNvSpPr/>
          <p:nvPr/>
        </p:nvSpPr>
        <p:spPr bwMode="auto">
          <a:xfrm>
            <a:off x="855870" y="2715377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52EF814-C49C-2BDD-746A-35D92D467376}"/>
              </a:ext>
            </a:extLst>
          </p:cNvPr>
          <p:cNvSpPr/>
          <p:nvPr/>
        </p:nvSpPr>
        <p:spPr bwMode="auto">
          <a:xfrm>
            <a:off x="2188867" y="206602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BC2C7C1-A356-D0EC-8558-427D50CA6645}"/>
              </a:ext>
            </a:extLst>
          </p:cNvPr>
          <p:cNvSpPr/>
          <p:nvPr/>
        </p:nvSpPr>
        <p:spPr bwMode="auto">
          <a:xfrm>
            <a:off x="2188867" y="2715377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</p:spTree>
    <p:extLst>
      <p:ext uri="{BB962C8B-B14F-4D97-AF65-F5344CB8AC3E}">
        <p14:creationId xmlns:p14="http://schemas.microsoft.com/office/powerpoint/2010/main" val="2980331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78C485D-3A46-40D1-5373-DDF18F784091}"/>
              </a:ext>
            </a:extLst>
          </p:cNvPr>
          <p:cNvSpPr/>
          <p:nvPr/>
        </p:nvSpPr>
        <p:spPr bwMode="auto">
          <a:xfrm>
            <a:off x="1543736" y="615928"/>
            <a:ext cx="5622378" cy="15905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B81A26D-EBCD-FB0A-ED1B-5BB31977E55B}"/>
              </a:ext>
            </a:extLst>
          </p:cNvPr>
          <p:cNvGrpSpPr/>
          <p:nvPr/>
        </p:nvGrpSpPr>
        <p:grpSpPr>
          <a:xfrm>
            <a:off x="1664104" y="773980"/>
            <a:ext cx="5320563" cy="1293359"/>
            <a:chOff x="1664104" y="773980"/>
            <a:chExt cx="6857927" cy="166707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75316FA-3A99-1746-7388-C57FA01FDF73}"/>
                </a:ext>
              </a:extLst>
            </p:cNvPr>
            <p:cNvSpPr/>
            <p:nvPr/>
          </p:nvSpPr>
          <p:spPr bwMode="auto">
            <a:xfrm>
              <a:off x="1664104" y="773980"/>
              <a:ext cx="1632212" cy="1667071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D6F9DE8-BFD8-ED75-D80E-6643CBD92F41}"/>
                </a:ext>
              </a:extLst>
            </p:cNvPr>
            <p:cNvSpPr/>
            <p:nvPr/>
          </p:nvSpPr>
          <p:spPr bwMode="auto">
            <a:xfrm>
              <a:off x="4275308" y="797714"/>
              <a:ext cx="1625443" cy="164333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7E711A8B-74EF-8F35-800C-37539A4E8977}"/>
                </a:ext>
              </a:extLst>
            </p:cNvPr>
            <p:cNvSpPr/>
            <p:nvPr/>
          </p:nvSpPr>
          <p:spPr bwMode="auto">
            <a:xfrm>
              <a:off x="336361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876C167-CDFD-1E40-7D5A-871E02B6B79C}"/>
                </a:ext>
              </a:extLst>
            </p:cNvPr>
            <p:cNvSpPr/>
            <p:nvPr/>
          </p:nvSpPr>
          <p:spPr bwMode="auto">
            <a:xfrm>
              <a:off x="6896588" y="797714"/>
              <a:ext cx="1625443" cy="1643338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A55C7AC8-4247-2C70-2CDB-A7000BB82B63}"/>
                </a:ext>
              </a:extLst>
            </p:cNvPr>
            <p:cNvSpPr/>
            <p:nvPr/>
          </p:nvSpPr>
          <p:spPr bwMode="auto">
            <a:xfrm>
              <a:off x="598489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755312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6DA5E9-D66A-9398-8240-2844AE10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730" y="729864"/>
            <a:ext cx="9955014" cy="5534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501101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355D43-59C0-9C34-A078-23228550B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521" y="2244550"/>
            <a:ext cx="8297433" cy="2505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51131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444E-FF95-69D5-DADE-B4F8B697E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9C3E6F-3A43-3B76-CA28-48F6341F3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87" y="1158052"/>
            <a:ext cx="5450833" cy="45867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2072353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2B332-B10D-D7A1-C70A-DEE2D965E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DAC804-1FA6-153B-71B7-A4A921D89442}"/>
              </a:ext>
            </a:extLst>
          </p:cNvPr>
          <p:cNvSpPr/>
          <p:nvPr/>
        </p:nvSpPr>
        <p:spPr bwMode="auto">
          <a:xfrm>
            <a:off x="254017" y="657648"/>
            <a:ext cx="11702757" cy="292043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CC52C1-218D-5D86-DAC7-49730A9AD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6455" y="779179"/>
            <a:ext cx="5449713" cy="2639882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D27B48C-57B7-EC6A-8F3A-9DF2071D2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32" y="779180"/>
            <a:ext cx="4694307" cy="263988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252CDF10-60ED-AC54-F0AD-23E1E950168E}"/>
              </a:ext>
            </a:extLst>
          </p:cNvPr>
          <p:cNvSpPr/>
          <p:nvPr/>
        </p:nvSpPr>
        <p:spPr bwMode="auto">
          <a:xfrm>
            <a:off x="4958337" y="1926555"/>
            <a:ext cx="1428118" cy="776453"/>
          </a:xfrm>
          <a:prstGeom prst="rightArrow">
            <a:avLst>
              <a:gd name="adj1" fmla="val 62678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</p:spTree>
    <p:extLst>
      <p:ext uri="{BB962C8B-B14F-4D97-AF65-F5344CB8AC3E}">
        <p14:creationId xmlns:p14="http://schemas.microsoft.com/office/powerpoint/2010/main" val="507742836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D8E90-ED59-FC7F-9B3A-E15695DB3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D346B3-DB82-B8B2-85F4-920D52845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46" y="626789"/>
            <a:ext cx="7992590" cy="4906060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41300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F83280-6ACC-1CD9-59C4-9CDAA2D6C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231" y="1291918"/>
            <a:ext cx="7244143" cy="33947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56237070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9F07A0-596C-8E32-98E4-4EDD4A18B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44" y="319041"/>
            <a:ext cx="8206260" cy="33286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859011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5C68A0-65EF-4EA9-5280-6201D92753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80" t="44362"/>
          <a:stretch>
            <a:fillRect/>
          </a:stretch>
        </p:blipFill>
        <p:spPr>
          <a:xfrm>
            <a:off x="3279912" y="2494722"/>
            <a:ext cx="3884457" cy="28724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DCD9A42-CFF4-72DE-1A8E-68E8D3E2093B}"/>
              </a:ext>
            </a:extLst>
          </p:cNvPr>
          <p:cNvSpPr/>
          <p:nvPr/>
        </p:nvSpPr>
        <p:spPr bwMode="auto">
          <a:xfrm>
            <a:off x="2819341" y="3137261"/>
            <a:ext cx="682601" cy="3010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460257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C64352-795B-8B49-09CB-66DB6A387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678" y="1082338"/>
            <a:ext cx="8545118" cy="4829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077717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79B322-3C68-85D0-9E51-4B8765F956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61"/>
          <a:stretch>
            <a:fillRect/>
          </a:stretch>
        </p:blipFill>
        <p:spPr>
          <a:xfrm>
            <a:off x="1888434" y="1083036"/>
            <a:ext cx="3963993" cy="37152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7486191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C60118-8AC6-95D2-7BB0-E9F8635023F8}"/>
              </a:ext>
            </a:extLst>
          </p:cNvPr>
          <p:cNvSpPr/>
          <p:nvPr/>
        </p:nvSpPr>
        <p:spPr bwMode="auto">
          <a:xfrm>
            <a:off x="883253" y="2485205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ACEF9D8-8627-DEFA-5740-1740AA20F0DD}"/>
              </a:ext>
            </a:extLst>
          </p:cNvPr>
          <p:cNvSpPr/>
          <p:nvPr/>
        </p:nvSpPr>
        <p:spPr bwMode="auto">
          <a:xfrm flipH="1">
            <a:off x="2278761" y="2797651"/>
            <a:ext cx="1779105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456951-C80F-CB66-E93B-F661DEEE96A9}"/>
              </a:ext>
            </a:extLst>
          </p:cNvPr>
          <p:cNvSpPr/>
          <p:nvPr/>
        </p:nvSpPr>
        <p:spPr bwMode="auto">
          <a:xfrm>
            <a:off x="4134936" y="2648647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7CFE12-DA85-A691-F43B-551B8DBDADBC}"/>
              </a:ext>
            </a:extLst>
          </p:cNvPr>
          <p:cNvSpPr/>
          <p:nvPr/>
        </p:nvSpPr>
        <p:spPr bwMode="auto">
          <a:xfrm>
            <a:off x="1007792" y="2648650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8869CF-BC28-F842-5080-3DF2563282EE}"/>
              </a:ext>
            </a:extLst>
          </p:cNvPr>
          <p:cNvSpPr/>
          <p:nvPr/>
        </p:nvSpPr>
        <p:spPr bwMode="auto">
          <a:xfrm>
            <a:off x="883253" y="4348143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AFD7186-4F6F-D7FE-6CEB-1C87D92B7737}"/>
              </a:ext>
            </a:extLst>
          </p:cNvPr>
          <p:cNvSpPr/>
          <p:nvPr/>
        </p:nvSpPr>
        <p:spPr bwMode="auto">
          <a:xfrm flipH="1">
            <a:off x="2278761" y="4660589"/>
            <a:ext cx="1779105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Deploy from GIT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257883-F6E8-97D6-E336-7F8A4EC8994D}"/>
              </a:ext>
            </a:extLst>
          </p:cNvPr>
          <p:cNvSpPr/>
          <p:nvPr/>
        </p:nvSpPr>
        <p:spPr bwMode="auto">
          <a:xfrm>
            <a:off x="4134936" y="4511585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65065B-B098-406F-C5B7-F0A36B399733}"/>
              </a:ext>
            </a:extLst>
          </p:cNvPr>
          <p:cNvSpPr/>
          <p:nvPr/>
        </p:nvSpPr>
        <p:spPr bwMode="auto">
          <a:xfrm>
            <a:off x="1007792" y="4511588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empty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2281C2-BA13-4798-7326-DEF2D6FE30D6}"/>
              </a:ext>
            </a:extLst>
          </p:cNvPr>
          <p:cNvSpPr/>
          <p:nvPr/>
        </p:nvSpPr>
        <p:spPr bwMode="auto">
          <a:xfrm>
            <a:off x="883253" y="785709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1889D95D-8331-BFB3-79F0-B72D808D895A}"/>
              </a:ext>
            </a:extLst>
          </p:cNvPr>
          <p:cNvSpPr/>
          <p:nvPr/>
        </p:nvSpPr>
        <p:spPr bwMode="auto">
          <a:xfrm>
            <a:off x="2268855" y="1098155"/>
            <a:ext cx="1866081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E6258E-CFD4-4EA8-220E-30AEE1DE1C83}"/>
              </a:ext>
            </a:extLst>
          </p:cNvPr>
          <p:cNvSpPr/>
          <p:nvPr/>
        </p:nvSpPr>
        <p:spPr bwMode="auto">
          <a:xfrm>
            <a:off x="4134936" y="949151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B8CE51-9B39-FFAA-D399-298A420EFE7A}"/>
              </a:ext>
            </a:extLst>
          </p:cNvPr>
          <p:cNvSpPr/>
          <p:nvPr/>
        </p:nvSpPr>
        <p:spPr bwMode="auto">
          <a:xfrm>
            <a:off x="1007792" y="94915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77090633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A362-ED44-E05C-6D0C-B80BD285C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58B5717-91D2-D730-06D9-D36F5BED45E3}"/>
              </a:ext>
            </a:extLst>
          </p:cNvPr>
          <p:cNvSpPr/>
          <p:nvPr/>
        </p:nvSpPr>
        <p:spPr bwMode="auto">
          <a:xfrm>
            <a:off x="765313" y="685800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4B8C3B-A4D2-B984-66F7-6877181322AC}"/>
              </a:ext>
            </a:extLst>
          </p:cNvPr>
          <p:cNvSpPr/>
          <p:nvPr/>
        </p:nvSpPr>
        <p:spPr bwMode="auto">
          <a:xfrm>
            <a:off x="2684710" y="2229984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E70B40-1E2D-07A3-3CFB-794FDDCD01EE}"/>
              </a:ext>
            </a:extLst>
          </p:cNvPr>
          <p:cNvSpPr/>
          <p:nvPr/>
        </p:nvSpPr>
        <p:spPr bwMode="auto">
          <a:xfrm>
            <a:off x="2670984" y="823537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A5154-3942-DCD0-64EA-56F76029D0B3}"/>
              </a:ext>
            </a:extLst>
          </p:cNvPr>
          <p:cNvSpPr/>
          <p:nvPr/>
        </p:nvSpPr>
        <p:spPr bwMode="auto">
          <a:xfrm>
            <a:off x="891546" y="222998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7A3E7367-A547-510E-4FCF-D9DB1A8A26EE}"/>
              </a:ext>
            </a:extLst>
          </p:cNvPr>
          <p:cNvSpPr/>
          <p:nvPr/>
        </p:nvSpPr>
        <p:spPr bwMode="auto">
          <a:xfrm rot="16200000" flipH="1">
            <a:off x="3034578" y="1749901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9696F7B-0054-6D38-3B6F-3C1F540C9409}"/>
              </a:ext>
            </a:extLst>
          </p:cNvPr>
          <p:cNvSpPr/>
          <p:nvPr/>
        </p:nvSpPr>
        <p:spPr bwMode="auto">
          <a:xfrm flipH="1">
            <a:off x="2168534" y="2481452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B17918-5E98-8836-773F-EFCF928C6015}"/>
              </a:ext>
            </a:extLst>
          </p:cNvPr>
          <p:cNvSpPr/>
          <p:nvPr/>
        </p:nvSpPr>
        <p:spPr bwMode="auto">
          <a:xfrm>
            <a:off x="6105939" y="685800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7397D7-316D-9F8F-7DAC-CA1967B653E1}"/>
              </a:ext>
            </a:extLst>
          </p:cNvPr>
          <p:cNvSpPr/>
          <p:nvPr/>
        </p:nvSpPr>
        <p:spPr bwMode="auto">
          <a:xfrm>
            <a:off x="8025336" y="2229984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1ADAD0-65E9-449E-52ED-750E6CC93DA2}"/>
              </a:ext>
            </a:extLst>
          </p:cNvPr>
          <p:cNvSpPr/>
          <p:nvPr/>
        </p:nvSpPr>
        <p:spPr bwMode="auto">
          <a:xfrm>
            <a:off x="8011610" y="823537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FDE53D-8356-EE12-531C-BFB0A067B581}"/>
              </a:ext>
            </a:extLst>
          </p:cNvPr>
          <p:cNvSpPr/>
          <p:nvPr/>
        </p:nvSpPr>
        <p:spPr bwMode="auto">
          <a:xfrm>
            <a:off x="6232172" y="222998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81879F1-89E0-D509-1D7A-EA9685184ECE}"/>
              </a:ext>
            </a:extLst>
          </p:cNvPr>
          <p:cNvSpPr/>
          <p:nvPr/>
        </p:nvSpPr>
        <p:spPr bwMode="auto">
          <a:xfrm rot="5400000" flipH="1" flipV="1">
            <a:off x="8375204" y="1749901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C6A6ED45-51D0-2F4D-A552-936EF99C8CD5}"/>
              </a:ext>
            </a:extLst>
          </p:cNvPr>
          <p:cNvSpPr/>
          <p:nvPr/>
        </p:nvSpPr>
        <p:spPr bwMode="auto">
          <a:xfrm>
            <a:off x="7509160" y="2481452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D190EF-F2A9-959D-30FA-ED5976470A50}"/>
              </a:ext>
            </a:extLst>
          </p:cNvPr>
          <p:cNvSpPr/>
          <p:nvPr/>
        </p:nvSpPr>
        <p:spPr bwMode="auto">
          <a:xfrm>
            <a:off x="3932046" y="3790051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357134-E5F0-6E27-CA67-033E485A5B42}"/>
              </a:ext>
            </a:extLst>
          </p:cNvPr>
          <p:cNvSpPr/>
          <p:nvPr/>
        </p:nvSpPr>
        <p:spPr bwMode="auto">
          <a:xfrm>
            <a:off x="5851443" y="533423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B6B03A-63F0-7E91-B586-DCF034B1F9DA}"/>
              </a:ext>
            </a:extLst>
          </p:cNvPr>
          <p:cNvSpPr/>
          <p:nvPr/>
        </p:nvSpPr>
        <p:spPr bwMode="auto">
          <a:xfrm>
            <a:off x="5837717" y="3927788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883C74-B389-58A3-0F9E-5B3FE6485934}"/>
              </a:ext>
            </a:extLst>
          </p:cNvPr>
          <p:cNvSpPr/>
          <p:nvPr/>
        </p:nvSpPr>
        <p:spPr bwMode="auto">
          <a:xfrm>
            <a:off x="4058279" y="533423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CB8E3AFB-E614-8B71-BB0B-4BA8C318E092}"/>
              </a:ext>
            </a:extLst>
          </p:cNvPr>
          <p:cNvSpPr/>
          <p:nvPr/>
        </p:nvSpPr>
        <p:spPr bwMode="auto">
          <a:xfrm rot="16200000" flipH="1">
            <a:off x="6201311" y="4854152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DB15D02-E882-8A2D-49AB-B67D3C967E2A}"/>
              </a:ext>
            </a:extLst>
          </p:cNvPr>
          <p:cNvSpPr/>
          <p:nvPr/>
        </p:nvSpPr>
        <p:spPr bwMode="auto">
          <a:xfrm>
            <a:off x="5335267" y="5585703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6" name="Graphic 15" descr="No sign with solid fill">
            <a:extLst>
              <a:ext uri="{FF2B5EF4-FFF2-40B4-BE49-F238E27FC236}">
                <a16:creationId xmlns:a16="http://schemas.microsoft.com/office/drawing/2014/main" id="{769F347C-B5FD-249C-64C7-41D651965B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6658" y="5334235"/>
            <a:ext cx="910632" cy="91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12676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B18D74-0A71-BA90-B0FB-6170CA23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80" y="589065"/>
            <a:ext cx="6392167" cy="24768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0819156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7AA8-FDDF-0FD1-6582-C416C5EF0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884E3BD8-CD04-38F5-13F8-6822EB428B33}"/>
              </a:ext>
            </a:extLst>
          </p:cNvPr>
          <p:cNvSpPr/>
          <p:nvPr/>
        </p:nvSpPr>
        <p:spPr bwMode="auto">
          <a:xfrm flipH="1">
            <a:off x="2463799" y="766344"/>
            <a:ext cx="4179515" cy="9163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549E81B-E252-61F1-E3B5-FF2CCE5DAECE}"/>
              </a:ext>
            </a:extLst>
          </p:cNvPr>
          <p:cNvSpPr/>
          <p:nvPr/>
        </p:nvSpPr>
        <p:spPr bwMode="auto">
          <a:xfrm>
            <a:off x="5116405" y="871453"/>
            <a:ext cx="1409157" cy="706132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75E2F17-4E3D-E61E-EA70-FE34E0ADFA16}"/>
              </a:ext>
            </a:extLst>
          </p:cNvPr>
          <p:cNvSpPr/>
          <p:nvPr/>
        </p:nvSpPr>
        <p:spPr bwMode="auto">
          <a:xfrm>
            <a:off x="2610625" y="871453"/>
            <a:ext cx="1409157" cy="706132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B025234D-1840-1435-423D-7F4152794A02}"/>
              </a:ext>
            </a:extLst>
          </p:cNvPr>
          <p:cNvSpPr/>
          <p:nvPr/>
        </p:nvSpPr>
        <p:spPr bwMode="auto">
          <a:xfrm>
            <a:off x="4015209" y="1016136"/>
            <a:ext cx="1041680" cy="416767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</p:spTree>
    <p:extLst>
      <p:ext uri="{BB962C8B-B14F-4D97-AF65-F5344CB8AC3E}">
        <p14:creationId xmlns:p14="http://schemas.microsoft.com/office/powerpoint/2010/main" val="99627246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A4931A-08F1-28FF-BCC2-D3A5E41604F5}"/>
              </a:ext>
            </a:extLst>
          </p:cNvPr>
          <p:cNvSpPr/>
          <p:nvPr/>
        </p:nvSpPr>
        <p:spPr bwMode="auto">
          <a:xfrm>
            <a:off x="775253" y="852860"/>
            <a:ext cx="3474975" cy="29637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F5B037-D4F1-8E47-60C0-BACD79E56D07}"/>
              </a:ext>
            </a:extLst>
          </p:cNvPr>
          <p:cNvGrpSpPr/>
          <p:nvPr/>
        </p:nvGrpSpPr>
        <p:grpSpPr>
          <a:xfrm>
            <a:off x="921927" y="1013791"/>
            <a:ext cx="1261062" cy="2601961"/>
            <a:chOff x="5239777" y="695739"/>
            <a:chExt cx="1261062" cy="260196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22EAFC-5123-14A5-1397-7936B6CE4AA4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28062B-B605-F225-8404-ABA8845BCC26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1" name="Arrow: Right 20">
              <a:extLst>
                <a:ext uri="{FF2B5EF4-FFF2-40B4-BE49-F238E27FC236}">
                  <a16:creationId xmlns:a16="http://schemas.microsoft.com/office/drawing/2014/main" id="{FDAA4910-813A-B3B4-1E9D-E167A8085D70}"/>
                </a:ext>
              </a:extLst>
            </p:cNvPr>
            <p:cNvSpPr/>
            <p:nvPr/>
          </p:nvSpPr>
          <p:spPr bwMode="auto">
            <a:xfrm rot="16200000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ADFB1F-17FA-C7F9-9A75-9993B813B788}"/>
              </a:ext>
            </a:extLst>
          </p:cNvPr>
          <p:cNvGrpSpPr/>
          <p:nvPr/>
        </p:nvGrpSpPr>
        <p:grpSpPr>
          <a:xfrm>
            <a:off x="2855790" y="1013791"/>
            <a:ext cx="1261062" cy="2601961"/>
            <a:chOff x="5239777" y="695739"/>
            <a:chExt cx="1261062" cy="2601961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9C99F46-C04E-B270-DA61-063B4AC5A842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main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BDE3C57-59D7-8F29-7CD2-60C6983FAD65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6" name="Arrow: Right 25">
              <a:extLst>
                <a:ext uri="{FF2B5EF4-FFF2-40B4-BE49-F238E27FC236}">
                  <a16:creationId xmlns:a16="http://schemas.microsoft.com/office/drawing/2014/main" id="{78E118AF-27DA-883D-7A92-331484A33B66}"/>
                </a:ext>
              </a:extLst>
            </p:cNvPr>
            <p:cNvSpPr/>
            <p:nvPr/>
          </p:nvSpPr>
          <p:spPr bwMode="auto">
            <a:xfrm rot="5400000" flipV="1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7ACC4CEC-CEEE-FFD5-3AF7-A1C423F543A1}"/>
              </a:ext>
            </a:extLst>
          </p:cNvPr>
          <p:cNvSpPr/>
          <p:nvPr/>
        </p:nvSpPr>
        <p:spPr bwMode="auto">
          <a:xfrm flipH="1">
            <a:off x="2238964" y="2771705"/>
            <a:ext cx="572820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27088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A81DDA98-4825-3921-6F0B-696CE3501D6D}"/>
              </a:ext>
            </a:extLst>
          </p:cNvPr>
          <p:cNvSpPr/>
          <p:nvPr/>
        </p:nvSpPr>
        <p:spPr bwMode="auto">
          <a:xfrm flipH="1">
            <a:off x="1311964" y="3739658"/>
            <a:ext cx="6669158" cy="15976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98B2A83-4564-52E5-22F7-DDF892336EC5}"/>
              </a:ext>
            </a:extLst>
          </p:cNvPr>
          <p:cNvSpPr/>
          <p:nvPr/>
        </p:nvSpPr>
        <p:spPr bwMode="auto">
          <a:xfrm>
            <a:off x="6428369" y="3878183"/>
            <a:ext cx="1409157" cy="1326901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F4CD762-EA8E-00DE-6D9A-96A9231765F1}"/>
              </a:ext>
            </a:extLst>
          </p:cNvPr>
          <p:cNvGrpSpPr/>
          <p:nvPr/>
        </p:nvGrpSpPr>
        <p:grpSpPr>
          <a:xfrm>
            <a:off x="1416811" y="3878184"/>
            <a:ext cx="4952043" cy="616415"/>
            <a:chOff x="1416811" y="3878184"/>
            <a:chExt cx="4952043" cy="61641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140A259-408C-88D5-5936-1933949BDB28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2CAEC50-BE3D-1C89-F9B0-F46AB8D3892D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56" name="Arrow: Right 55">
              <a:extLst>
                <a:ext uri="{FF2B5EF4-FFF2-40B4-BE49-F238E27FC236}">
                  <a16:creationId xmlns:a16="http://schemas.microsoft.com/office/drawing/2014/main" id="{999A10B0-4F22-0404-DF5E-1ACDABDD623F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FAA8980D-D811-36BA-4738-8FA746E5D57B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A97CE6D-EC9E-FAF3-6307-7251AA253E38}"/>
              </a:ext>
            </a:extLst>
          </p:cNvPr>
          <p:cNvGrpSpPr/>
          <p:nvPr/>
        </p:nvGrpSpPr>
        <p:grpSpPr>
          <a:xfrm>
            <a:off x="1416811" y="4594423"/>
            <a:ext cx="4952043" cy="616415"/>
            <a:chOff x="1416811" y="3878184"/>
            <a:chExt cx="4952043" cy="6164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D8481D-EA1C-F0DA-BC7A-1C4B8EDDBCF4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F59C0FB-B20F-E0F0-6FD1-C4F4CDDFC7C8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D00F47C6-5F64-DA04-F132-E1B3430539EB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1AD8180A-556E-88B9-715E-50B79156C345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82793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E2C6A7-E089-61F2-FF44-24CE6A9B23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42"/>
          <a:stretch>
            <a:fillRect/>
          </a:stretch>
        </p:blipFill>
        <p:spPr>
          <a:xfrm>
            <a:off x="6619461" y="2471279"/>
            <a:ext cx="3983458" cy="36295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5223D1-0C2B-C4A9-CE2F-2C17A0D897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000" y="737487"/>
            <a:ext cx="4020111" cy="17337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5377E7AE-A247-C0C2-3DD7-081BC42A2AF7}"/>
              </a:ext>
            </a:extLst>
          </p:cNvPr>
          <p:cNvSpPr/>
          <p:nvPr/>
        </p:nvSpPr>
        <p:spPr bwMode="auto">
          <a:xfrm>
            <a:off x="3852724" y="1318960"/>
            <a:ext cx="602167" cy="2854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46032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CD0F33B-8E66-1EB2-4DAA-184BF5512580}"/>
              </a:ext>
            </a:extLst>
          </p:cNvPr>
          <p:cNvSpPr/>
          <p:nvPr/>
        </p:nvSpPr>
        <p:spPr bwMode="auto">
          <a:xfrm>
            <a:off x="1560561" y="1963080"/>
            <a:ext cx="7334961" cy="19827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1CF202-AF18-D659-48DB-6819A02237EC}"/>
              </a:ext>
            </a:extLst>
          </p:cNvPr>
          <p:cNvSpPr/>
          <p:nvPr/>
        </p:nvSpPr>
        <p:spPr bwMode="auto">
          <a:xfrm>
            <a:off x="1763495" y="2095884"/>
            <a:ext cx="1632212" cy="1667071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86395A-8706-C849-1610-FE141D412E02}"/>
              </a:ext>
            </a:extLst>
          </p:cNvPr>
          <p:cNvSpPr/>
          <p:nvPr/>
        </p:nvSpPr>
        <p:spPr bwMode="auto">
          <a:xfrm>
            <a:off x="4374699" y="2119618"/>
            <a:ext cx="1625443" cy="164333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8DB05AD7-634E-1912-1EBB-121F6F7075B7}"/>
              </a:ext>
            </a:extLst>
          </p:cNvPr>
          <p:cNvSpPr/>
          <p:nvPr/>
        </p:nvSpPr>
        <p:spPr bwMode="auto">
          <a:xfrm>
            <a:off x="346300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A5CF38-891D-F18A-09D9-3A52030CDEF3}"/>
              </a:ext>
            </a:extLst>
          </p:cNvPr>
          <p:cNvSpPr/>
          <p:nvPr/>
        </p:nvSpPr>
        <p:spPr bwMode="auto">
          <a:xfrm>
            <a:off x="6995979" y="2119618"/>
            <a:ext cx="1625443" cy="164333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2724F3B-5267-3854-B51F-EF7F6C960F64}"/>
              </a:ext>
            </a:extLst>
          </p:cNvPr>
          <p:cNvSpPr/>
          <p:nvPr/>
        </p:nvSpPr>
        <p:spPr bwMode="auto">
          <a:xfrm>
            <a:off x="608428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F9420B-62C3-1701-E3B1-B37EE5822221}"/>
              </a:ext>
            </a:extLst>
          </p:cNvPr>
          <p:cNvSpPr/>
          <p:nvPr/>
        </p:nvSpPr>
        <p:spPr bwMode="auto">
          <a:xfrm>
            <a:off x="1560561" y="1570383"/>
            <a:ext cx="7334961" cy="39269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Deployment Pipeline</a:t>
            </a:r>
          </a:p>
        </p:txBody>
      </p:sp>
    </p:spTree>
    <p:extLst>
      <p:ext uri="{BB962C8B-B14F-4D97-AF65-F5344CB8AC3E}">
        <p14:creationId xmlns:p14="http://schemas.microsoft.com/office/powerpoint/2010/main" val="424151043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18CB-5510-9995-46E5-9CAE01B4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52AF17F-08B3-CAFC-4143-7AB6EA4AFADE}"/>
              </a:ext>
            </a:extLst>
          </p:cNvPr>
          <p:cNvGrpSpPr/>
          <p:nvPr/>
        </p:nvGrpSpPr>
        <p:grpSpPr>
          <a:xfrm>
            <a:off x="4324094" y="808481"/>
            <a:ext cx="7583557" cy="4383629"/>
            <a:chOff x="4324094" y="808481"/>
            <a:chExt cx="7583557" cy="428098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A8740D2-F051-D967-20A0-F49481439CFD}"/>
                </a:ext>
              </a:extLst>
            </p:cNvPr>
            <p:cNvSpPr/>
            <p:nvPr/>
          </p:nvSpPr>
          <p:spPr bwMode="auto">
            <a:xfrm>
              <a:off x="4324094" y="808481"/>
              <a:ext cx="7583557" cy="428098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F014FA5-1AE2-3BF2-BE0C-6FAEFD270B42}"/>
                </a:ext>
              </a:extLst>
            </p:cNvPr>
            <p:cNvGrpSpPr/>
            <p:nvPr/>
          </p:nvGrpSpPr>
          <p:grpSpPr>
            <a:xfrm>
              <a:off x="4452848" y="1386610"/>
              <a:ext cx="7334961" cy="1806436"/>
              <a:chOff x="4452848" y="1386609"/>
              <a:chExt cx="7334961" cy="2280194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3EDB799-4EDC-6DA7-6DC6-63624D4C63B5}"/>
                  </a:ext>
                </a:extLst>
              </p:cNvPr>
              <p:cNvSpPr/>
              <p:nvPr/>
            </p:nvSpPr>
            <p:spPr bwMode="auto">
              <a:xfrm>
                <a:off x="4452848" y="1386609"/>
                <a:ext cx="7334961" cy="2280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4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1CBE36-F47C-A3C7-44EE-DF777A5BF25B}"/>
                  </a:ext>
                </a:extLst>
              </p:cNvPr>
              <p:cNvSpPr/>
              <p:nvPr/>
            </p:nvSpPr>
            <p:spPr bwMode="auto">
              <a:xfrm>
                <a:off x="4655782" y="1519414"/>
                <a:ext cx="1632212" cy="1667071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77D81F3-53BD-F0CF-973A-69AAF5701F42}"/>
                  </a:ext>
                </a:extLst>
              </p:cNvPr>
              <p:cNvSpPr/>
              <p:nvPr/>
            </p:nvSpPr>
            <p:spPr bwMode="auto">
              <a:xfrm>
                <a:off x="7266986" y="1543148"/>
                <a:ext cx="1625443" cy="1643338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F1406E28-9EF8-74BC-3746-836227367A4B}"/>
                  </a:ext>
                </a:extLst>
              </p:cNvPr>
              <p:cNvSpPr/>
              <p:nvPr/>
            </p:nvSpPr>
            <p:spPr bwMode="auto">
              <a:xfrm>
                <a:off x="6355292" y="2046756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DC150BE-B485-0129-3C80-BFCC1B591EF6}"/>
                  </a:ext>
                </a:extLst>
              </p:cNvPr>
              <p:cNvSpPr/>
              <p:nvPr/>
            </p:nvSpPr>
            <p:spPr bwMode="auto">
              <a:xfrm>
                <a:off x="9888266" y="1543148"/>
                <a:ext cx="1625443" cy="164333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20A9AAFB-6719-2827-27AA-B3C525AE6906}"/>
                  </a:ext>
                </a:extLst>
              </p:cNvPr>
              <p:cNvSpPr/>
              <p:nvPr/>
            </p:nvSpPr>
            <p:spPr bwMode="auto">
              <a:xfrm>
                <a:off x="8976572" y="2046756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8FCE019-1553-9442-81F3-76DDBE8CABC0}"/>
                </a:ext>
              </a:extLst>
            </p:cNvPr>
            <p:cNvSpPr/>
            <p:nvPr/>
          </p:nvSpPr>
          <p:spPr bwMode="auto">
            <a:xfrm>
              <a:off x="4452848" y="993913"/>
              <a:ext cx="7334961" cy="392696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Deployment Pipeline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6C4B5E6-17B4-6FE2-CD22-63802EAF1AC0}"/>
                </a:ext>
              </a:extLst>
            </p:cNvPr>
            <p:cNvSpPr/>
            <p:nvPr/>
          </p:nvSpPr>
          <p:spPr bwMode="auto">
            <a:xfrm>
              <a:off x="4655782" y="3972908"/>
              <a:ext cx="1632212" cy="93182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release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15" name="Arrow: Left-Right 14">
              <a:extLst>
                <a:ext uri="{FF2B5EF4-FFF2-40B4-BE49-F238E27FC236}">
                  <a16:creationId xmlns:a16="http://schemas.microsoft.com/office/drawing/2014/main" id="{277234A2-F2B2-37F3-6DE7-70DFCF5FE6A9}"/>
                </a:ext>
              </a:extLst>
            </p:cNvPr>
            <p:cNvSpPr/>
            <p:nvPr/>
          </p:nvSpPr>
          <p:spPr bwMode="auto">
            <a:xfrm rot="5400000">
              <a:off x="5091391" y="2953869"/>
              <a:ext cx="760993" cy="478304"/>
            </a:xfrm>
            <a:prstGeom prst="leftRightArrow">
              <a:avLst>
                <a:gd name="adj1" fmla="val 66908"/>
                <a:gd name="adj2" fmla="val 51467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973BE42-1D32-00CD-9777-FF0CCBB50605}"/>
                </a:ext>
              </a:extLst>
            </p:cNvPr>
            <p:cNvSpPr/>
            <p:nvPr/>
          </p:nvSpPr>
          <p:spPr bwMode="auto">
            <a:xfrm>
              <a:off x="4655783" y="3584030"/>
              <a:ext cx="1632211" cy="392696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GIT Repository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1337079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43F9C-33CA-1C56-5C54-7352475F6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62469B2-5B21-6D86-B94B-DDBD5023790E}"/>
              </a:ext>
            </a:extLst>
          </p:cNvPr>
          <p:cNvSpPr/>
          <p:nvPr/>
        </p:nvSpPr>
        <p:spPr bwMode="auto">
          <a:xfrm>
            <a:off x="1749061" y="1242723"/>
            <a:ext cx="5818388" cy="323396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FCB22B-84A0-C895-8F5F-B203A380B3AF}"/>
              </a:ext>
            </a:extLst>
          </p:cNvPr>
          <p:cNvGrpSpPr/>
          <p:nvPr/>
        </p:nvGrpSpPr>
        <p:grpSpPr>
          <a:xfrm>
            <a:off x="5686561" y="1603187"/>
            <a:ext cx="1675063" cy="2646380"/>
            <a:chOff x="5696841" y="1410613"/>
            <a:chExt cx="1675063" cy="432858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806468F-531B-1771-A675-1F153D09FC72}"/>
                </a:ext>
              </a:extLst>
            </p:cNvPr>
            <p:cNvSpPr/>
            <p:nvPr/>
          </p:nvSpPr>
          <p:spPr bwMode="auto">
            <a:xfrm>
              <a:off x="5696841" y="1410613"/>
              <a:ext cx="1632212" cy="1352368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7D51B0D-F45F-0438-D09C-C180E474357F}"/>
                </a:ext>
              </a:extLst>
            </p:cNvPr>
            <p:cNvSpPr/>
            <p:nvPr/>
          </p:nvSpPr>
          <p:spPr bwMode="auto">
            <a:xfrm>
              <a:off x="5703610" y="2917975"/>
              <a:ext cx="1625443" cy="133311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4B64C16-6AF4-83D8-3AE4-3EF2F66377F3}"/>
                </a:ext>
              </a:extLst>
            </p:cNvPr>
            <p:cNvSpPr/>
            <p:nvPr/>
          </p:nvSpPr>
          <p:spPr bwMode="auto">
            <a:xfrm>
              <a:off x="5746461" y="4406086"/>
              <a:ext cx="1625443" cy="1333114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sp>
        <p:nvSpPr>
          <p:cNvPr id="6" name="Arrow: Right 5">
            <a:extLst>
              <a:ext uri="{FF2B5EF4-FFF2-40B4-BE49-F238E27FC236}">
                <a16:creationId xmlns:a16="http://schemas.microsoft.com/office/drawing/2014/main" id="{959AEA2A-C174-9A7D-C858-AE31A1BD456D}"/>
              </a:ext>
            </a:extLst>
          </p:cNvPr>
          <p:cNvSpPr/>
          <p:nvPr/>
        </p:nvSpPr>
        <p:spPr bwMode="auto">
          <a:xfrm>
            <a:off x="3565100" y="1846802"/>
            <a:ext cx="2076835" cy="41072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workflow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9297A0-7AAC-3901-3CBB-525EC7514B92}"/>
              </a:ext>
            </a:extLst>
          </p:cNvPr>
          <p:cNvSpPr/>
          <p:nvPr/>
        </p:nvSpPr>
        <p:spPr bwMode="auto">
          <a:xfrm>
            <a:off x="1932889" y="1353298"/>
            <a:ext cx="1632211" cy="402111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Repository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70F1EF7-93BE-8483-07E5-0F5FB667598A}"/>
              </a:ext>
            </a:extLst>
          </p:cNvPr>
          <p:cNvSpPr/>
          <p:nvPr/>
        </p:nvSpPr>
        <p:spPr bwMode="auto">
          <a:xfrm>
            <a:off x="3565099" y="2691712"/>
            <a:ext cx="2076835" cy="41072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workflow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CA943DEA-FD42-F4E9-91FF-F4E311B388F9}"/>
              </a:ext>
            </a:extLst>
          </p:cNvPr>
          <p:cNvSpPr/>
          <p:nvPr/>
        </p:nvSpPr>
        <p:spPr bwMode="auto">
          <a:xfrm>
            <a:off x="3565099" y="3576822"/>
            <a:ext cx="2076835" cy="41072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workflow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A9E269-0F89-71F1-CB9F-381021FEDDF9}"/>
              </a:ext>
            </a:extLst>
          </p:cNvPr>
          <p:cNvSpPr/>
          <p:nvPr/>
        </p:nvSpPr>
        <p:spPr bwMode="auto">
          <a:xfrm>
            <a:off x="1932888" y="1751500"/>
            <a:ext cx="1632212" cy="2577881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</p:spTree>
    <p:extLst>
      <p:ext uri="{BB962C8B-B14F-4D97-AF65-F5344CB8AC3E}">
        <p14:creationId xmlns:p14="http://schemas.microsoft.com/office/powerpoint/2010/main" val="2795857272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B000CA16-DD7F-3FFC-6CE8-27CCD2E52A0F}"/>
              </a:ext>
            </a:extLst>
          </p:cNvPr>
          <p:cNvGrpSpPr/>
          <p:nvPr/>
        </p:nvGrpSpPr>
        <p:grpSpPr>
          <a:xfrm>
            <a:off x="1446963" y="981175"/>
            <a:ext cx="6903218" cy="3531190"/>
            <a:chOff x="1446963" y="783953"/>
            <a:chExt cx="6390751" cy="453485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CDE0593-E92A-B4AF-067E-88990EC25C23}"/>
                </a:ext>
              </a:extLst>
            </p:cNvPr>
            <p:cNvSpPr/>
            <p:nvPr/>
          </p:nvSpPr>
          <p:spPr bwMode="auto">
            <a:xfrm>
              <a:off x="1446963" y="1317204"/>
              <a:ext cx="6390751" cy="40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3B96C0-05B9-467B-0AE5-F84ED0A49675}"/>
                </a:ext>
              </a:extLst>
            </p:cNvPr>
            <p:cNvSpPr/>
            <p:nvPr/>
          </p:nvSpPr>
          <p:spPr bwMode="auto">
            <a:xfrm>
              <a:off x="1446963" y="783953"/>
              <a:ext cx="6390751" cy="53325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00EFEF8-50CB-18EA-9929-4AE399C06E90}"/>
              </a:ext>
            </a:extLst>
          </p:cNvPr>
          <p:cNvGrpSpPr/>
          <p:nvPr/>
        </p:nvGrpSpPr>
        <p:grpSpPr>
          <a:xfrm>
            <a:off x="1563619" y="1540713"/>
            <a:ext cx="4300599" cy="2810223"/>
            <a:chOff x="1734441" y="1741680"/>
            <a:chExt cx="4300599" cy="368336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2E05B73-3815-B0BE-9A65-3E8720EBF8DD}"/>
                </a:ext>
              </a:extLst>
            </p:cNvPr>
            <p:cNvGrpSpPr/>
            <p:nvPr/>
          </p:nvGrpSpPr>
          <p:grpSpPr>
            <a:xfrm>
              <a:off x="1734441" y="1741680"/>
              <a:ext cx="2349433" cy="3683367"/>
              <a:chOff x="1734441" y="1741680"/>
              <a:chExt cx="2349433" cy="3683367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E8789E-C083-1E95-B1F8-2B3A91218B73}"/>
                  </a:ext>
                </a:extLst>
              </p:cNvPr>
              <p:cNvSpPr/>
              <p:nvPr/>
            </p:nvSpPr>
            <p:spPr bwMode="auto">
              <a:xfrm>
                <a:off x="1734443" y="2515196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Pipeline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41B282-8C89-52C8-7FD4-871B7B8F640D}"/>
                  </a:ext>
                </a:extLst>
              </p:cNvPr>
              <p:cNvSpPr/>
              <p:nvPr/>
            </p:nvSpPr>
            <p:spPr bwMode="auto">
              <a:xfrm>
                <a:off x="1734443" y="1741680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Notebook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22DC64C-305C-F2CF-9ECE-638CE90AF008}"/>
                  </a:ext>
                </a:extLst>
              </p:cNvPr>
              <p:cNvSpPr/>
              <p:nvPr/>
            </p:nvSpPr>
            <p:spPr bwMode="auto">
              <a:xfrm>
                <a:off x="1734443" y="3288712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Copyjob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FC9D02-A88E-2BE4-6643-058D6FBAC13E}"/>
                  </a:ext>
                </a:extLst>
              </p:cNvPr>
              <p:cNvSpPr/>
              <p:nvPr/>
            </p:nvSpPr>
            <p:spPr bwMode="auto">
              <a:xfrm>
                <a:off x="1734442" y="4062228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Dataflow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84DCB22-DFF6-0664-8481-CB833696C445}"/>
                  </a:ext>
                </a:extLst>
              </p:cNvPr>
              <p:cNvSpPr/>
              <p:nvPr/>
            </p:nvSpPr>
            <p:spPr bwMode="auto">
              <a:xfrm>
                <a:off x="1734441" y="4835743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OneLake Shortcut</a:t>
                </a:r>
              </a:p>
            </p:txBody>
          </p:sp>
        </p:grp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ADED1FF-0783-31E6-3C4C-A433E4FB1F30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>
              <a:off x="4083874" y="2036332"/>
              <a:ext cx="1951166" cy="90267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C40E68-C70C-C089-3408-C58644FF9697}"/>
                </a:ext>
              </a:extLst>
            </p:cNvPr>
            <p:cNvCxnSpPr>
              <a:cxnSpLocks/>
            </p:cNvCxnSpPr>
            <p:nvPr/>
          </p:nvCxnSpPr>
          <p:spPr>
            <a:xfrm>
              <a:off x="4083872" y="3615894"/>
              <a:ext cx="1734124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D2B30A7-045F-9314-CFE5-AF0CE9E851C3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>
              <a:off x="4083874" y="2809848"/>
              <a:ext cx="1814508" cy="40750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70E49DD-D107-BCAE-1242-9B9C232D908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V="1">
              <a:off x="4083873" y="3960451"/>
              <a:ext cx="1765607" cy="39642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F4B33AA-4001-FD2B-17AA-3F8C59CE1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8066" y="4276562"/>
              <a:ext cx="1900702" cy="853833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AE63BF-BD04-8C63-D239-D13099D85110}"/>
              </a:ext>
            </a:extLst>
          </p:cNvPr>
          <p:cNvGrpSpPr/>
          <p:nvPr/>
        </p:nvGrpSpPr>
        <p:grpSpPr>
          <a:xfrm>
            <a:off x="6077397" y="2490399"/>
            <a:ext cx="1919206" cy="1045579"/>
            <a:chOff x="2480209" y="3989407"/>
            <a:chExt cx="2202323" cy="117311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F849CE5-FB11-3825-5F47-373265281DDE}"/>
                </a:ext>
              </a:extLst>
            </p:cNvPr>
            <p:cNvSpPr/>
            <p:nvPr/>
          </p:nvSpPr>
          <p:spPr bwMode="auto">
            <a:xfrm>
              <a:off x="2480209" y="4267200"/>
              <a:ext cx="2202323" cy="8953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var1 - string - 'foo'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var2 - string - 'bar'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var3 - integer - 42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41F01C4-3B54-FBE4-1E80-1583D6C74469}"/>
                </a:ext>
              </a:extLst>
            </p:cNvPr>
            <p:cNvSpPr/>
            <p:nvPr/>
          </p:nvSpPr>
          <p:spPr bwMode="auto">
            <a:xfrm>
              <a:off x="2480209" y="3989407"/>
              <a:ext cx="2202323" cy="27779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3001775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421CA-FF99-E3D1-CE60-0086F2D7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01B015-973F-06CE-FD81-00149E6E17F4}"/>
              </a:ext>
            </a:extLst>
          </p:cNvPr>
          <p:cNvSpPr/>
          <p:nvPr/>
        </p:nvSpPr>
        <p:spPr bwMode="auto">
          <a:xfrm>
            <a:off x="1520534" y="1931276"/>
            <a:ext cx="7333768" cy="2750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9AF17D-1D9B-436B-5614-B0D9C658D335}"/>
              </a:ext>
            </a:extLst>
          </p:cNvPr>
          <p:cNvSpPr/>
          <p:nvPr/>
        </p:nvSpPr>
        <p:spPr bwMode="auto">
          <a:xfrm rot="5400000">
            <a:off x="7544354" y="3376453"/>
            <a:ext cx="528689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44DA0A-CAB9-EDA1-F4A0-51C0BA509F9C}"/>
              </a:ext>
            </a:extLst>
          </p:cNvPr>
          <p:cNvSpPr/>
          <p:nvPr/>
        </p:nvSpPr>
        <p:spPr bwMode="auto">
          <a:xfrm>
            <a:off x="1763495" y="2095884"/>
            <a:ext cx="1632212" cy="12436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8D3E5D-8480-2E3B-57B6-0E47E533F981}"/>
              </a:ext>
            </a:extLst>
          </p:cNvPr>
          <p:cNvSpPr/>
          <p:nvPr/>
        </p:nvSpPr>
        <p:spPr bwMode="auto">
          <a:xfrm>
            <a:off x="4374699" y="2113590"/>
            <a:ext cx="1625443" cy="12259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A7539D-2D62-62A9-0A25-2046C96F48EE}"/>
              </a:ext>
            </a:extLst>
          </p:cNvPr>
          <p:cNvSpPr/>
          <p:nvPr/>
        </p:nvSpPr>
        <p:spPr bwMode="auto">
          <a:xfrm>
            <a:off x="346300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2DFEE4-419D-F5DF-51D6-AD80EF95AEC2}"/>
              </a:ext>
            </a:extLst>
          </p:cNvPr>
          <p:cNvSpPr/>
          <p:nvPr/>
        </p:nvSpPr>
        <p:spPr bwMode="auto">
          <a:xfrm>
            <a:off x="6995979" y="2113590"/>
            <a:ext cx="1625443" cy="122595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5749CE5-BE50-45C7-AB51-976A6A8BE75C}"/>
              </a:ext>
            </a:extLst>
          </p:cNvPr>
          <p:cNvSpPr/>
          <p:nvPr/>
        </p:nvSpPr>
        <p:spPr bwMode="auto">
          <a:xfrm>
            <a:off x="608428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1EB11C1E-650E-D561-CC26-EA7B7C4736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22399" y="3916017"/>
            <a:ext cx="914400" cy="587721"/>
          </a:xfrm>
          <a:prstGeom prst="rect">
            <a:avLst/>
          </a:prstGeom>
        </p:spPr>
      </p:pic>
      <p:pic>
        <p:nvPicPr>
          <p:cNvPr id="13" name="Graphic 12" descr="Database outline">
            <a:extLst>
              <a:ext uri="{FF2B5EF4-FFF2-40B4-BE49-F238E27FC236}">
                <a16:creationId xmlns:a16="http://schemas.microsoft.com/office/drawing/2014/main" id="{0274E0E5-2194-0DB1-EA46-B717AFE84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4644" y="3806169"/>
            <a:ext cx="1185548" cy="708026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BF15019-DA71-DB66-A01E-86779A6107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10359" y="3793467"/>
            <a:ext cx="1625443" cy="806383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2ADC86ED-0D20-0559-3154-EF9A107C860E}"/>
              </a:ext>
            </a:extLst>
          </p:cNvPr>
          <p:cNvSpPr/>
          <p:nvPr/>
        </p:nvSpPr>
        <p:spPr bwMode="auto">
          <a:xfrm rot="5400000">
            <a:off x="2291365" y="3438927"/>
            <a:ext cx="576468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E0BD12D-627A-E3BA-E877-45EEBC3DDBC7}"/>
              </a:ext>
            </a:extLst>
          </p:cNvPr>
          <p:cNvSpPr/>
          <p:nvPr/>
        </p:nvSpPr>
        <p:spPr bwMode="auto">
          <a:xfrm rot="5400000">
            <a:off x="4936453" y="3389834"/>
            <a:ext cx="501930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554338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CF8D9D-4981-2158-E260-5A58588EE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3" y="1901602"/>
            <a:ext cx="10307488" cy="3191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6226808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90B4B1-4927-ED10-E291-459DB7E07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54241"/>
              </p:ext>
            </p:extLst>
          </p:nvPr>
        </p:nvGraphicFramePr>
        <p:xfrm>
          <a:off x="938002" y="769646"/>
          <a:ext cx="621179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18698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43951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3449144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devcamp.database.windows.net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product-sales-dev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6545251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BBBEE-745B-2785-F381-4F9608C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327FB1-9162-9A00-B432-7F75D4063645}"/>
              </a:ext>
            </a:extLst>
          </p:cNvPr>
          <p:cNvSpPr/>
          <p:nvPr/>
        </p:nvSpPr>
        <p:spPr bwMode="auto">
          <a:xfrm>
            <a:off x="523888" y="904352"/>
            <a:ext cx="9001949" cy="2291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Variable Library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29033-571B-BAB1-DC72-DCFD70AED744}"/>
              </a:ext>
            </a:extLst>
          </p:cNvPr>
          <p:cNvSpPr/>
          <p:nvPr/>
        </p:nvSpPr>
        <p:spPr bwMode="auto">
          <a:xfrm>
            <a:off x="5351867" y="1316334"/>
            <a:ext cx="3949001" cy="16479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Value Sets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CEA7F7-02CF-5F56-A6BD-59624063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94252"/>
              </p:ext>
            </p:extLst>
          </p:nvPr>
        </p:nvGraphicFramePr>
        <p:xfrm>
          <a:off x="5698762" y="1487447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D42D2D-8C4F-B36D-3B19-2EA999389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603789"/>
              </p:ext>
            </p:extLst>
          </p:nvPr>
        </p:nvGraphicFramePr>
        <p:xfrm>
          <a:off x="7589527" y="1497931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7F63ACF-DA37-0B04-2BA8-F496FBF0E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179100"/>
              </p:ext>
            </p:extLst>
          </p:nvPr>
        </p:nvGraphicFramePr>
        <p:xfrm>
          <a:off x="730675" y="1487447"/>
          <a:ext cx="437943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13920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64096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1401417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660620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8C2D-FE3A-4701-1749-9C9F063B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F632949-FEEC-DEF6-1199-411E30FFD8E8}"/>
              </a:ext>
            </a:extLst>
          </p:cNvPr>
          <p:cNvGrpSpPr/>
          <p:nvPr/>
        </p:nvGrpSpPr>
        <p:grpSpPr>
          <a:xfrm>
            <a:off x="1351722" y="1182756"/>
            <a:ext cx="10183786" cy="1942281"/>
            <a:chOff x="1664104" y="1182756"/>
            <a:chExt cx="9871404" cy="194228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3B698D-3A46-0F39-E8C3-EE0ED46C7609}"/>
                </a:ext>
              </a:extLst>
            </p:cNvPr>
            <p:cNvGrpSpPr/>
            <p:nvPr/>
          </p:nvGrpSpPr>
          <p:grpSpPr>
            <a:xfrm>
              <a:off x="1664104" y="1182756"/>
              <a:ext cx="9871404" cy="1942281"/>
              <a:chOff x="1664104" y="773980"/>
              <a:chExt cx="6857927" cy="166707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BCB1775-D766-2154-B630-602CCBBBA5DB}"/>
                  </a:ext>
                </a:extLst>
              </p:cNvPr>
              <p:cNvSpPr/>
              <p:nvPr/>
            </p:nvSpPr>
            <p:spPr bwMode="auto">
              <a:xfrm>
                <a:off x="1664104" y="773980"/>
                <a:ext cx="1632212" cy="166707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BAD41E3-23BF-CCC2-826E-F7CEB57CF786}"/>
                  </a:ext>
                </a:extLst>
              </p:cNvPr>
              <p:cNvSpPr/>
              <p:nvPr/>
            </p:nvSpPr>
            <p:spPr bwMode="auto">
              <a:xfrm>
                <a:off x="427530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C557B895-DB1B-211E-1427-12E77D99C9CF}"/>
                  </a:ext>
                </a:extLst>
              </p:cNvPr>
              <p:cNvSpPr/>
              <p:nvPr/>
            </p:nvSpPr>
            <p:spPr bwMode="auto">
              <a:xfrm>
                <a:off x="336361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BC67C6E-8CEA-495E-7ABE-6E35CD889B70}"/>
                  </a:ext>
                </a:extLst>
              </p:cNvPr>
              <p:cNvSpPr/>
              <p:nvPr/>
            </p:nvSpPr>
            <p:spPr bwMode="auto">
              <a:xfrm>
                <a:off x="689658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83E12C0A-64CB-6237-4D45-E6B2951781F4}"/>
                  </a:ext>
                </a:extLst>
              </p:cNvPr>
              <p:cNvSpPr/>
              <p:nvPr/>
            </p:nvSpPr>
            <p:spPr bwMode="auto">
              <a:xfrm>
                <a:off x="598489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B9C09FA-DD35-2EAC-8E59-0E5A70EC18C9}"/>
                </a:ext>
              </a:extLst>
            </p:cNvPr>
            <p:cNvGrpSpPr/>
            <p:nvPr/>
          </p:nvGrpSpPr>
          <p:grpSpPr>
            <a:xfrm>
              <a:off x="1841151" y="1723984"/>
              <a:ext cx="1995335" cy="1045579"/>
              <a:chOff x="2480209" y="3989407"/>
              <a:chExt cx="2202323" cy="117311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1514387-BC0A-085C-D194-378514904C10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 (active)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F45B4D6-940B-3F86-C4C4-B0D9CACA6B70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D5282BC-0D57-27BE-8B49-455E616E7092}"/>
                </a:ext>
              </a:extLst>
            </p:cNvPr>
            <p:cNvGrpSpPr/>
            <p:nvPr/>
          </p:nvGrpSpPr>
          <p:grpSpPr>
            <a:xfrm>
              <a:off x="5607010" y="1723984"/>
              <a:ext cx="1995335" cy="1045579"/>
              <a:chOff x="2480209" y="3989407"/>
              <a:chExt cx="2202323" cy="117311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C7F5946-ADF8-8E8F-2285-71821DD4422D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 (active)</a:t>
                </a:r>
                <a:endParaRPr lang="en-US" sz="900" dirty="0">
                  <a:solidFill>
                    <a:srgbClr val="8A0000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25FED2-207E-64A8-A6BE-9F7432DEA38C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CFF671F-371E-8446-56C0-81DBC5EF039C}"/>
                </a:ext>
              </a:extLst>
            </p:cNvPr>
            <p:cNvGrpSpPr/>
            <p:nvPr/>
          </p:nvGrpSpPr>
          <p:grpSpPr>
            <a:xfrm>
              <a:off x="9367996" y="1723984"/>
              <a:ext cx="1995335" cy="1045579"/>
              <a:chOff x="2480209" y="3989407"/>
              <a:chExt cx="2202323" cy="11731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ACAFCD-D270-E16C-F9E8-B01D0DFD0947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 (active)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CC425CB-05F8-A582-EA5F-D50237A5B1F7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2355693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1D0F7C-CA90-DD9E-D51F-BA63710E4DA6}"/>
              </a:ext>
            </a:extLst>
          </p:cNvPr>
          <p:cNvSpPr/>
          <p:nvPr/>
        </p:nvSpPr>
        <p:spPr bwMode="auto">
          <a:xfrm>
            <a:off x="950387" y="1023342"/>
            <a:ext cx="5267850" cy="16185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82296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>
                    <a:lumMod val="60000"/>
                    <a:lumOff val="40000"/>
                  </a:schemeClr>
                </a:solidFill>
                <a:ea typeface="Segoe UI" pitchFamily="34" charset="0"/>
                <a:cs typeface="Segoe UI" pitchFamily="34" charset="0"/>
              </a:rPr>
              <a:t>Workspace Item Types by Workload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C59E36-2B46-974C-EE2C-940A794FA329}"/>
              </a:ext>
            </a:extLst>
          </p:cNvPr>
          <p:cNvSpPr/>
          <p:nvPr/>
        </p:nvSpPr>
        <p:spPr bwMode="auto">
          <a:xfrm>
            <a:off x="4491707" y="1319195"/>
            <a:ext cx="1593127" cy="114874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dirty="0">
                <a:solidFill>
                  <a:schemeClr val="tx1"/>
                </a:solidFill>
                <a:latin typeface="Arial Black" panose="020B0A04020102020204" pitchFamily="34" charset="0"/>
                <a:ea typeface="Segoe UI" pitchFamily="34" charset="0"/>
                <a:cs typeface="Segoe UI" pitchFamily="34" charset="0"/>
              </a:rPr>
              <a:t>Power BI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4661C3-C199-B1D4-ECCF-4E91E83B6F99}"/>
              </a:ext>
            </a:extLst>
          </p:cNvPr>
          <p:cNvSpPr/>
          <p:nvPr/>
        </p:nvSpPr>
        <p:spPr bwMode="auto">
          <a:xfrm>
            <a:off x="4601557" y="1615481"/>
            <a:ext cx="1365555" cy="2844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SemanticModel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F1799D-4036-5440-9CB5-4428BE5E0F21}"/>
              </a:ext>
            </a:extLst>
          </p:cNvPr>
          <p:cNvSpPr/>
          <p:nvPr/>
        </p:nvSpPr>
        <p:spPr bwMode="auto">
          <a:xfrm>
            <a:off x="4601557" y="2021229"/>
            <a:ext cx="1365555" cy="2844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Report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CE34B8-29BB-ACA2-C5FE-CA8B7BA5D545}"/>
              </a:ext>
            </a:extLst>
          </p:cNvPr>
          <p:cNvSpPr/>
          <p:nvPr/>
        </p:nvSpPr>
        <p:spPr bwMode="auto">
          <a:xfrm>
            <a:off x="2794856" y="1325822"/>
            <a:ext cx="1593127" cy="11487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dirty="0">
                <a:solidFill>
                  <a:schemeClr val="tx1"/>
                </a:solidFill>
                <a:latin typeface="Arial Black" panose="020B0A04020102020204" pitchFamily="34" charset="0"/>
                <a:ea typeface="Segoe UI" pitchFamily="34" charset="0"/>
                <a:cs typeface="Segoe UI" pitchFamily="34" charset="0"/>
              </a:rPr>
              <a:t>Data Engineering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7CF2FC-3D07-1FC2-9C61-FE0E7DDD4791}"/>
              </a:ext>
            </a:extLst>
          </p:cNvPr>
          <p:cNvSpPr/>
          <p:nvPr/>
        </p:nvSpPr>
        <p:spPr bwMode="auto">
          <a:xfrm>
            <a:off x="2904705" y="1622108"/>
            <a:ext cx="1365555" cy="2844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Lakehouse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34FA64-CFD5-9D82-D159-B8F5EBF04D3C}"/>
              </a:ext>
            </a:extLst>
          </p:cNvPr>
          <p:cNvSpPr/>
          <p:nvPr/>
        </p:nvSpPr>
        <p:spPr bwMode="auto">
          <a:xfrm>
            <a:off x="2904705" y="2027856"/>
            <a:ext cx="1365555" cy="2844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Notebook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A2B0E7-AFDC-2A0F-622C-16E2D7B273DC}"/>
              </a:ext>
            </a:extLst>
          </p:cNvPr>
          <p:cNvSpPr/>
          <p:nvPr/>
        </p:nvSpPr>
        <p:spPr bwMode="auto">
          <a:xfrm>
            <a:off x="1098005" y="1325823"/>
            <a:ext cx="1593127" cy="11487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dirty="0">
                <a:solidFill>
                  <a:schemeClr val="tx1"/>
                </a:solidFill>
                <a:latin typeface="Arial Black" panose="020B0A04020102020204" pitchFamily="34" charset="0"/>
                <a:ea typeface="Segoe UI" pitchFamily="34" charset="0"/>
                <a:cs typeface="Segoe UI" pitchFamily="34" charset="0"/>
              </a:rPr>
              <a:t>Data Factory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06F4A74-A745-AF5B-9369-5C3D180874C8}"/>
              </a:ext>
            </a:extLst>
          </p:cNvPr>
          <p:cNvSpPr/>
          <p:nvPr/>
        </p:nvSpPr>
        <p:spPr bwMode="auto">
          <a:xfrm>
            <a:off x="1207854" y="1622110"/>
            <a:ext cx="1365555" cy="2844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DataPipeline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33F274-94E7-A1C8-CB73-99E0BD59B505}"/>
              </a:ext>
            </a:extLst>
          </p:cNvPr>
          <p:cNvSpPr/>
          <p:nvPr/>
        </p:nvSpPr>
        <p:spPr bwMode="auto">
          <a:xfrm>
            <a:off x="1207854" y="2027858"/>
            <a:ext cx="1365555" cy="28443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Dataflow</a:t>
            </a:r>
          </a:p>
        </p:txBody>
      </p:sp>
    </p:spTree>
    <p:extLst>
      <p:ext uri="{BB962C8B-B14F-4D97-AF65-F5344CB8AC3E}">
        <p14:creationId xmlns:p14="http://schemas.microsoft.com/office/powerpoint/2010/main" val="444921670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E42FD6-2E77-96C8-9E00-9558CDB4E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553" y="509531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873E6B-0337-6EA8-B5AB-01879401C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273" y="3680142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9D434C3-9BAB-B635-0236-71DEDF24F317}"/>
              </a:ext>
            </a:extLst>
          </p:cNvPr>
          <p:cNvSpPr/>
          <p:nvPr/>
        </p:nvSpPr>
        <p:spPr bwMode="auto">
          <a:xfrm>
            <a:off x="1943219" y="5285290"/>
            <a:ext cx="3385084" cy="222474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167CF835-859D-CCB6-FCF2-E40BBDB91E1E}"/>
              </a:ext>
            </a:extLst>
          </p:cNvPr>
          <p:cNvSpPr/>
          <p:nvPr/>
        </p:nvSpPr>
        <p:spPr bwMode="auto">
          <a:xfrm>
            <a:off x="1683521" y="5285290"/>
            <a:ext cx="216502" cy="205099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745845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A146060-8D0C-2C06-0CDC-EC0F093D2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78" y="2230272"/>
            <a:ext cx="2915057" cy="153373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D4C8E71-CEE0-50C1-645B-CA765C17A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78" y="612844"/>
            <a:ext cx="3562847" cy="1152686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B5D4DE-87E8-EA2A-3760-AC40184D0F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5233" y="521404"/>
            <a:ext cx="4744112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797157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1075-D850-9317-DD2F-7327A9A3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2C65CC7-7B4E-E704-28B0-67313FBE9FBC}"/>
              </a:ext>
            </a:extLst>
          </p:cNvPr>
          <p:cNvSpPr/>
          <p:nvPr/>
        </p:nvSpPr>
        <p:spPr bwMode="auto">
          <a:xfrm>
            <a:off x="240883" y="3395448"/>
            <a:ext cx="3581050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F9E2E5-BAF2-7D61-3F15-DB0841EB7AB3}"/>
              </a:ext>
            </a:extLst>
          </p:cNvPr>
          <p:cNvSpPr/>
          <p:nvPr/>
        </p:nvSpPr>
        <p:spPr bwMode="auto">
          <a:xfrm>
            <a:off x="4399396" y="3395447"/>
            <a:ext cx="3562811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C3D105B-3470-8B36-4C3B-5F5E0061B2F3}"/>
              </a:ext>
            </a:extLst>
          </p:cNvPr>
          <p:cNvSpPr/>
          <p:nvPr/>
        </p:nvSpPr>
        <p:spPr bwMode="auto">
          <a:xfrm>
            <a:off x="3832093" y="3688847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2760DE-724B-9D79-5792-CC63CCB121F6}"/>
              </a:ext>
            </a:extLst>
          </p:cNvPr>
          <p:cNvSpPr/>
          <p:nvPr/>
        </p:nvSpPr>
        <p:spPr bwMode="auto">
          <a:xfrm>
            <a:off x="8571317" y="3395447"/>
            <a:ext cx="3581049" cy="18702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7483D0-A50A-1877-0B22-999049351619}"/>
              </a:ext>
            </a:extLst>
          </p:cNvPr>
          <p:cNvSpPr/>
          <p:nvPr/>
        </p:nvSpPr>
        <p:spPr bwMode="auto">
          <a:xfrm>
            <a:off x="352613" y="3718095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272691AE-C066-77EE-E0FA-C0E0C766E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52772"/>
              </p:ext>
            </p:extLst>
          </p:nvPr>
        </p:nvGraphicFramePr>
        <p:xfrm>
          <a:off x="352614" y="3945848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053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B726F6A9-4A0E-E546-260C-AF8B24D2B3F5}"/>
              </a:ext>
            </a:extLst>
          </p:cNvPr>
          <p:cNvSpPr/>
          <p:nvPr/>
        </p:nvSpPr>
        <p:spPr bwMode="auto">
          <a:xfrm>
            <a:off x="8005900" y="3688846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88E-706C-9AD8-9B57-033C0C2C10CB}"/>
              </a:ext>
            </a:extLst>
          </p:cNvPr>
          <p:cNvSpPr/>
          <p:nvPr/>
        </p:nvSpPr>
        <p:spPr bwMode="auto">
          <a:xfrm>
            <a:off x="4550892" y="3722514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B1322248-9356-46EE-DEAF-0E9065AC8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248294"/>
              </p:ext>
            </p:extLst>
          </p:nvPr>
        </p:nvGraphicFramePr>
        <p:xfrm>
          <a:off x="4550893" y="3950267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1853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4" name="Rectangle 33">
            <a:extLst>
              <a:ext uri="{FF2B5EF4-FFF2-40B4-BE49-F238E27FC236}">
                <a16:creationId xmlns:a16="http://schemas.microsoft.com/office/drawing/2014/main" id="{191B6C03-4E38-70FE-A965-A643C054AAE7}"/>
              </a:ext>
            </a:extLst>
          </p:cNvPr>
          <p:cNvSpPr/>
          <p:nvPr/>
        </p:nvSpPr>
        <p:spPr bwMode="auto">
          <a:xfrm>
            <a:off x="8718689" y="3715890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8BD3F71B-1124-4357-201A-7210FEB1E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115040"/>
              </p:ext>
            </p:extLst>
          </p:nvPr>
        </p:nvGraphicFramePr>
        <p:xfrm>
          <a:off x="8718690" y="3943643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4725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6" name="Rectangle 35">
            <a:extLst>
              <a:ext uri="{FF2B5EF4-FFF2-40B4-BE49-F238E27FC236}">
                <a16:creationId xmlns:a16="http://schemas.microsoft.com/office/drawing/2014/main" id="{E0209436-E9A6-D0C0-5E55-28C30492401A}"/>
              </a:ext>
            </a:extLst>
          </p:cNvPr>
          <p:cNvSpPr/>
          <p:nvPr/>
        </p:nvSpPr>
        <p:spPr bwMode="auto">
          <a:xfrm>
            <a:off x="278318" y="797920"/>
            <a:ext cx="3581050" cy="1512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88422C-4499-A255-979E-898CED480233}"/>
              </a:ext>
            </a:extLst>
          </p:cNvPr>
          <p:cNvSpPr/>
          <p:nvPr/>
        </p:nvSpPr>
        <p:spPr bwMode="auto">
          <a:xfrm>
            <a:off x="4436831" y="797919"/>
            <a:ext cx="3562811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2EEEEEB1-7570-0AF3-C34B-FDDE434F8DD8}"/>
              </a:ext>
            </a:extLst>
          </p:cNvPr>
          <p:cNvSpPr/>
          <p:nvPr/>
        </p:nvSpPr>
        <p:spPr bwMode="auto">
          <a:xfrm>
            <a:off x="3859368" y="1182295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ACDB4C-85A6-24F4-4265-C59D07BAF736}"/>
              </a:ext>
            </a:extLst>
          </p:cNvPr>
          <p:cNvSpPr/>
          <p:nvPr/>
        </p:nvSpPr>
        <p:spPr bwMode="auto">
          <a:xfrm>
            <a:off x="8608752" y="797918"/>
            <a:ext cx="3581049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7BB852-7C90-DDBF-243D-FD8E8E918323}"/>
              </a:ext>
            </a:extLst>
          </p:cNvPr>
          <p:cNvSpPr/>
          <p:nvPr/>
        </p:nvSpPr>
        <p:spPr bwMode="auto">
          <a:xfrm>
            <a:off x="420528" y="1150583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4071E35-3A74-D1A5-7A65-C04C2A8822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17659"/>
              </p:ext>
            </p:extLst>
          </p:nvPr>
        </p:nvGraphicFramePr>
        <p:xfrm>
          <a:off x="420529" y="1378336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88611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2" name="Arrow: Right 41">
            <a:extLst>
              <a:ext uri="{FF2B5EF4-FFF2-40B4-BE49-F238E27FC236}">
                <a16:creationId xmlns:a16="http://schemas.microsoft.com/office/drawing/2014/main" id="{8DDFD746-B450-FDE4-D8C6-104305D80B95}"/>
              </a:ext>
            </a:extLst>
          </p:cNvPr>
          <p:cNvSpPr/>
          <p:nvPr/>
        </p:nvSpPr>
        <p:spPr bwMode="auto">
          <a:xfrm>
            <a:off x="8024819" y="1116502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7DF1DF-9FE3-5BEB-9AC7-E9724DC32682}"/>
              </a:ext>
            </a:extLst>
          </p:cNvPr>
          <p:cNvSpPr/>
          <p:nvPr/>
        </p:nvSpPr>
        <p:spPr bwMode="auto">
          <a:xfrm>
            <a:off x="4588327" y="1104202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951ECB2E-2278-9F1D-27B3-9B11FB2789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885191"/>
              </p:ext>
            </p:extLst>
          </p:nvPr>
        </p:nvGraphicFramePr>
        <p:xfrm>
          <a:off x="4588328" y="1331955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168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5" name="Rectangle 44">
            <a:extLst>
              <a:ext uri="{FF2B5EF4-FFF2-40B4-BE49-F238E27FC236}">
                <a16:creationId xmlns:a16="http://schemas.microsoft.com/office/drawing/2014/main" id="{EC047CCF-EA65-B2A1-69E3-0088CBE8020E}"/>
              </a:ext>
            </a:extLst>
          </p:cNvPr>
          <p:cNvSpPr/>
          <p:nvPr/>
        </p:nvSpPr>
        <p:spPr bwMode="auto">
          <a:xfrm>
            <a:off x="8756124" y="1097578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53AAC975-295F-82DE-2607-A6F9043A3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9236"/>
              </p:ext>
            </p:extLst>
          </p:nvPr>
        </p:nvGraphicFramePr>
        <p:xfrm>
          <a:off x="8756125" y="1325331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2412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9BDAAA28-E6D3-C112-5EA1-6CC90650D56E}"/>
              </a:ext>
            </a:extLst>
          </p:cNvPr>
          <p:cNvSpPr/>
          <p:nvPr/>
        </p:nvSpPr>
        <p:spPr bwMode="auto">
          <a:xfrm>
            <a:off x="324150" y="4766261"/>
            <a:ext cx="11738929" cy="260117"/>
          </a:xfrm>
          <a:prstGeom prst="rect">
            <a:avLst/>
          </a:prstGeom>
          <a:noFill/>
          <a:ln w="38100">
            <a:solidFill>
              <a:srgbClr val="EE0000"/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273068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586AF28-9D48-821A-1CBE-49EFC8CCF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" y="1060766"/>
            <a:ext cx="4156671" cy="212947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437BFD1-D7BA-B06C-5D50-A5E3CEBBB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Images need to be recreated in PPT objects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C8A7C0-F1DC-65D8-72E8-AD5EFA5E6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30" y="3497262"/>
            <a:ext cx="7170709" cy="314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740875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2B2DE83-CDBA-92D9-0133-0F4BA3891459}"/>
              </a:ext>
            </a:extLst>
          </p:cNvPr>
          <p:cNvGrpSpPr/>
          <p:nvPr/>
        </p:nvGrpSpPr>
        <p:grpSpPr>
          <a:xfrm>
            <a:off x="1209039" y="893566"/>
            <a:ext cx="8014473" cy="3092025"/>
            <a:chOff x="1209040" y="893566"/>
            <a:chExt cx="6258560" cy="349555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2E4EE76-81E2-F254-11B0-6BC974DDF1C2}"/>
                </a:ext>
              </a:extLst>
            </p:cNvPr>
            <p:cNvSpPr/>
            <p:nvPr/>
          </p:nvSpPr>
          <p:spPr bwMode="auto">
            <a:xfrm>
              <a:off x="1209040" y="893566"/>
              <a:ext cx="6258560" cy="349555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A9D3C05-406F-0669-E454-C5AD1DF45439}"/>
                </a:ext>
              </a:extLst>
            </p:cNvPr>
            <p:cNvGrpSpPr/>
            <p:nvPr/>
          </p:nvGrpSpPr>
          <p:grpSpPr>
            <a:xfrm>
              <a:off x="1352499" y="1065759"/>
              <a:ext cx="5908139" cy="343430"/>
              <a:chOff x="4969459" y="3770906"/>
              <a:chExt cx="5908139" cy="412806"/>
            </a:xfrm>
          </p:grpSpPr>
          <p:sp>
            <p:nvSpPr>
              <p:cNvPr id="10" name="Arrow: Right 9">
                <a:extLst>
                  <a:ext uri="{FF2B5EF4-FFF2-40B4-BE49-F238E27FC236}">
                    <a16:creationId xmlns:a16="http://schemas.microsoft.com/office/drawing/2014/main" id="{780A3D1F-2A6E-F14E-98F7-04C33BA24897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44C783-EF04-90BD-F682-73F05917427E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Microsoft Azure Fabric REST APIs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BA22E1C-016E-AC2A-7D82-0B886BE7DDD7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1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5056F58-5465-6F67-8239-9F6B0A2548E8}"/>
                </a:ext>
              </a:extLst>
            </p:cNvPr>
            <p:cNvGrpSpPr/>
            <p:nvPr/>
          </p:nvGrpSpPr>
          <p:grpSpPr>
            <a:xfrm>
              <a:off x="1352499" y="1521793"/>
              <a:ext cx="5908139" cy="343430"/>
              <a:chOff x="4969459" y="3770906"/>
              <a:chExt cx="5908139" cy="412806"/>
            </a:xfrm>
          </p:grpSpPr>
          <p:sp>
            <p:nvSpPr>
              <p:cNvPr id="20" name="Arrow: Right 19">
                <a:extLst>
                  <a:ext uri="{FF2B5EF4-FFF2-40B4-BE49-F238E27FC236}">
                    <a16:creationId xmlns:a16="http://schemas.microsoft.com/office/drawing/2014/main" id="{09686B29-FE1B-4BDA-C2D9-9CEE86B7EDAE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A13E24F-DD09-7038-9535-C74ED2C5D4A2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Fabric REST APIs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35C9E83-CEB7-E49C-69FD-FCB9373330F0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2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0C193EB-FC0D-0EED-2D85-0AA4E38D9EB9}"/>
                </a:ext>
              </a:extLst>
            </p:cNvPr>
            <p:cNvGrpSpPr/>
            <p:nvPr/>
          </p:nvGrpSpPr>
          <p:grpSpPr>
            <a:xfrm>
              <a:off x="1352499" y="1986568"/>
              <a:ext cx="5908139" cy="343430"/>
              <a:chOff x="4969459" y="3770906"/>
              <a:chExt cx="5908139" cy="412806"/>
            </a:xfrm>
          </p:grpSpPr>
          <p:sp>
            <p:nvSpPr>
              <p:cNvPr id="24" name="Arrow: Right 23">
                <a:extLst>
                  <a:ext uri="{FF2B5EF4-FFF2-40B4-BE49-F238E27FC236}">
                    <a16:creationId xmlns:a16="http://schemas.microsoft.com/office/drawing/2014/main" id="{A44801E6-522D-DBE3-33A1-4C120BAC6EE6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480E909-627B-A66D-6EB9-1A7D654F9E89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Power BI REST APIs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7153D5-F24C-FA79-BA33-471806F82D16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3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217B03C9-2131-6750-72C3-7029993D4924}"/>
                </a:ext>
              </a:extLst>
            </p:cNvPr>
            <p:cNvGrpSpPr/>
            <p:nvPr/>
          </p:nvGrpSpPr>
          <p:grpSpPr>
            <a:xfrm>
              <a:off x="1352499" y="2442602"/>
              <a:ext cx="5908139" cy="343430"/>
              <a:chOff x="4969459" y="3770906"/>
              <a:chExt cx="5908139" cy="412806"/>
            </a:xfrm>
          </p:grpSpPr>
          <p:sp>
            <p:nvSpPr>
              <p:cNvPr id="28" name="Arrow: Right 27">
                <a:extLst>
                  <a:ext uri="{FF2B5EF4-FFF2-40B4-BE49-F238E27FC236}">
                    <a16:creationId xmlns:a16="http://schemas.microsoft.com/office/drawing/2014/main" id="{AAEB7D31-E3EF-B162-77F3-BBAC184D13F9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F9A0CF0-A14F-AD1C-9773-63778E4D7654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Tabular Object Model (TOM)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14E3F21D-26EB-6566-B818-C684FA92245D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4</a:t>
                </a: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8A6DFC6-FD50-5B5F-84CC-9C8B05418DA8}"/>
                </a:ext>
              </a:extLst>
            </p:cNvPr>
            <p:cNvGrpSpPr/>
            <p:nvPr/>
          </p:nvGrpSpPr>
          <p:grpSpPr>
            <a:xfrm>
              <a:off x="1352499" y="2922006"/>
              <a:ext cx="5908139" cy="343430"/>
              <a:chOff x="4969459" y="3770906"/>
              <a:chExt cx="5908139" cy="412806"/>
            </a:xfrm>
          </p:grpSpPr>
          <p:sp>
            <p:nvSpPr>
              <p:cNvPr id="32" name="Arrow: Right 31">
                <a:extLst>
                  <a:ext uri="{FF2B5EF4-FFF2-40B4-BE49-F238E27FC236}">
                    <a16:creationId xmlns:a16="http://schemas.microsoft.com/office/drawing/2014/main" id="{9681DF32-4165-DFD6-C1F7-93D21FB40460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5281C2E-3FC9-99C1-3A03-91A6687BE15B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Azure Data Lake Storage (ADLS) Gen2 APIs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5F1322C-7039-593D-AAE6-1156B45D6364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5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C87952E-460A-0C85-2A65-5C1EA4D2B2A9}"/>
                </a:ext>
              </a:extLst>
            </p:cNvPr>
            <p:cNvGrpSpPr/>
            <p:nvPr/>
          </p:nvGrpSpPr>
          <p:grpSpPr>
            <a:xfrm>
              <a:off x="1352499" y="3378040"/>
              <a:ext cx="5908139" cy="343430"/>
              <a:chOff x="4969459" y="3770906"/>
              <a:chExt cx="5908139" cy="412806"/>
            </a:xfrm>
          </p:grpSpPr>
          <p:sp>
            <p:nvSpPr>
              <p:cNvPr id="36" name="Arrow: Right 35">
                <a:extLst>
                  <a:ext uri="{FF2B5EF4-FFF2-40B4-BE49-F238E27FC236}">
                    <a16:creationId xmlns:a16="http://schemas.microsoft.com/office/drawing/2014/main" id="{44188F5B-049C-34B2-57AA-79218B292EB0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CDB1DD1B-9F33-E3C8-FAC8-3E76653FCAD6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Azure DevOps Services REST API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C151EFA-D0FB-17C0-DB63-FE1043914CEE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6</a:t>
                </a:r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AD7E3D3-5BB8-2021-5BA2-72E557315C43}"/>
                </a:ext>
              </a:extLst>
            </p:cNvPr>
            <p:cNvGrpSpPr/>
            <p:nvPr/>
          </p:nvGrpSpPr>
          <p:grpSpPr>
            <a:xfrm>
              <a:off x="1352499" y="3850060"/>
              <a:ext cx="5908139" cy="343430"/>
              <a:chOff x="4969459" y="3770906"/>
              <a:chExt cx="5908139" cy="412806"/>
            </a:xfrm>
          </p:grpSpPr>
          <p:sp>
            <p:nvSpPr>
              <p:cNvPr id="40" name="Arrow: Right 39">
                <a:extLst>
                  <a:ext uri="{FF2B5EF4-FFF2-40B4-BE49-F238E27FC236}">
                    <a16:creationId xmlns:a16="http://schemas.microsoft.com/office/drawing/2014/main" id="{0E1EEFB1-108C-CD75-0864-A6144F5F4ABD}"/>
                  </a:ext>
                </a:extLst>
              </p:cNvPr>
              <p:cNvSpPr/>
              <p:nvPr/>
            </p:nvSpPr>
            <p:spPr bwMode="auto">
              <a:xfrm>
                <a:off x="6279406" y="3840846"/>
                <a:ext cx="903714" cy="323650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9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API call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17462E7-EC60-79F5-DABA-E81AA938FFC4}"/>
                  </a:ext>
                </a:extLst>
              </p:cNvPr>
              <p:cNvSpPr/>
              <p:nvPr/>
            </p:nvSpPr>
            <p:spPr bwMode="auto">
              <a:xfrm>
                <a:off x="7206417" y="3790122"/>
                <a:ext cx="3671181" cy="39359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GitHub REST APIs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E0B2CC5E-1EF6-55C7-110F-D77556F5BB98}"/>
                  </a:ext>
                </a:extLst>
              </p:cNvPr>
              <p:cNvSpPr/>
              <p:nvPr/>
            </p:nvSpPr>
            <p:spPr bwMode="auto">
              <a:xfrm>
                <a:off x="4969459" y="3770906"/>
                <a:ext cx="1246010" cy="393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CI/CD Task 7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69383652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8C79D-BF78-AC57-3E27-8FA378FD1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3EF9C11-F613-A8F0-4743-59AA494610EA}"/>
              </a:ext>
            </a:extLst>
          </p:cNvPr>
          <p:cNvSpPr/>
          <p:nvPr/>
        </p:nvSpPr>
        <p:spPr bwMode="auto">
          <a:xfrm>
            <a:off x="1373965" y="755393"/>
            <a:ext cx="8765715" cy="296316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5199F46-1443-BEC9-F5D3-50ABF028ACB0}"/>
              </a:ext>
            </a:extLst>
          </p:cNvPr>
          <p:cNvSpPr/>
          <p:nvPr/>
        </p:nvSpPr>
        <p:spPr bwMode="auto">
          <a:xfrm>
            <a:off x="6357977" y="1374216"/>
            <a:ext cx="3446423" cy="20497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9DACAB-97C4-D0D3-9B92-DD464DA398D5}"/>
              </a:ext>
            </a:extLst>
          </p:cNvPr>
          <p:cNvGrpSpPr/>
          <p:nvPr/>
        </p:nvGrpSpPr>
        <p:grpSpPr>
          <a:xfrm>
            <a:off x="1686560" y="979629"/>
            <a:ext cx="3181884" cy="2444291"/>
            <a:chOff x="7567016" y="187149"/>
            <a:chExt cx="4439582" cy="284053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7D428E9-F1DC-C03A-1B8B-1D0F31477B1A}"/>
                </a:ext>
              </a:extLst>
            </p:cNvPr>
            <p:cNvSpPr/>
            <p:nvPr/>
          </p:nvSpPr>
          <p:spPr bwMode="auto">
            <a:xfrm>
              <a:off x="7567017" y="645702"/>
              <a:ext cx="4439581" cy="23819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59AC6E-B55E-FF8A-9F2B-2524A3A9A081}"/>
                </a:ext>
              </a:extLst>
            </p:cNvPr>
            <p:cNvSpPr/>
            <p:nvPr/>
          </p:nvSpPr>
          <p:spPr bwMode="auto">
            <a:xfrm>
              <a:off x="7567016" y="187149"/>
              <a:ext cx="4439581" cy="47608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Azure DevOps</a:t>
              </a: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C047008-EBBC-AEFC-6061-8583AA25B840}"/>
              </a:ext>
            </a:extLst>
          </p:cNvPr>
          <p:cNvSpPr/>
          <p:nvPr/>
        </p:nvSpPr>
        <p:spPr bwMode="auto">
          <a:xfrm>
            <a:off x="6357976" y="979629"/>
            <a:ext cx="3446423" cy="409674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Environment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2F8896-D87B-6CFB-3A9F-8DFFC22A08DA}"/>
              </a:ext>
            </a:extLst>
          </p:cNvPr>
          <p:cNvSpPr/>
          <p:nvPr/>
        </p:nvSpPr>
        <p:spPr bwMode="auto">
          <a:xfrm>
            <a:off x="6977122" y="1996213"/>
            <a:ext cx="2231436" cy="896074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Notebook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26160E5-20F5-5BBE-EBE6-2CE7BBACD8C8}"/>
              </a:ext>
            </a:extLst>
          </p:cNvPr>
          <p:cNvSpPr/>
          <p:nvPr/>
        </p:nvSpPr>
        <p:spPr bwMode="auto">
          <a:xfrm>
            <a:off x="6657128" y="1529199"/>
            <a:ext cx="2778080" cy="327118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6B59101-2828-FBAC-DE26-1E28B177E45B}"/>
              </a:ext>
            </a:extLst>
          </p:cNvPr>
          <p:cNvSpPr/>
          <p:nvPr/>
        </p:nvSpPr>
        <p:spPr bwMode="auto">
          <a:xfrm>
            <a:off x="6657128" y="1840739"/>
            <a:ext cx="2778080" cy="1254769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0543BD79-DF3A-AB27-19EB-61C5FB2CC55C}"/>
              </a:ext>
            </a:extLst>
          </p:cNvPr>
          <p:cNvSpPr/>
          <p:nvPr/>
        </p:nvSpPr>
        <p:spPr bwMode="auto">
          <a:xfrm>
            <a:off x="4421391" y="2154457"/>
            <a:ext cx="2487409" cy="507463"/>
          </a:xfrm>
          <a:prstGeom prst="rightArrow">
            <a:avLst>
              <a:gd name="adj1" fmla="val 62758"/>
              <a:gd name="adj2" fmla="val 72023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Run Notebook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B343B0-7F70-4B44-6CB0-25A75E440737}"/>
              </a:ext>
            </a:extLst>
          </p:cNvPr>
          <p:cNvSpPr/>
          <p:nvPr/>
        </p:nvSpPr>
        <p:spPr bwMode="auto">
          <a:xfrm>
            <a:off x="1971303" y="1702624"/>
            <a:ext cx="2450088" cy="139288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</a:t>
            </a: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Pipeline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C665592-CA6C-B5E7-246F-A6269EC08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861" y="4919472"/>
            <a:ext cx="1733792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259338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8374-6D93-DE30-C294-CAB3A37D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1ECCAD9-6A29-E075-CA34-9A2388C8D4A2}"/>
              </a:ext>
            </a:extLst>
          </p:cNvPr>
          <p:cNvSpPr/>
          <p:nvPr/>
        </p:nvSpPr>
        <p:spPr bwMode="auto">
          <a:xfrm>
            <a:off x="3642668" y="217216"/>
            <a:ext cx="7199589" cy="27545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9E129A-F40B-78A4-043F-1056A6D0C222}"/>
              </a:ext>
            </a:extLst>
          </p:cNvPr>
          <p:cNvSpPr/>
          <p:nvPr/>
        </p:nvSpPr>
        <p:spPr bwMode="auto">
          <a:xfrm>
            <a:off x="8395478" y="359323"/>
            <a:ext cx="2306563" cy="247251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APIs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B6F30E5-16DC-279A-BDDC-0611B6C67311}"/>
              </a:ext>
            </a:extLst>
          </p:cNvPr>
          <p:cNvSpPr/>
          <p:nvPr/>
        </p:nvSpPr>
        <p:spPr bwMode="auto">
          <a:xfrm>
            <a:off x="5017089" y="487447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Item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ABE7D-AAC0-AFB8-9310-162C1BFC9235}"/>
              </a:ext>
            </a:extLst>
          </p:cNvPr>
          <p:cNvSpPr/>
          <p:nvPr/>
        </p:nvSpPr>
        <p:spPr bwMode="auto">
          <a:xfrm>
            <a:off x="3756027" y="359323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65275D0-E57E-F23F-150C-87A4131E1139}"/>
              </a:ext>
            </a:extLst>
          </p:cNvPr>
          <p:cNvSpPr/>
          <p:nvPr/>
        </p:nvSpPr>
        <p:spPr bwMode="auto">
          <a:xfrm>
            <a:off x="5017088" y="1333212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Update Item Definition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951EE0-647B-370E-0532-777F5D9ED590}"/>
              </a:ext>
            </a:extLst>
          </p:cNvPr>
          <p:cNvSpPr/>
          <p:nvPr/>
        </p:nvSpPr>
        <p:spPr bwMode="auto">
          <a:xfrm>
            <a:off x="3756027" y="1223087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A651E6-CB03-ACCC-5C30-1A32B01C2494}"/>
              </a:ext>
            </a:extLst>
          </p:cNvPr>
          <p:cNvSpPr/>
          <p:nvPr/>
        </p:nvSpPr>
        <p:spPr bwMode="auto">
          <a:xfrm flipH="1">
            <a:off x="3756026" y="2086847"/>
            <a:ext cx="4493451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Get Item Definition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1E8C06-1A67-530B-739A-5B8C2D07F5F2}"/>
              </a:ext>
            </a:extLst>
          </p:cNvPr>
          <p:cNvSpPr/>
          <p:nvPr/>
        </p:nvSpPr>
        <p:spPr bwMode="auto">
          <a:xfrm>
            <a:off x="6686405" y="1976720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</p:spTree>
    <p:extLst>
      <p:ext uri="{BB962C8B-B14F-4D97-AF65-F5344CB8AC3E}">
        <p14:creationId xmlns:p14="http://schemas.microsoft.com/office/powerpoint/2010/main" val="3515172411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BCC36B-13B7-308D-5CE2-436D5116C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08" y="358379"/>
            <a:ext cx="7373379" cy="5668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3112187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62AF20-7495-721F-2F6E-7E59BFFF8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22" y="939416"/>
            <a:ext cx="8935278" cy="3789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4043978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FD4667-A9C6-C6C6-5B08-6DBFBB40F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67"/>
          <a:stretch>
            <a:fillRect/>
          </a:stretch>
        </p:blipFill>
        <p:spPr>
          <a:xfrm>
            <a:off x="494131" y="428887"/>
            <a:ext cx="4514716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124EC3-66F9-F096-52F7-0E801B6E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296" y="428887"/>
            <a:ext cx="4117893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DD000D-2265-C42F-BAB9-7016DA6D5B2E}"/>
              </a:ext>
            </a:extLst>
          </p:cNvPr>
          <p:cNvCxnSpPr>
            <a:cxnSpLocks/>
          </p:cNvCxnSpPr>
          <p:nvPr/>
        </p:nvCxnSpPr>
        <p:spPr>
          <a:xfrm>
            <a:off x="3810000" y="1933481"/>
            <a:ext cx="1808480" cy="0"/>
          </a:xfrm>
          <a:prstGeom prst="straightConnector1">
            <a:avLst/>
          </a:prstGeom>
          <a:ln w="57150">
            <a:solidFill>
              <a:srgbClr val="EE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241603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0ACC60-1FA3-2FDB-C7CD-B15D0C141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33" y="657931"/>
            <a:ext cx="9764488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0952068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92654F-B93D-DC3A-EBC5-23D16FB3A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" y="766267"/>
            <a:ext cx="11044555" cy="45756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5108337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B95F66-9CD1-A3E6-142E-0BBFD0E6F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316" y="489239"/>
            <a:ext cx="7629811" cy="33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27211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794D19-378E-08ED-3FBC-5E4D99773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429" y="969617"/>
            <a:ext cx="5430742" cy="440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45727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208BD1-97C7-3E4C-1108-B120C3D91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2" y="2254076"/>
            <a:ext cx="10069330" cy="24863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6629105"/>
      </p:ext>
    </p:extLst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974CD2-6211-1219-8E01-BDBEF292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95" y="868440"/>
            <a:ext cx="8478433" cy="48203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0849097"/>
      </p:ext>
    </p:extLst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D2A8E2-B35E-6464-2B99-6444D98B3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62" y="999396"/>
            <a:ext cx="10631384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6910088"/>
      </p:ext>
    </p:extLst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86B019-F44B-0CCB-46D3-037548512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758" y="1101390"/>
            <a:ext cx="7220958" cy="47917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361476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abric Theme">
  <a:themeElements>
    <a:clrScheme name="Custom 4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F2C80F"/>
      </a:accent1>
      <a:accent2>
        <a:srgbClr val="0045D6"/>
      </a:accent2>
      <a:accent3>
        <a:srgbClr val="008D7B"/>
      </a:accent3>
      <a:accent4>
        <a:srgbClr val="002166"/>
      </a:accent4>
      <a:accent5>
        <a:srgbClr val="002D89"/>
      </a:accent5>
      <a:accent6>
        <a:srgbClr val="1BFFE2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8EF47BD7-F710-45A9-8AE8-D03654F6711E}" vid="{3CF6A8A8-DA63-4A8A-A544-BAFFF90A76CB}"/>
    </a:ext>
  </a:extLst>
</a:theme>
</file>

<file path=ppt/theme/theme2.xml><?xml version="1.0" encoding="utf-8"?>
<a:theme xmlns:a="http://schemas.openxmlformats.org/drawingml/2006/main" name="Theme1">
  <a:themeElements>
    <a:clrScheme name="Custom 10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008D7B"/>
      </a:accent1>
      <a:accent2>
        <a:srgbClr val="0045D6"/>
      </a:accent2>
      <a:accent3>
        <a:srgbClr val="FFFFCC"/>
      </a:accent3>
      <a:accent4>
        <a:srgbClr val="990099"/>
      </a:accent4>
      <a:accent5>
        <a:srgbClr val="900000"/>
      </a:accent5>
      <a:accent6>
        <a:srgbClr val="FFC000"/>
      </a:accent6>
      <a:hlink>
        <a:srgbClr val="C00000"/>
      </a:hlink>
      <a:folHlink>
        <a:srgbClr val="C00000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278F993C-81DB-4FF5-BCAA-CBB0E0CCC442}" vid="{58D1AD11-405F-4081-B6AE-91DD6BC4897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692671-1E95-4751-B591-81D3AFC057E8}">
  <we:reference id="wa200005566" version="3.0.0.2" store="en-US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3AD2D799A0384499DFA8618B2D06C3" ma:contentTypeVersion="19" ma:contentTypeDescription="Create a new document." ma:contentTypeScope="" ma:versionID="4ad8bb11041bccc4900be347311affd5">
  <xsd:schema xmlns:xsd="http://www.w3.org/2001/XMLSchema" xmlns:xs="http://www.w3.org/2001/XMLSchema" xmlns:p="http://schemas.microsoft.com/office/2006/metadata/properties" xmlns:ns1="http://schemas.microsoft.com/sharepoint/v3" xmlns:ns3="3c10a0e8-556e-4c2d-9121-1181542ea83c" xmlns:ns4="91f22b01-9196-48cc-8d58-ee179122dd75" targetNamespace="http://schemas.microsoft.com/office/2006/metadata/properties" ma:root="true" ma:fieldsID="55cc422832b79ebb748bec44d447ca3b" ns1:_="" ns3:_="" ns4:_="">
    <xsd:import namespace="http://schemas.microsoft.com/sharepoint/v3"/>
    <xsd:import namespace="3c10a0e8-556e-4c2d-9121-1181542ea83c"/>
    <xsd:import namespace="91f22b01-9196-48cc-8d58-ee179122dd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10a0e8-556e-4c2d-9121-1181542ea83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6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22b01-9196-48cc-8d58-ee179122dd7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_activity xmlns="3c10a0e8-556e-4c2d-9121-1181542ea83c" xsi:nil="true"/>
  </documentManagement>
</p:properties>
</file>

<file path=customXml/itemProps1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2411704-DA91-4A2A-81D1-00044852D0BE}">
  <ds:schemaRefs>
    <ds:schemaRef ds:uri="3c10a0e8-556e-4c2d-9121-1181542ea83c"/>
    <ds:schemaRef ds:uri="91f22b01-9196-48cc-8d58-ee179122dd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schemas.microsoft.com/sharepoint/v3"/>
    <ds:schemaRef ds:uri="http://www.w3.org/XML/1998/namespace"/>
    <ds:schemaRef ds:uri="http://schemas.microsoft.com/office/infopath/2007/PartnerControls"/>
    <ds:schemaRef ds:uri="91f22b01-9196-48cc-8d58-ee179122dd75"/>
    <ds:schemaRef ds:uri="3c10a0e8-556e-4c2d-9121-1181542ea83c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13964</TotalTime>
  <Words>495</Words>
  <Application>Microsoft Office PowerPoint</Application>
  <PresentationFormat>Custom</PresentationFormat>
  <Paragraphs>278</Paragraphs>
  <Slides>48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48</vt:i4>
      </vt:variant>
    </vt:vector>
  </HeadingPairs>
  <TitlesOfParts>
    <vt:vector size="57" baseType="lpstr">
      <vt:lpstr>Arial</vt:lpstr>
      <vt:lpstr>Arial Black</vt:lpstr>
      <vt:lpstr>Lucida Console</vt:lpstr>
      <vt:lpstr>Segoe UI</vt:lpstr>
      <vt:lpstr>Segoe UI Light</vt:lpstr>
      <vt:lpstr>Segoe UI Semibold</vt:lpstr>
      <vt:lpstr>Wingdings</vt:lpstr>
      <vt:lpstr>Fabric Theme</vt:lpstr>
      <vt:lpstr>Theme1</vt:lpstr>
      <vt:lpstr>Chapter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Images need to be recreated in PPT objects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&lt;Speech title here&gt;</dc:subject>
  <dc:creator>Arvind Dutta;Ted.Pattison@microsoft.com</dc:creator>
  <cp:keywords/>
  <dc:description>Template: Ariel Butz; ZUM Communications
Formatting: 
Audience Type:</dc:description>
  <cp:lastModifiedBy>Ted Pattison</cp:lastModifiedBy>
  <cp:revision>41</cp:revision>
  <cp:lastPrinted>2025-03-29T10:59:42Z</cp:lastPrinted>
  <dcterms:created xsi:type="dcterms:W3CDTF">2018-09-21T01:16:59Z</dcterms:created>
  <dcterms:modified xsi:type="dcterms:W3CDTF">2025-12-16T15:55:14Z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0x010100B63AD2D799A0384499DFA8618B2D06C3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AuthorIds_UIVersion_47104">
    <vt:lpwstr>18</vt:lpwstr>
  </property>
  <property fmtid="{D5CDD505-2E9C-101B-9397-08002B2CF9AE}" pid="12" name="MSIP_Label_87867195-f2b8-4ac2-b0b6-6bb73cb33afc_Enabled">
    <vt:lpwstr>true</vt:lpwstr>
  </property>
  <property fmtid="{D5CDD505-2E9C-101B-9397-08002B2CF9AE}" pid="13" name="MSIP_Label_87867195-f2b8-4ac2-b0b6-6bb73cb33afc_SetDate">
    <vt:lpwstr>2021-11-16T15:21:41Z</vt:lpwstr>
  </property>
  <property fmtid="{D5CDD505-2E9C-101B-9397-08002B2CF9AE}" pid="14" name="MSIP_Label_87867195-f2b8-4ac2-b0b6-6bb73cb33afc_Method">
    <vt:lpwstr>Privileged</vt:lpwstr>
  </property>
  <property fmtid="{D5CDD505-2E9C-101B-9397-08002B2CF9AE}" pid="15" name="MSIP_Label_87867195-f2b8-4ac2-b0b6-6bb73cb33afc_Name">
    <vt:lpwstr>Not Restricted</vt:lpwstr>
  </property>
  <property fmtid="{D5CDD505-2E9C-101B-9397-08002B2CF9AE}" pid="16" name="MSIP_Label_87867195-f2b8-4ac2-b0b6-6bb73cb33afc_SiteId">
    <vt:lpwstr>72f988bf-86f1-41af-91ab-2d7cd011db47</vt:lpwstr>
  </property>
  <property fmtid="{D5CDD505-2E9C-101B-9397-08002B2CF9AE}" pid="17" name="MSIP_Label_87867195-f2b8-4ac2-b0b6-6bb73cb33afc_ActionId">
    <vt:lpwstr>9942a4e6-ac4e-4ace-9fe2-0b1ceecd1d50</vt:lpwstr>
  </property>
  <property fmtid="{D5CDD505-2E9C-101B-9397-08002B2CF9AE}" pid="18" name="MSIP_Label_87867195-f2b8-4ac2-b0b6-6bb73cb33afc_ContentBits">
    <vt:lpwstr>0</vt:lpwstr>
  </property>
</Properties>
</file>