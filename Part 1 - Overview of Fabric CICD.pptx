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4551" r:id="rId4"/>
    <p:sldMasterId id="2147484576" r:id="rId5"/>
  </p:sldMasterIdLst>
  <p:notesMasterIdLst>
    <p:notesMasterId r:id="rId64"/>
  </p:notesMasterIdLst>
  <p:handoutMasterIdLst>
    <p:handoutMasterId r:id="rId65"/>
  </p:handoutMasterIdLst>
  <p:sldIdLst>
    <p:sldId id="2147482125" r:id="rId6"/>
    <p:sldId id="2147482159" r:id="rId7"/>
    <p:sldId id="2147482112" r:id="rId8"/>
    <p:sldId id="2147482100" r:id="rId9"/>
    <p:sldId id="2147482173" r:id="rId10"/>
    <p:sldId id="2147482101" r:id="rId11"/>
    <p:sldId id="2147482113" r:id="rId12"/>
    <p:sldId id="2147482186" r:id="rId13"/>
    <p:sldId id="2147482102" r:id="rId14"/>
    <p:sldId id="2147482162" r:id="rId15"/>
    <p:sldId id="2147482163" r:id="rId16"/>
    <p:sldId id="2147482168" r:id="rId17"/>
    <p:sldId id="2147482181" r:id="rId18"/>
    <p:sldId id="2147482164" r:id="rId19"/>
    <p:sldId id="2147482165" r:id="rId20"/>
    <p:sldId id="2147482114" r:id="rId21"/>
    <p:sldId id="2147482166" r:id="rId22"/>
    <p:sldId id="2147482182" r:id="rId23"/>
    <p:sldId id="2147482170" r:id="rId24"/>
    <p:sldId id="2147482183" r:id="rId25"/>
    <p:sldId id="2147482172" r:id="rId26"/>
    <p:sldId id="2147482169" r:id="rId27"/>
    <p:sldId id="2147482171" r:id="rId28"/>
    <p:sldId id="2147482167" r:id="rId29"/>
    <p:sldId id="2147482116" r:id="rId30"/>
    <p:sldId id="2147482132" r:id="rId31"/>
    <p:sldId id="2147482118" r:id="rId32"/>
    <p:sldId id="2147482139" r:id="rId33"/>
    <p:sldId id="2147482124" r:id="rId34"/>
    <p:sldId id="2147482121" r:id="rId35"/>
    <p:sldId id="2147482122" r:id="rId36"/>
    <p:sldId id="2147482120" r:id="rId37"/>
    <p:sldId id="2147482119" r:id="rId38"/>
    <p:sldId id="2147482146" r:id="rId39"/>
    <p:sldId id="2147482140" r:id="rId40"/>
    <p:sldId id="2147482141" r:id="rId41"/>
    <p:sldId id="2147482177" r:id="rId42"/>
    <p:sldId id="2147482179" r:id="rId43"/>
    <p:sldId id="2147482161" r:id="rId44"/>
    <p:sldId id="2147482178" r:id="rId45"/>
    <p:sldId id="2147482180" r:id="rId46"/>
    <p:sldId id="2147482160" r:id="rId47"/>
    <p:sldId id="2147482147" r:id="rId48"/>
    <p:sldId id="2147482184" r:id="rId49"/>
    <p:sldId id="2147482185" r:id="rId50"/>
    <p:sldId id="2147482148" r:id="rId51"/>
    <p:sldId id="2147482155" r:id="rId52"/>
    <p:sldId id="2147482152" r:id="rId53"/>
    <p:sldId id="2147482150" r:id="rId54"/>
    <p:sldId id="2147482153" r:id="rId55"/>
    <p:sldId id="2147482154" r:id="rId56"/>
    <p:sldId id="2147482156" r:id="rId57"/>
    <p:sldId id="2147482151" r:id="rId58"/>
    <p:sldId id="2147482149" r:id="rId59"/>
    <p:sldId id="2147482157" r:id="rId60"/>
    <p:sldId id="2147482158" r:id="rId61"/>
    <p:sldId id="2147482175" r:id="rId62"/>
    <p:sldId id="2147482123" r:id="rId63"/>
  </p:sldIdLst>
  <p:sldSz cx="12436475" cy="6994525"/>
  <p:notesSz cx="7010400" cy="9296400"/>
  <p:defaultTextStyle>
    <a:defPPr>
      <a:defRPr lang="en-US"/>
    </a:defPPr>
    <a:lvl1pPr marL="0" algn="l" defTabSz="932742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66371" algn="l" defTabSz="932742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32742" algn="l" defTabSz="932742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99113" algn="l" defTabSz="932742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65484" algn="l" defTabSz="932742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331856" algn="l" defTabSz="932742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98226" algn="l" defTabSz="932742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64597" algn="l" defTabSz="932742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730969" algn="l" defTabSz="932742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C1E73487-5996-4DE0-B97B-80AE53F81838}">
          <p14:sldIdLst>
            <p14:sldId id="2147482125"/>
            <p14:sldId id="2147482159"/>
            <p14:sldId id="2147482112"/>
            <p14:sldId id="2147482100"/>
            <p14:sldId id="2147482173"/>
            <p14:sldId id="2147482101"/>
            <p14:sldId id="2147482113"/>
            <p14:sldId id="2147482186"/>
            <p14:sldId id="2147482102"/>
            <p14:sldId id="2147482162"/>
            <p14:sldId id="2147482163"/>
            <p14:sldId id="2147482168"/>
            <p14:sldId id="2147482181"/>
            <p14:sldId id="2147482164"/>
            <p14:sldId id="2147482165"/>
            <p14:sldId id="2147482114"/>
            <p14:sldId id="2147482166"/>
            <p14:sldId id="2147482182"/>
            <p14:sldId id="2147482170"/>
            <p14:sldId id="2147482183"/>
            <p14:sldId id="2147482172"/>
            <p14:sldId id="2147482169"/>
            <p14:sldId id="2147482171"/>
            <p14:sldId id="2147482167"/>
            <p14:sldId id="2147482116"/>
            <p14:sldId id="2147482132"/>
            <p14:sldId id="2147482118"/>
            <p14:sldId id="2147482139"/>
            <p14:sldId id="2147482124"/>
            <p14:sldId id="2147482121"/>
            <p14:sldId id="2147482122"/>
            <p14:sldId id="2147482120"/>
            <p14:sldId id="2147482119"/>
            <p14:sldId id="2147482146"/>
            <p14:sldId id="2147482140"/>
            <p14:sldId id="2147482141"/>
            <p14:sldId id="2147482177"/>
            <p14:sldId id="2147482179"/>
            <p14:sldId id="2147482161"/>
            <p14:sldId id="2147482178"/>
            <p14:sldId id="2147482180"/>
            <p14:sldId id="2147482160"/>
            <p14:sldId id="2147482147"/>
            <p14:sldId id="2147482184"/>
            <p14:sldId id="2147482185"/>
            <p14:sldId id="2147482148"/>
            <p14:sldId id="2147482155"/>
            <p14:sldId id="2147482152"/>
            <p14:sldId id="2147482150"/>
            <p14:sldId id="2147482153"/>
            <p14:sldId id="2147482154"/>
            <p14:sldId id="2147482156"/>
            <p14:sldId id="2147482151"/>
            <p14:sldId id="2147482149"/>
            <p14:sldId id="2147482157"/>
            <p14:sldId id="2147482158"/>
            <p14:sldId id="2147482175"/>
            <p14:sldId id="2147482123"/>
          </p14:sldIdLst>
        </p14:section>
      </p14:sectionLst>
    </p:ex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>
        <p15:guide id="1" orient="horz" pos="2928" userDrawn="1">
          <p15:clr>
            <a:srgbClr val="A4A3A4"/>
          </p15:clr>
        </p15:guide>
        <p15:guide id="2" pos="2208" userDrawn="1">
          <p15:clr>
            <a:srgbClr val="A4A3A4"/>
          </p15:clr>
        </p15:guide>
      </p15:notesGuideLst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A50CFE33-38B5-93F4-CBDC-19387157439A}" name="Fretz Nuson" initials="FN" userId="S::frnuson@microsoft.com::4f89d152-8c61-4ebe-9979-f75548eb188f" providerId="AD"/>
  <p188:author id="{29F777B8-775D-FF4A-5EC6-49912B8B8FCB}" name="Nimrod Shalit" initials="NS" userId="S::nishalit@microsoft.com::13d05e46-027d-46c3-aabb-ccf1744354f1" providerId="AD"/>
</p188:authorLst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0" name="Saku Uchikawa" initials="SU" lastIdx="11" clrIdx="0"/>
  <p:cmAuthor id="7" name="Jasper Hedegaard Bojsen" initials="JHB" lastIdx="2" clrIdx="7">
    <p:extLst>
      <p:ext uri="{19B8F6BF-5375-455C-9EA6-DF929625EA0E}">
        <p15:presenceInfo xmlns:p15="http://schemas.microsoft.com/office/powerpoint/2012/main" userId="S::jasperhb@microsoft.com::e917db92-6445-433e-ac97-2eab88ce737d" providerId="AD"/>
      </p:ext>
    </p:extLst>
  </p:cmAuthor>
  <p:cmAuthor id="1" name="Mary Feil-Jacobs" initials="MFJ" lastIdx="43" clrIdx="1"/>
  <p:cmAuthor id="8" name="Gordon Macdonald" initials="GM" lastIdx="10" clrIdx="8">
    <p:extLst>
      <p:ext uri="{19B8F6BF-5375-455C-9EA6-DF929625EA0E}">
        <p15:presenceInfo xmlns:p15="http://schemas.microsoft.com/office/powerpoint/2012/main" userId="419a06e8ae266e15" providerId="Windows Live"/>
      </p:ext>
    </p:extLst>
  </p:cmAuthor>
  <p:cmAuthor id="2" name="Monica Lueder" initials="ML" lastIdx="22" clrIdx="2"/>
  <p:cmAuthor id="3" name="Mary Feil-Jacobs" initials="MF" lastIdx="22" clrIdx="3"/>
  <p:cmAuthor id="4" name="Angela Powell" initials="AP" lastIdx="9" clrIdx="4">
    <p:extLst>
      <p:ext uri="{19B8F6BF-5375-455C-9EA6-DF929625EA0E}">
        <p15:presenceInfo xmlns:p15="http://schemas.microsoft.com/office/powerpoint/2012/main" userId="cf7d67635d593fc2" providerId="Windows Live"/>
      </p:ext>
    </p:extLst>
  </p:cmAuthor>
  <p:cmAuthor id="5" name="Andrew Cook" initials="AC" lastIdx="7" clrIdx="5">
    <p:extLst>
      <p:ext uri="{19B8F6BF-5375-455C-9EA6-DF929625EA0E}">
        <p15:presenceInfo xmlns:p15="http://schemas.microsoft.com/office/powerpoint/2012/main" userId="S-1-5-21-2127521184-1604012920-1887927527-2644137" providerId="AD"/>
      </p:ext>
    </p:extLst>
  </p:cmAuthor>
  <p:cmAuthor id="6" name="Olga Masek" initials="OM" lastIdx="13" clrIdx="6">
    <p:extLst>
      <p:ext uri="{19B8F6BF-5375-455C-9EA6-DF929625EA0E}">
        <p15:presenceInfo xmlns:p15="http://schemas.microsoft.com/office/powerpoint/2012/main" userId="S-1-5-21-2127521184-1604012920-1887927527-16609006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C00000"/>
    <a:srgbClr val="FFB9FF"/>
    <a:srgbClr val="FFFFFF"/>
    <a:srgbClr val="6C0000"/>
    <a:srgbClr val="8A0000"/>
    <a:srgbClr val="89FFF1"/>
    <a:srgbClr val="FFCDFF"/>
    <a:srgbClr val="D9E6FF"/>
    <a:srgbClr val="FFCCCC"/>
    <a:srgbClr val="DAA520"/>
  </p:clrMru>
  <p:extLst>
    <p:ext uri="{E76CE94A-603C-4142-B9EB-6D1370010A27}">
      <p14:discardImageEditData xmlns:p14="http://schemas.microsoft.com/office/powerpoint/2010/main" val="1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74C1A8A3-306A-4EB7-A6B1-4F7E0EB9C5D6}" styleName="Medium Style 3 - Accent 5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793D81CF-94F2-401A-BA57-92F5A7B2D0C5}" styleName="Medium Style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FABFCF23-3B69-468F-B69F-88F6DE6A72F2}" styleName="Medium Style 1 - Acc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5">
              <a:tint val="20000"/>
            </a:schemeClr>
          </a:solidFill>
        </a:fill>
      </a:tcStyle>
    </a:band1H>
    <a:band1V>
      <a:tcStyle>
        <a:tcBdr/>
        <a:fill>
          <a:solidFill>
            <a:schemeClr val="accent5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Row>
  </a:tblStyle>
  <a:tblStyle styleId="{775DCB02-9BB8-47FD-8907-85C794F793BA}" styleName="Themed Style 1 - Accent 4">
    <a:tblBg>
      <a:fillRef idx="2">
        <a:schemeClr val="accent4"/>
      </a:fillRef>
      <a:effectRef idx="1">
        <a:schemeClr val="accent4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Ref idx="1">
              <a:schemeClr val="accent4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  <a:fill>
          <a:solidFill>
            <a:schemeClr val="accent4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4"/>
            </a:lnRef>
          </a:left>
          <a:right>
            <a:lnRef idx="2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2">
              <a:schemeClr val="accent4"/>
            </a:lnRef>
          </a:top>
          <a:bottom>
            <a:lnRef idx="2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4"/>
          </a:solidFill>
        </a:fill>
      </a:tcStyle>
    </a:firstRow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B301B821-A1FF-4177-AEE7-76D212191A09}" styleName="Medium Style 1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E8034E78-7F5D-4C2E-B375-FC64B27BC917}" styleName="Dark Style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dk1">
              <a:tint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dk1">
              <a:tint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dk1">
              <a:tint val="6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7" autoAdjust="0"/>
    <p:restoredTop sz="94224" autoAdjust="0"/>
  </p:normalViewPr>
  <p:slideViewPr>
    <p:cSldViewPr snapToGrid="0">
      <p:cViewPr varScale="1">
        <p:scale>
          <a:sx n="85" d="100"/>
          <a:sy n="85" d="100"/>
        </p:scale>
        <p:origin x="408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 varScale="1">
      <p:scale>
        <a:sx n="100" d="100"/>
        <a:sy n="100" d="100"/>
      </p:scale>
      <p:origin x="0" y="-17222"/>
    </p:cViewPr>
  </p:sorterViewPr>
  <p:notesViewPr>
    <p:cSldViewPr snapToGrid="0">
      <p:cViewPr varScale="1">
        <p:scale>
          <a:sx n="66" d="100"/>
          <a:sy n="66" d="100"/>
        </p:scale>
        <p:origin x="0" y="0"/>
      </p:cViewPr>
      <p:guideLst>
        <p:guide orient="horz" pos="2928"/>
        <p:guide pos="2208"/>
      </p:guideLst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1.xml"/><Relationship Id="rId21" Type="http://schemas.openxmlformats.org/officeDocument/2006/relationships/slide" Target="slides/slide16.xml"/><Relationship Id="rId42" Type="http://schemas.openxmlformats.org/officeDocument/2006/relationships/slide" Target="slides/slide37.xml"/><Relationship Id="rId47" Type="http://schemas.openxmlformats.org/officeDocument/2006/relationships/slide" Target="slides/slide42.xml"/><Relationship Id="rId63" Type="http://schemas.openxmlformats.org/officeDocument/2006/relationships/slide" Target="slides/slide58.xml"/><Relationship Id="rId68" Type="http://schemas.openxmlformats.org/officeDocument/2006/relationships/viewProps" Target="viewProps.xml"/><Relationship Id="rId7" Type="http://schemas.openxmlformats.org/officeDocument/2006/relationships/slide" Target="slides/slide2.xml"/><Relationship Id="rId71" Type="http://schemas.microsoft.com/office/2018/10/relationships/authors" Target="authors.xml"/><Relationship Id="rId2" Type="http://schemas.openxmlformats.org/officeDocument/2006/relationships/customXml" Target="../customXml/item2.xml"/><Relationship Id="rId16" Type="http://schemas.openxmlformats.org/officeDocument/2006/relationships/slide" Target="slides/slide11.xml"/><Relationship Id="rId29" Type="http://schemas.openxmlformats.org/officeDocument/2006/relationships/slide" Target="slides/slide24.xml"/><Relationship Id="rId11" Type="http://schemas.openxmlformats.org/officeDocument/2006/relationships/slide" Target="slides/slide6.xml"/><Relationship Id="rId24" Type="http://schemas.openxmlformats.org/officeDocument/2006/relationships/slide" Target="slides/slide19.xml"/><Relationship Id="rId32" Type="http://schemas.openxmlformats.org/officeDocument/2006/relationships/slide" Target="slides/slide27.xml"/><Relationship Id="rId37" Type="http://schemas.openxmlformats.org/officeDocument/2006/relationships/slide" Target="slides/slide32.xml"/><Relationship Id="rId40" Type="http://schemas.openxmlformats.org/officeDocument/2006/relationships/slide" Target="slides/slide35.xml"/><Relationship Id="rId45" Type="http://schemas.openxmlformats.org/officeDocument/2006/relationships/slide" Target="slides/slide40.xml"/><Relationship Id="rId53" Type="http://schemas.openxmlformats.org/officeDocument/2006/relationships/slide" Target="slides/slide48.xml"/><Relationship Id="rId58" Type="http://schemas.openxmlformats.org/officeDocument/2006/relationships/slide" Target="slides/slide53.xml"/><Relationship Id="rId66" Type="http://schemas.openxmlformats.org/officeDocument/2006/relationships/commentAuthors" Target="commentAuthors.xml"/><Relationship Id="rId5" Type="http://schemas.openxmlformats.org/officeDocument/2006/relationships/slideMaster" Target="slideMasters/slideMaster2.xml"/><Relationship Id="rId61" Type="http://schemas.openxmlformats.org/officeDocument/2006/relationships/slide" Target="slides/slide56.xml"/><Relationship Id="rId19" Type="http://schemas.openxmlformats.org/officeDocument/2006/relationships/slide" Target="slides/slide14.xml"/><Relationship Id="rId14" Type="http://schemas.openxmlformats.org/officeDocument/2006/relationships/slide" Target="slides/slide9.xml"/><Relationship Id="rId22" Type="http://schemas.openxmlformats.org/officeDocument/2006/relationships/slide" Target="slides/slide17.xml"/><Relationship Id="rId27" Type="http://schemas.openxmlformats.org/officeDocument/2006/relationships/slide" Target="slides/slide22.xml"/><Relationship Id="rId30" Type="http://schemas.openxmlformats.org/officeDocument/2006/relationships/slide" Target="slides/slide25.xml"/><Relationship Id="rId35" Type="http://schemas.openxmlformats.org/officeDocument/2006/relationships/slide" Target="slides/slide30.xml"/><Relationship Id="rId43" Type="http://schemas.openxmlformats.org/officeDocument/2006/relationships/slide" Target="slides/slide38.xml"/><Relationship Id="rId48" Type="http://schemas.openxmlformats.org/officeDocument/2006/relationships/slide" Target="slides/slide43.xml"/><Relationship Id="rId56" Type="http://schemas.openxmlformats.org/officeDocument/2006/relationships/slide" Target="slides/slide51.xml"/><Relationship Id="rId64" Type="http://schemas.openxmlformats.org/officeDocument/2006/relationships/notesMaster" Target="notesMasters/notesMaster1.xml"/><Relationship Id="rId69" Type="http://schemas.openxmlformats.org/officeDocument/2006/relationships/theme" Target="theme/theme1.xml"/><Relationship Id="rId8" Type="http://schemas.openxmlformats.org/officeDocument/2006/relationships/slide" Target="slides/slide3.xml"/><Relationship Id="rId51" Type="http://schemas.openxmlformats.org/officeDocument/2006/relationships/slide" Target="slides/slide46.xml"/><Relationship Id="rId3" Type="http://schemas.openxmlformats.org/officeDocument/2006/relationships/customXml" Target="../customXml/item3.xml"/><Relationship Id="rId12" Type="http://schemas.openxmlformats.org/officeDocument/2006/relationships/slide" Target="slides/slide7.xml"/><Relationship Id="rId17" Type="http://schemas.openxmlformats.org/officeDocument/2006/relationships/slide" Target="slides/slide12.xml"/><Relationship Id="rId25" Type="http://schemas.openxmlformats.org/officeDocument/2006/relationships/slide" Target="slides/slide20.xml"/><Relationship Id="rId33" Type="http://schemas.openxmlformats.org/officeDocument/2006/relationships/slide" Target="slides/slide28.xml"/><Relationship Id="rId38" Type="http://schemas.openxmlformats.org/officeDocument/2006/relationships/slide" Target="slides/slide33.xml"/><Relationship Id="rId46" Type="http://schemas.openxmlformats.org/officeDocument/2006/relationships/slide" Target="slides/slide41.xml"/><Relationship Id="rId59" Type="http://schemas.openxmlformats.org/officeDocument/2006/relationships/slide" Target="slides/slide54.xml"/><Relationship Id="rId67" Type="http://schemas.openxmlformats.org/officeDocument/2006/relationships/presProps" Target="presProps.xml"/><Relationship Id="rId20" Type="http://schemas.openxmlformats.org/officeDocument/2006/relationships/slide" Target="slides/slide15.xml"/><Relationship Id="rId41" Type="http://schemas.openxmlformats.org/officeDocument/2006/relationships/slide" Target="slides/slide36.xml"/><Relationship Id="rId54" Type="http://schemas.openxmlformats.org/officeDocument/2006/relationships/slide" Target="slides/slide49.xml"/><Relationship Id="rId62" Type="http://schemas.openxmlformats.org/officeDocument/2006/relationships/slide" Target="slides/slide57.xml"/><Relationship Id="rId70" Type="http://schemas.openxmlformats.org/officeDocument/2006/relationships/tableStyles" Target="tableStyles.xml"/><Relationship Id="rId1" Type="http://schemas.openxmlformats.org/officeDocument/2006/relationships/customXml" Target="../customXml/item1.xml"/><Relationship Id="rId6" Type="http://schemas.openxmlformats.org/officeDocument/2006/relationships/slide" Target="slides/slide1.xml"/><Relationship Id="rId15" Type="http://schemas.openxmlformats.org/officeDocument/2006/relationships/slide" Target="slides/slide10.xml"/><Relationship Id="rId23" Type="http://schemas.openxmlformats.org/officeDocument/2006/relationships/slide" Target="slides/slide18.xml"/><Relationship Id="rId28" Type="http://schemas.openxmlformats.org/officeDocument/2006/relationships/slide" Target="slides/slide23.xml"/><Relationship Id="rId36" Type="http://schemas.openxmlformats.org/officeDocument/2006/relationships/slide" Target="slides/slide31.xml"/><Relationship Id="rId49" Type="http://schemas.openxmlformats.org/officeDocument/2006/relationships/slide" Target="slides/slide44.xml"/><Relationship Id="rId57" Type="http://schemas.openxmlformats.org/officeDocument/2006/relationships/slide" Target="slides/slide52.xml"/><Relationship Id="rId10" Type="http://schemas.openxmlformats.org/officeDocument/2006/relationships/slide" Target="slides/slide5.xml"/><Relationship Id="rId31" Type="http://schemas.openxmlformats.org/officeDocument/2006/relationships/slide" Target="slides/slide26.xml"/><Relationship Id="rId44" Type="http://schemas.openxmlformats.org/officeDocument/2006/relationships/slide" Target="slides/slide39.xml"/><Relationship Id="rId52" Type="http://schemas.openxmlformats.org/officeDocument/2006/relationships/slide" Target="slides/slide47.xml"/><Relationship Id="rId60" Type="http://schemas.openxmlformats.org/officeDocument/2006/relationships/slide" Target="slides/slide55.xml"/><Relationship Id="rId65" Type="http://schemas.openxmlformats.org/officeDocument/2006/relationships/handoutMaster" Target="handoutMasters/handoutMaster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3" Type="http://schemas.openxmlformats.org/officeDocument/2006/relationships/slide" Target="slides/slide8.xml"/><Relationship Id="rId18" Type="http://schemas.openxmlformats.org/officeDocument/2006/relationships/slide" Target="slides/slide13.xml"/><Relationship Id="rId39" Type="http://schemas.openxmlformats.org/officeDocument/2006/relationships/slide" Target="slides/slide34.xml"/><Relationship Id="rId34" Type="http://schemas.openxmlformats.org/officeDocument/2006/relationships/slide" Target="slides/slide29.xml"/><Relationship Id="rId50" Type="http://schemas.openxmlformats.org/officeDocument/2006/relationships/slide" Target="slides/slide45.xml"/><Relationship Id="rId55" Type="http://schemas.openxmlformats.org/officeDocument/2006/relationships/slide" Target="slides/slide50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Header Placeholder 5"/>
          <p:cNvSpPr>
            <a:spLocks noGrp="1"/>
          </p:cNvSpPr>
          <p:nvPr>
            <p:ph type="hdr" sz="quarter"/>
          </p:nvPr>
        </p:nvSpPr>
        <p:spPr>
          <a:xfrm>
            <a:off x="0" y="-11767"/>
            <a:ext cx="3037840" cy="464820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l">
              <a:defRPr sz="1200"/>
            </a:lvl1pPr>
          </a:lstStyle>
          <a:p>
            <a:r>
              <a:rPr lang="en-US">
                <a:latin typeface="Segoe UI" pitchFamily="34" charset="0"/>
              </a:rPr>
              <a:t>Power BI Dev Camp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quarter" idx="1"/>
          </p:nvPr>
        </p:nvSpPr>
        <p:spPr>
          <a:xfrm>
            <a:off x="3970938" y="0"/>
            <a:ext cx="3037840" cy="464820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r">
              <a:defRPr sz="1200"/>
            </a:lvl1pPr>
          </a:lstStyle>
          <a:p>
            <a:r>
              <a:rPr lang="en-US">
                <a:latin typeface="Segoe UI" pitchFamily="34" charset="0"/>
              </a:rPr>
              <a:t>8/27/2020</a:t>
            </a:r>
          </a:p>
        </p:txBody>
      </p:sp>
    </p:spTree>
    <p:extLst>
      <p:ext uri="{BB962C8B-B14F-4D97-AF65-F5344CB8AC3E}">
        <p14:creationId xmlns:p14="http://schemas.microsoft.com/office/powerpoint/2010/main" val="3904595630"/>
      </p:ext>
    </p:extLst>
  </p:cSld>
  <p:clrMap bg1="lt1" tx1="dk1" bg2="lt2" tx2="dk2" accent1="accent1" accent2="accent2" accent3="accent3" accent4="accent4" accent5="accent5" accent6="accent6" hlink="hlink" folHlink="folHlink"/>
  <p:hf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Header Placeholder 7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37840" cy="464820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l">
              <a:defRPr sz="1200">
                <a:latin typeface="Segoe UI" pitchFamily="34" charset="0"/>
              </a:defRPr>
            </a:lvl1pPr>
          </a:lstStyle>
          <a:p>
            <a:endParaRPr lang="en-US"/>
          </a:p>
        </p:txBody>
      </p:sp>
      <p:sp>
        <p:nvSpPr>
          <p:cNvPr id="9" name="Slide Image Placeholder 8"/>
          <p:cNvSpPr>
            <a:spLocks noGrp="1" noRot="1" noChangeAspect="1"/>
          </p:cNvSpPr>
          <p:nvPr>
            <p:ph type="sldImg" idx="2"/>
          </p:nvPr>
        </p:nvSpPr>
        <p:spPr>
          <a:xfrm>
            <a:off x="406400" y="696913"/>
            <a:ext cx="6197600" cy="348615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3177" tIns="46589" rIns="93177" bIns="46589" rtlCol="0" anchor="ctr"/>
          <a:lstStyle/>
          <a:p>
            <a:endParaRPr lang="en-US"/>
          </a:p>
        </p:txBody>
      </p:sp>
      <p:sp>
        <p:nvSpPr>
          <p:cNvPr id="10" name="Footer Placeholder 9"/>
          <p:cNvSpPr>
            <a:spLocks noGrp="1"/>
          </p:cNvSpPr>
          <p:nvPr>
            <p:ph type="ftr" sz="quarter" idx="4"/>
          </p:nvPr>
        </p:nvSpPr>
        <p:spPr>
          <a:xfrm>
            <a:off x="0" y="8831580"/>
            <a:ext cx="6052312" cy="361897"/>
          </a:xfrm>
          <a:prstGeom prst="rect">
            <a:avLst/>
          </a:prstGeom>
        </p:spPr>
        <p:txBody>
          <a:bodyPr vert="horz" lIns="93177" tIns="46589" rIns="93177" bIns="46589" rtlCol="0" anchor="b"/>
          <a:lstStyle>
            <a:lvl1pPr marL="582359" indent="0" algn="l">
              <a:defRPr sz="1200"/>
            </a:lvl1pPr>
          </a:lstStyle>
          <a:p>
            <a:pPr defTabSz="931467" eaLnBrk="0" hangingPunct="0"/>
            <a:r>
              <a:rPr lang="en-US" sz="400">
                <a:gradFill>
                  <a:gsLst>
                    <a:gs pos="0">
                      <a:prstClr val="black"/>
                    </a:gs>
                    <a:gs pos="100000">
                      <a:prstClr val="black"/>
                    </a:gs>
                  </a:gsLst>
                  <a:lin ang="5400000" scaled="0"/>
                </a:gradFill>
                <a:latin typeface="Segoe UI" pitchFamily="34" charset="0"/>
                <a:ea typeface="Segoe UI" pitchFamily="34" charset="0"/>
                <a:cs typeface="Segoe UI" pitchFamily="34" charset="0"/>
              </a:rPr>
              <a:t>© Microsoft Corporation</a:t>
            </a:r>
          </a:p>
        </p:txBody>
      </p:sp>
      <p:sp>
        <p:nvSpPr>
          <p:cNvPr id="11" name="Date Placeholder 10"/>
          <p:cNvSpPr>
            <a:spLocks noGrp="1"/>
          </p:cNvSpPr>
          <p:nvPr>
            <p:ph type="dt" idx="1"/>
          </p:nvPr>
        </p:nvSpPr>
        <p:spPr>
          <a:xfrm>
            <a:off x="3970938" y="0"/>
            <a:ext cx="3037840" cy="464820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r">
              <a:defRPr sz="1200">
                <a:latin typeface="Segoe UI" pitchFamily="34" charset="0"/>
              </a:defRPr>
            </a:lvl1pPr>
          </a:lstStyle>
          <a:p>
            <a:fld id="{DCE60099-03E7-4FA1-8A7F-E6E6CFB0F855}" type="datetime8">
              <a:rPr lang="en-US" smtClean="0"/>
              <a:t>2/4/2026 1:07 AM</a:t>
            </a:fld>
            <a:endParaRPr lang="en-US"/>
          </a:p>
        </p:txBody>
      </p:sp>
      <p:sp>
        <p:nvSpPr>
          <p:cNvPr id="12" name="Notes Placeholder 11"/>
          <p:cNvSpPr>
            <a:spLocks noGrp="1"/>
          </p:cNvSpPr>
          <p:nvPr>
            <p:ph type="body" sz="quarter" idx="3"/>
          </p:nvPr>
        </p:nvSpPr>
        <p:spPr>
          <a:xfrm>
            <a:off x="701040" y="4415790"/>
            <a:ext cx="5608320" cy="4183380"/>
          </a:xfrm>
          <a:prstGeom prst="rect">
            <a:avLst/>
          </a:prstGeom>
        </p:spPr>
        <p:txBody>
          <a:bodyPr vert="horz" lIns="93177" tIns="46589" rIns="93177" bIns="46589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3" name="Slide Number Placeholder 12"/>
          <p:cNvSpPr>
            <a:spLocks noGrp="1"/>
          </p:cNvSpPr>
          <p:nvPr>
            <p:ph type="sldNum" sz="quarter" idx="5"/>
          </p:nvPr>
        </p:nvSpPr>
        <p:spPr>
          <a:xfrm>
            <a:off x="6040627" y="8829967"/>
            <a:ext cx="968150" cy="464820"/>
          </a:xfrm>
          <a:prstGeom prst="rect">
            <a:avLst/>
          </a:prstGeom>
        </p:spPr>
        <p:txBody>
          <a:bodyPr vert="horz" lIns="93177" tIns="46589" rIns="93177" bIns="46589" rtlCol="0" anchor="b"/>
          <a:lstStyle>
            <a:lvl1pPr algn="r">
              <a:defRPr sz="1200">
                <a:latin typeface="Segoe UI" pitchFamily="34" charset="0"/>
              </a:defRPr>
            </a:lvl1pPr>
          </a:lstStyle>
          <a:p>
            <a:fld id="{B4008EB6-D09E-4580-8CD6-DDB14511944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4648265"/>
      </p:ext>
    </p:extLst>
  </p:cSld>
  <p:clrMap bg1="lt1" tx1="dk1" bg2="lt2" tx2="dk2" accent1="accent1" accent2="accent2" accent3="accent3" accent4="accent4" accent5="accent5" accent6="accent6" hlink="hlink" folHlink="folHlink"/>
  <p:hf dt="0"/>
  <p:notesStyle>
    <a:lvl1pPr marL="0" algn="l" defTabSz="932742" rtl="0" eaLnBrk="1" latinLnBrk="0" hangingPunct="1">
      <a:lnSpc>
        <a:spcPct val="90000"/>
      </a:lnSpc>
      <a:spcAft>
        <a:spcPts val="340"/>
      </a:spcAft>
      <a:defRPr sz="900" kern="1200">
        <a:solidFill>
          <a:schemeClr val="tx1"/>
        </a:solidFill>
        <a:latin typeface="Segoe UI Light" pitchFamily="34" charset="0"/>
        <a:ea typeface="+mn-ea"/>
        <a:cs typeface="+mn-cs"/>
      </a:defRPr>
    </a:lvl1pPr>
    <a:lvl2pPr marL="217262" indent="-107956" algn="l" defTabSz="932742" rtl="0" eaLnBrk="1" latinLnBrk="0" hangingPunct="1">
      <a:lnSpc>
        <a:spcPct val="90000"/>
      </a:lnSpc>
      <a:spcAft>
        <a:spcPts val="340"/>
      </a:spcAft>
      <a:buFont typeface="Arial" pitchFamily="34" charset="0"/>
      <a:buChar char="•"/>
      <a:defRPr sz="900" kern="1200">
        <a:solidFill>
          <a:schemeClr val="tx1"/>
        </a:solidFill>
        <a:latin typeface="Segoe UI Light" pitchFamily="34" charset="0"/>
        <a:ea typeface="+mn-ea"/>
        <a:cs typeface="+mn-cs"/>
      </a:defRPr>
    </a:lvl2pPr>
    <a:lvl3pPr marL="334664" indent="-117403" algn="l" defTabSz="932742" rtl="0" eaLnBrk="1" latinLnBrk="0" hangingPunct="1">
      <a:lnSpc>
        <a:spcPct val="90000"/>
      </a:lnSpc>
      <a:spcAft>
        <a:spcPts val="340"/>
      </a:spcAft>
      <a:buFont typeface="Arial" pitchFamily="34" charset="0"/>
      <a:buChar char="•"/>
      <a:defRPr sz="900" kern="1200">
        <a:solidFill>
          <a:schemeClr val="tx1"/>
        </a:solidFill>
        <a:latin typeface="Segoe UI Light" pitchFamily="34" charset="0"/>
        <a:ea typeface="+mn-ea"/>
        <a:cs typeface="+mn-cs"/>
      </a:defRPr>
    </a:lvl3pPr>
    <a:lvl4pPr marL="492551" indent="-149789" algn="l" defTabSz="932742" rtl="0" eaLnBrk="1" latinLnBrk="0" hangingPunct="1">
      <a:lnSpc>
        <a:spcPct val="90000"/>
      </a:lnSpc>
      <a:spcAft>
        <a:spcPts val="340"/>
      </a:spcAft>
      <a:buFont typeface="Arial" pitchFamily="34" charset="0"/>
      <a:buChar char="•"/>
      <a:defRPr sz="900" kern="1200">
        <a:solidFill>
          <a:schemeClr val="tx1"/>
        </a:solidFill>
        <a:latin typeface="Segoe UI Light" pitchFamily="34" charset="0"/>
        <a:ea typeface="+mn-ea"/>
        <a:cs typeface="+mn-cs"/>
      </a:defRPr>
    </a:lvl4pPr>
    <a:lvl5pPr marL="627496" indent="-117403" algn="l" defTabSz="932742" rtl="0" eaLnBrk="1" latinLnBrk="0" hangingPunct="1">
      <a:lnSpc>
        <a:spcPct val="90000"/>
      </a:lnSpc>
      <a:spcAft>
        <a:spcPts val="340"/>
      </a:spcAft>
      <a:buFont typeface="Arial" pitchFamily="34" charset="0"/>
      <a:buChar char="•"/>
      <a:defRPr sz="900" kern="1200">
        <a:solidFill>
          <a:schemeClr val="tx1"/>
        </a:solidFill>
        <a:latin typeface="Segoe UI Light" pitchFamily="34" charset="0"/>
        <a:ea typeface="+mn-ea"/>
        <a:cs typeface="+mn-cs"/>
      </a:defRPr>
    </a:lvl5pPr>
    <a:lvl6pPr marL="2331856" algn="l" defTabSz="932742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98226" algn="l" defTabSz="932742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64597" algn="l" defTabSz="932742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730969" algn="l" defTabSz="932742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D112E7-2001-8DAA-B9A3-DC41838096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856D5BD-A1E8-0FD4-86AA-ECB650A1C0A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8A5E660-C143-6798-91FC-5E29522B29D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Header Placeholder 3">
            <a:extLst>
              <a:ext uri="{FF2B5EF4-FFF2-40B4-BE49-F238E27FC236}">
                <a16:creationId xmlns:a16="http://schemas.microsoft.com/office/drawing/2014/main" id="{D2F3DFED-BC5A-2EF8-9001-B078ABBD8572}"/>
              </a:ext>
            </a:extLst>
          </p:cNvPr>
          <p:cNvSpPr>
            <a:spLocks noGrp="1"/>
          </p:cNvSpPr>
          <p:nvPr>
            <p:ph type="hdr" sz="quarter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9226E49-2D4A-5D67-0560-9A72F357E3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931467" eaLnBrk="0" hangingPunct="0"/>
            <a:r>
              <a:rPr lang="en-US" sz="400">
                <a:gradFill>
                  <a:gsLst>
                    <a:gs pos="0">
                      <a:prstClr val="black"/>
                    </a:gs>
                    <a:gs pos="100000">
                      <a:prstClr val="black"/>
                    </a:gs>
                  </a:gsLst>
                  <a:lin ang="5400000" scaled="0"/>
                </a:gradFill>
                <a:latin typeface="Segoe UI" pitchFamily="34" charset="0"/>
                <a:ea typeface="Segoe UI" pitchFamily="34" charset="0"/>
                <a:cs typeface="Segoe UI" pitchFamily="34" charset="0"/>
              </a:rPr>
              <a:t>© Microsoft Corporation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15400C5-C7DE-BB67-8261-0D05B9A51612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B4008EB6-D09E-4580-8CD6-DDB14511944F}" type="slidenum">
              <a:rPr lang="en-US" smtClean="0"/>
              <a:pPr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294899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Header Placeholder 3"/>
          <p:cNvSpPr>
            <a:spLocks noGrp="1"/>
          </p:cNvSpPr>
          <p:nvPr>
            <p:ph type="hdr" sz="quarte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pPr defTabSz="931467" eaLnBrk="0" hangingPunct="0"/>
            <a:r>
              <a:rPr lang="en-US" sz="400">
                <a:gradFill>
                  <a:gsLst>
                    <a:gs pos="0">
                      <a:prstClr val="black"/>
                    </a:gs>
                    <a:gs pos="100000">
                      <a:prstClr val="black"/>
                    </a:gs>
                  </a:gsLst>
                  <a:lin ang="5400000" scaled="0"/>
                </a:gradFill>
                <a:latin typeface="Segoe UI" pitchFamily="34" charset="0"/>
                <a:ea typeface="Segoe UI" pitchFamily="34" charset="0"/>
                <a:cs typeface="Segoe UI" pitchFamily="34" charset="0"/>
              </a:rPr>
              <a:t>© Microsoft Corporation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4008EB6-D09E-4580-8CD6-DDB14511944F}" type="slidenum">
              <a:rPr lang="en-US" smtClean="0"/>
              <a:pPr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233598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Header Placeholder 3"/>
          <p:cNvSpPr>
            <a:spLocks noGrp="1"/>
          </p:cNvSpPr>
          <p:nvPr>
            <p:ph type="hdr" sz="quarte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pPr defTabSz="931467" eaLnBrk="0" hangingPunct="0"/>
            <a:r>
              <a:rPr lang="en-US" sz="400">
                <a:gradFill>
                  <a:gsLst>
                    <a:gs pos="0">
                      <a:prstClr val="black"/>
                    </a:gs>
                    <a:gs pos="100000">
                      <a:prstClr val="black"/>
                    </a:gs>
                  </a:gsLst>
                  <a:lin ang="5400000" scaled="0"/>
                </a:gradFill>
                <a:latin typeface="Segoe UI" pitchFamily="34" charset="0"/>
                <a:ea typeface="Segoe UI" pitchFamily="34" charset="0"/>
                <a:cs typeface="Segoe UI" pitchFamily="34" charset="0"/>
              </a:rPr>
              <a:t>© Microsoft Corporation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4008EB6-D09E-4580-8CD6-DDB14511944F}" type="slidenum">
              <a:rPr lang="en-US" smtClean="0"/>
              <a:pPr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2588473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Header Placeholder 3"/>
          <p:cNvSpPr>
            <a:spLocks noGrp="1"/>
          </p:cNvSpPr>
          <p:nvPr>
            <p:ph type="hdr" sz="quarte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pPr defTabSz="931467" eaLnBrk="0" hangingPunct="0"/>
            <a:r>
              <a:rPr lang="en-US" sz="400">
                <a:gradFill>
                  <a:gsLst>
                    <a:gs pos="0">
                      <a:prstClr val="black"/>
                    </a:gs>
                    <a:gs pos="100000">
                      <a:prstClr val="black"/>
                    </a:gs>
                  </a:gsLst>
                  <a:lin ang="5400000" scaled="0"/>
                </a:gradFill>
                <a:latin typeface="Segoe UI" pitchFamily="34" charset="0"/>
                <a:ea typeface="Segoe UI" pitchFamily="34" charset="0"/>
                <a:cs typeface="Segoe UI" pitchFamily="34" charset="0"/>
              </a:rPr>
              <a:t>© Microsoft Corporation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4008EB6-D09E-4580-8CD6-DDB14511944F}" type="slidenum">
              <a:rPr lang="en-US" smtClean="0"/>
              <a:pPr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893400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Header Placeholder 3"/>
          <p:cNvSpPr>
            <a:spLocks noGrp="1"/>
          </p:cNvSpPr>
          <p:nvPr>
            <p:ph type="hdr" sz="quarte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pPr defTabSz="931467" eaLnBrk="0" hangingPunct="0"/>
            <a:r>
              <a:rPr lang="en-US" sz="400">
                <a:gradFill>
                  <a:gsLst>
                    <a:gs pos="0">
                      <a:prstClr val="black"/>
                    </a:gs>
                    <a:gs pos="100000">
                      <a:prstClr val="black"/>
                    </a:gs>
                  </a:gsLst>
                  <a:lin ang="5400000" scaled="0"/>
                </a:gradFill>
                <a:latin typeface="Segoe UI" pitchFamily="34" charset="0"/>
                <a:ea typeface="Segoe UI" pitchFamily="34" charset="0"/>
                <a:cs typeface="Segoe UI" pitchFamily="34" charset="0"/>
              </a:rPr>
              <a:t>© Microsoft Corporation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4008EB6-D09E-4580-8CD6-DDB14511944F}" type="slidenum">
              <a:rPr lang="en-US" smtClean="0"/>
              <a:pPr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101600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Header Placeholder 3"/>
          <p:cNvSpPr>
            <a:spLocks noGrp="1"/>
          </p:cNvSpPr>
          <p:nvPr>
            <p:ph type="hdr" sz="quarte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pPr defTabSz="931467" eaLnBrk="0" hangingPunct="0"/>
            <a:r>
              <a:rPr lang="en-US" sz="400">
                <a:gradFill>
                  <a:gsLst>
                    <a:gs pos="0">
                      <a:prstClr val="black"/>
                    </a:gs>
                    <a:gs pos="100000">
                      <a:prstClr val="black"/>
                    </a:gs>
                  </a:gsLst>
                  <a:lin ang="5400000" scaled="0"/>
                </a:gradFill>
                <a:latin typeface="Segoe UI" pitchFamily="34" charset="0"/>
                <a:ea typeface="Segoe UI" pitchFamily="34" charset="0"/>
                <a:cs typeface="Segoe UI" pitchFamily="34" charset="0"/>
              </a:rPr>
              <a:t>© Microsoft Corporation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4008EB6-D09E-4580-8CD6-DDB14511944F}" type="slidenum">
              <a:rPr lang="en-US" smtClean="0"/>
              <a:pPr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908742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2">
    <p:bg>
      <p:bgPr>
        <a:gradFill>
          <a:gsLst>
            <a:gs pos="0">
              <a:srgbClr val="074C49"/>
            </a:gs>
            <a:gs pos="91000">
              <a:srgbClr val="177D71"/>
            </a:gs>
            <a:gs pos="57000">
              <a:srgbClr val="09524D"/>
            </a:gs>
            <a:gs pos="100000">
              <a:srgbClr val="2AAC94"/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10">
            <a:extLst>
              <a:ext uri="{FF2B5EF4-FFF2-40B4-BE49-F238E27FC236}">
                <a16:creationId xmlns:a16="http://schemas.microsoft.com/office/drawing/2014/main" id="{1D2F9142-6251-4BB1-B90A-DAFD69D51338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79478" y="5701249"/>
            <a:ext cx="9538522" cy="553998"/>
          </a:xfrm>
          <a:prstGeom prst="rect">
            <a:avLst/>
          </a:prstGeom>
        </p:spPr>
        <p:txBody>
          <a:bodyPr/>
          <a:lstStyle>
            <a:lvl1pPr>
              <a:lnSpc>
                <a:spcPct val="100000"/>
              </a:lnSpc>
              <a:defRPr sz="1800">
                <a:solidFill>
                  <a:schemeClr val="bg1"/>
                </a:solidFill>
              </a:defRPr>
            </a:lvl1pPr>
            <a:lvl2pPr>
              <a:lnSpc>
                <a:spcPct val="100000"/>
              </a:lnSpc>
              <a:defRPr sz="1800">
                <a:solidFill>
                  <a:schemeClr val="bg1"/>
                </a:solidFill>
              </a:defRPr>
            </a:lvl2pPr>
            <a:lvl3pPr>
              <a:defRPr sz="1400"/>
            </a:lvl3pPr>
            <a:lvl4pPr>
              <a:defRPr sz="1400"/>
            </a:lvl4pPr>
            <a:lvl5pPr>
              <a:defRPr sz="1050"/>
            </a:lvl5pPr>
          </a:lstStyle>
          <a:p>
            <a:pPr lvl="0"/>
            <a:r>
              <a:rPr lang="en-US"/>
              <a:t>Author name</a:t>
            </a:r>
          </a:p>
          <a:p>
            <a:pPr lvl="1"/>
            <a:r>
              <a:rPr lang="en-US"/>
              <a:t>Date</a:t>
            </a: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5AABBF63-5EE7-4625-A83E-A1147295080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78425" y="2971771"/>
            <a:ext cx="9527637" cy="1760354"/>
          </a:xfrm>
          <a:prstGeom prst="rect">
            <a:avLst/>
          </a:prstGeom>
          <a:noFill/>
        </p:spPr>
        <p:txBody>
          <a:bodyPr lIns="0" tIns="0" rIns="0" bIns="182880" anchor="ctr" anchorCtr="0"/>
          <a:lstStyle>
            <a:lvl1pPr algn="l">
              <a:lnSpc>
                <a:spcPts val="6400"/>
              </a:lnSpc>
              <a:spcBef>
                <a:spcPts val="1200"/>
              </a:spcBef>
              <a:defRPr sz="4800" strike="noStrike" spc="-50" baseline="0">
                <a:solidFill>
                  <a:schemeClr val="bg2"/>
                </a:solidFill>
              </a:defRPr>
            </a:lvl1pPr>
          </a:lstStyle>
          <a:p>
            <a:r>
              <a:rPr lang="en-US"/>
              <a:t>Microsoft 365</a:t>
            </a:r>
            <a:br>
              <a:rPr lang="en-US"/>
            </a:br>
            <a:r>
              <a:rPr lang="en-US"/>
              <a:t>title or event name</a:t>
            </a:r>
          </a:p>
        </p:txBody>
      </p:sp>
    </p:spTree>
    <p:extLst>
      <p:ext uri="{BB962C8B-B14F-4D97-AF65-F5344CB8AC3E}">
        <p14:creationId xmlns:p14="http://schemas.microsoft.com/office/powerpoint/2010/main" val="122936248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BA93C211-F143-4006-8107-BF13D04E1695}"/>
              </a:ext>
            </a:extLst>
          </p:cNvPr>
          <p:cNvSpPr/>
          <p:nvPr userDrawn="1"/>
        </p:nvSpPr>
        <p:spPr bwMode="auto">
          <a:xfrm>
            <a:off x="0" y="0"/>
            <a:ext cx="12436475" cy="876300"/>
          </a:xfrm>
          <a:prstGeom prst="rect">
            <a:avLst/>
          </a:prstGeom>
          <a:gradFill>
            <a:gsLst>
              <a:gs pos="699">
                <a:srgbClr val="198375"/>
              </a:gs>
              <a:gs pos="20000">
                <a:srgbClr val="074C49"/>
              </a:gs>
              <a:gs pos="100000">
                <a:srgbClr val="177D71"/>
              </a:gs>
              <a:gs pos="80000">
                <a:srgbClr val="09524D"/>
              </a:gs>
            </a:gsLst>
            <a:lin ang="5400000" scaled="1"/>
          </a:gradFill>
          <a:ln w="6350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240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5" name="Title 6">
            <a:extLst>
              <a:ext uri="{FF2B5EF4-FFF2-40B4-BE49-F238E27FC236}">
                <a16:creationId xmlns:a16="http://schemas.microsoft.com/office/drawing/2014/main" id="{1C8B02FA-354D-43D3-8580-ADA122EBAC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4324" y="190500"/>
            <a:ext cx="11801475" cy="498598"/>
          </a:xfrm>
        </p:spPr>
        <p:txBody>
          <a:bodyPr/>
          <a:lstStyle>
            <a:lvl1pPr>
              <a:defRPr sz="3600" b="1">
                <a:solidFill>
                  <a:schemeClr val="bg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7" name="Text Placeholder 3">
            <a:extLst>
              <a:ext uri="{FF2B5EF4-FFF2-40B4-BE49-F238E27FC236}">
                <a16:creationId xmlns:a16="http://schemas.microsoft.com/office/drawing/2014/main" id="{C77C8461-B493-4219-963C-CB092538900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11277" y="1227439"/>
            <a:ext cx="11604521" cy="1703030"/>
          </a:xfrm>
          <a:prstGeom prst="rect">
            <a:avLst/>
          </a:prstGeom>
        </p:spPr>
        <p:txBody>
          <a:bodyPr wrap="square">
            <a:spAutoFit/>
          </a:bodyPr>
          <a:lstStyle>
            <a:lvl1pPr marL="285750" indent="-285750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  <a:buFont typeface="Arial" panose="020B0604020202020204" pitchFamily="34" charset="0"/>
              <a:buChar char="•"/>
              <a:defRPr sz="2800" b="0">
                <a:latin typeface="+mn-lt"/>
              </a:defRPr>
            </a:lvl1pPr>
            <a:lvl2pPr marL="628650" indent="-34290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Font typeface="Arial" panose="020B0604020202020204" pitchFamily="34" charset="0"/>
              <a:buChar char="•"/>
              <a:defRPr sz="2400"/>
            </a:lvl2pPr>
            <a:lvl3pPr marL="914400" indent="-285750">
              <a:lnSpc>
                <a:spcPts val="2400"/>
              </a:lnSpc>
              <a:buFont typeface="Arial" panose="020B0604020202020204" pitchFamily="34" charset="0"/>
              <a:buChar char="•"/>
              <a:defRPr sz="1800" b="0">
                <a:solidFill>
                  <a:schemeClr val="tx1"/>
                </a:solidFill>
                <a:latin typeface="+mn-lt"/>
              </a:defRPr>
            </a:lvl3pPr>
            <a:lvl4pPr marL="344488" indent="0">
              <a:buNone/>
              <a:defRPr sz="1800" b="1">
                <a:latin typeface="Lucida Console" panose="020B0609040504020204" pitchFamily="49" charset="0"/>
                <a:cs typeface="Arial" panose="020B0604020202020204" pitchFamily="34" charset="0"/>
              </a:defRPr>
            </a:lvl4pPr>
            <a:lvl5pPr marL="796925" indent="0">
              <a:buNone/>
              <a:defRPr sz="1400" b="1">
                <a:latin typeface="Lucida Console" panose="020B0609040504020204" pitchFamily="49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 noProof="1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77114586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2" orient="horz" pos="1272">
          <p15:clr>
            <a:srgbClr val="5ACBF0"/>
          </p15:clr>
        </p15:guide>
        <p15:guide id="3" orient="horz" pos="288">
          <p15:clr>
            <a:srgbClr val="5ACBF0"/>
          </p15:clr>
        </p15:guide>
        <p15:guide id="5" orient="horz" pos="904">
          <p15:clr>
            <a:srgbClr val="5ACBF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Small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935625A6-8780-1DA4-1824-CD835931F04A}"/>
              </a:ext>
            </a:extLst>
          </p:cNvPr>
          <p:cNvSpPr/>
          <p:nvPr userDrawn="1"/>
        </p:nvSpPr>
        <p:spPr bwMode="auto">
          <a:xfrm>
            <a:off x="0" y="0"/>
            <a:ext cx="12436475" cy="876300"/>
          </a:xfrm>
          <a:prstGeom prst="rect">
            <a:avLst/>
          </a:prstGeom>
          <a:gradFill>
            <a:gsLst>
              <a:gs pos="699">
                <a:srgbClr val="198375"/>
              </a:gs>
              <a:gs pos="20000">
                <a:srgbClr val="074C49"/>
              </a:gs>
              <a:gs pos="100000">
                <a:srgbClr val="177D71"/>
              </a:gs>
              <a:gs pos="80000">
                <a:srgbClr val="09524D"/>
              </a:gs>
            </a:gsLst>
            <a:lin ang="5400000" scaled="1"/>
          </a:gradFill>
          <a:ln w="6350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240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5" name="Title 6">
            <a:extLst>
              <a:ext uri="{FF2B5EF4-FFF2-40B4-BE49-F238E27FC236}">
                <a16:creationId xmlns:a16="http://schemas.microsoft.com/office/drawing/2014/main" id="{1C8B02FA-354D-43D3-8580-ADA122EBAC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4324" y="190500"/>
            <a:ext cx="11801475" cy="498598"/>
          </a:xfrm>
        </p:spPr>
        <p:txBody>
          <a:bodyPr/>
          <a:lstStyle>
            <a:lvl1pPr>
              <a:defRPr sz="3600" b="1">
                <a:solidFill>
                  <a:schemeClr val="bg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7" name="Text Placeholder 3">
            <a:extLst>
              <a:ext uri="{FF2B5EF4-FFF2-40B4-BE49-F238E27FC236}">
                <a16:creationId xmlns:a16="http://schemas.microsoft.com/office/drawing/2014/main" id="{C77C8461-B493-4219-963C-CB092538900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11277" y="1227439"/>
            <a:ext cx="11604521" cy="1487587"/>
          </a:xfrm>
          <a:prstGeom prst="rect">
            <a:avLst/>
          </a:prstGeom>
        </p:spPr>
        <p:txBody>
          <a:bodyPr wrap="square">
            <a:spAutoFit/>
          </a:bodyPr>
          <a:lstStyle>
            <a:lvl1pPr marL="339725" indent="-339725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Font typeface="Arial" panose="020B0604020202020204" pitchFamily="34" charset="0"/>
              <a:buChar char="•"/>
              <a:defRPr sz="2400" b="0">
                <a:latin typeface="+mn-lt"/>
              </a:defRPr>
            </a:lvl1pPr>
            <a:lvl2pPr marL="569913" indent="-225425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Font typeface="Arial" panose="020B0604020202020204" pitchFamily="34" charset="0"/>
              <a:buChar char="•"/>
              <a:defRPr sz="2000"/>
            </a:lvl2pPr>
            <a:lvl3pPr marL="569912" indent="0">
              <a:lnSpc>
                <a:spcPct val="100000"/>
              </a:lnSpc>
              <a:spcAft>
                <a:spcPts val="200"/>
              </a:spcAft>
              <a:buFont typeface="Arial" panose="020B0604020202020204" pitchFamily="34" charset="0"/>
              <a:buNone/>
              <a:defRPr sz="1400" b="1">
                <a:solidFill>
                  <a:schemeClr val="accent5">
                    <a:lumMod val="50000"/>
                  </a:schemeClr>
                </a:solidFill>
                <a:latin typeface="Lucida Console" panose="020B0609040504020204" pitchFamily="49" charset="0"/>
              </a:defRPr>
            </a:lvl3pPr>
            <a:lvl4pPr marL="403225" indent="0">
              <a:buNone/>
              <a:defRPr sz="1600">
                <a:latin typeface="Lucida Console" panose="020B0609040504020204" pitchFamily="49" charset="0"/>
                <a:cs typeface="Arial" panose="020B0604020202020204" pitchFamily="34" charset="0"/>
              </a:defRPr>
            </a:lvl4pPr>
            <a:lvl5pPr marL="747713" indent="0">
              <a:buNone/>
              <a:defRPr sz="1400">
                <a:latin typeface="Lucida Console" panose="020B0609040504020204" pitchFamily="49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noProof="1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07843890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2" orient="horz" pos="1272">
          <p15:clr>
            <a:srgbClr val="5ACBF0"/>
          </p15:clr>
        </p15:guide>
        <p15:guide id="3" orient="horz" pos="288">
          <p15:clr>
            <a:srgbClr val="5ACBF0"/>
          </p15:clr>
        </p15:guide>
        <p15:guide id="5" orient="horz" pos="904">
          <p15:clr>
            <a:srgbClr val="5ACBF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- No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BD02E36C-0871-E1E8-C7B9-7CFB9C124C55}"/>
              </a:ext>
            </a:extLst>
          </p:cNvPr>
          <p:cNvSpPr/>
          <p:nvPr userDrawn="1"/>
        </p:nvSpPr>
        <p:spPr bwMode="auto">
          <a:xfrm>
            <a:off x="0" y="0"/>
            <a:ext cx="12436475" cy="876300"/>
          </a:xfrm>
          <a:prstGeom prst="rect">
            <a:avLst/>
          </a:prstGeom>
          <a:gradFill>
            <a:gsLst>
              <a:gs pos="699">
                <a:srgbClr val="198375"/>
              </a:gs>
              <a:gs pos="20000">
                <a:srgbClr val="074C49"/>
              </a:gs>
              <a:gs pos="100000">
                <a:srgbClr val="177D71"/>
              </a:gs>
              <a:gs pos="80000">
                <a:srgbClr val="09524D"/>
              </a:gs>
            </a:gsLst>
            <a:lin ang="5400000" scaled="1"/>
          </a:gradFill>
          <a:ln w="6350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240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5" name="Title 6">
            <a:extLst>
              <a:ext uri="{FF2B5EF4-FFF2-40B4-BE49-F238E27FC236}">
                <a16:creationId xmlns:a16="http://schemas.microsoft.com/office/drawing/2014/main" id="{1C8B02FA-354D-43D3-8580-ADA122EBAC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4324" y="190500"/>
            <a:ext cx="11801475" cy="498598"/>
          </a:xfrm>
        </p:spPr>
        <p:txBody>
          <a:bodyPr/>
          <a:lstStyle>
            <a:lvl1pPr>
              <a:defRPr sz="3600" b="1">
                <a:solidFill>
                  <a:schemeClr val="bg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2434186807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2" orient="horz" pos="1272">
          <p15:clr>
            <a:srgbClr val="5ACBF0"/>
          </p15:clr>
        </p15:guide>
        <p15:guide id="3" orient="horz" pos="288">
          <p15:clr>
            <a:srgbClr val="5ACBF0"/>
          </p15:clr>
        </p15:guide>
        <p15:guide id="5" orient="horz" pos="904">
          <p15:clr>
            <a:srgbClr val="5ACBF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Very 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52135319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2" orient="horz" pos="1272">
          <p15:clr>
            <a:srgbClr val="5ACBF0"/>
          </p15:clr>
        </p15:guide>
        <p15:guide id="3" orient="horz" pos="288">
          <p15:clr>
            <a:srgbClr val="5ACBF0"/>
          </p15:clr>
        </p15:guide>
        <p15:guide id="5" orient="horz" pos="904">
          <p15:clr>
            <a:srgbClr val="5ACBF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BA93C211-F143-4006-8107-BF13D04E1695}"/>
              </a:ext>
            </a:extLst>
          </p:cNvPr>
          <p:cNvSpPr/>
          <p:nvPr/>
        </p:nvSpPr>
        <p:spPr bwMode="auto">
          <a:xfrm>
            <a:off x="0" y="0"/>
            <a:ext cx="12436475" cy="876300"/>
          </a:xfrm>
          <a:prstGeom prst="rect">
            <a:avLst/>
          </a:prstGeom>
          <a:gradFill>
            <a:gsLst>
              <a:gs pos="699">
                <a:srgbClr val="198375"/>
              </a:gs>
              <a:gs pos="20000">
                <a:srgbClr val="074C49"/>
              </a:gs>
              <a:gs pos="100000">
                <a:srgbClr val="177D71"/>
              </a:gs>
              <a:gs pos="80000">
                <a:srgbClr val="09524D"/>
              </a:gs>
            </a:gsLst>
            <a:lin ang="5400000" scaled="1"/>
          </a:gradFill>
          <a:ln w="6350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28" tIns="146262" rIns="182828" bIns="146262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114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240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5" name="Title 6">
            <a:extLst>
              <a:ext uri="{FF2B5EF4-FFF2-40B4-BE49-F238E27FC236}">
                <a16:creationId xmlns:a16="http://schemas.microsoft.com/office/drawing/2014/main" id="{1C8B02FA-354D-43D3-8580-ADA122EBAC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4326" y="190500"/>
            <a:ext cx="11801475" cy="498598"/>
          </a:xfrm>
        </p:spPr>
        <p:txBody>
          <a:bodyPr/>
          <a:lstStyle>
            <a:lvl1pPr>
              <a:defRPr sz="3598" b="1">
                <a:solidFill>
                  <a:schemeClr val="bg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7" name="Text Placeholder 3">
            <a:extLst>
              <a:ext uri="{FF2B5EF4-FFF2-40B4-BE49-F238E27FC236}">
                <a16:creationId xmlns:a16="http://schemas.microsoft.com/office/drawing/2014/main" id="{C77C8461-B493-4219-963C-CB092538900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11277" y="1227439"/>
            <a:ext cx="11604521" cy="1754006"/>
          </a:xfrm>
          <a:prstGeom prst="rect">
            <a:avLst/>
          </a:prstGeom>
        </p:spPr>
        <p:txBody>
          <a:bodyPr wrap="square">
            <a:spAutoFit/>
          </a:bodyPr>
          <a:lstStyle>
            <a:lvl1pPr marL="339594" indent="-339594">
              <a:lnSpc>
                <a:spcPct val="100000"/>
              </a:lnSpc>
              <a:spcBef>
                <a:spcPts val="3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2800" b="0">
                <a:solidFill>
                  <a:schemeClr val="tx1"/>
                </a:solidFill>
                <a:latin typeface="+mn-lt"/>
              </a:defRPr>
            </a:lvl1pPr>
            <a:lvl2pPr marL="744252" indent="-349116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2400"/>
            </a:lvl2pPr>
            <a:lvl3pPr marL="747426" indent="0">
              <a:lnSpc>
                <a:spcPts val="2400"/>
              </a:lnSpc>
              <a:buNone/>
              <a:defRPr sz="1800" b="1">
                <a:solidFill>
                  <a:srgbClr val="002060"/>
                </a:solidFill>
                <a:latin typeface="Lucida Console" panose="020B0609040504020204" pitchFamily="49" charset="0"/>
              </a:defRPr>
            </a:lvl3pPr>
            <a:lvl4pPr marL="518913" indent="0">
              <a:buNone/>
              <a:defRPr sz="1800"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931505" indent="-412591">
              <a:buNone/>
              <a:defRPr sz="1398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20616C0-C864-7BE9-C4CB-755BB3FB3DC3}"/>
              </a:ext>
            </a:extLst>
          </p:cNvPr>
          <p:cNvSpPr/>
          <p:nvPr userDrawn="1"/>
        </p:nvSpPr>
        <p:spPr bwMode="auto">
          <a:xfrm>
            <a:off x="0" y="0"/>
            <a:ext cx="12436475" cy="876300"/>
          </a:xfrm>
          <a:prstGeom prst="rect">
            <a:avLst/>
          </a:prstGeom>
          <a:gradFill>
            <a:gsLst>
              <a:gs pos="699">
                <a:srgbClr val="198375"/>
              </a:gs>
              <a:gs pos="20000">
                <a:srgbClr val="074C49"/>
              </a:gs>
              <a:gs pos="100000">
                <a:srgbClr val="177D71"/>
              </a:gs>
              <a:gs pos="80000">
                <a:srgbClr val="09524D"/>
              </a:gs>
            </a:gsLst>
            <a:lin ang="5400000" scaled="1"/>
          </a:gradFill>
          <a:ln w="6350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28" tIns="146262" rIns="182828" bIns="146262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114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240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83365118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2" orient="horz" pos="1272">
          <p15:clr>
            <a:srgbClr val="5ACBF0"/>
          </p15:clr>
        </p15:guide>
        <p15:guide id="3" orient="horz" pos="288">
          <p15:clr>
            <a:srgbClr val="5ACBF0"/>
          </p15:clr>
        </p15:guide>
        <p15:guide id="5" orient="horz" pos="904">
          <p15:clr>
            <a:srgbClr val="5ACBF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Slide 2">
    <p:bg>
      <p:bgPr>
        <a:gradFill>
          <a:gsLst>
            <a:gs pos="0">
              <a:srgbClr val="074C49"/>
            </a:gs>
            <a:gs pos="91000">
              <a:srgbClr val="177D71"/>
            </a:gs>
            <a:gs pos="57000">
              <a:srgbClr val="09524D"/>
            </a:gs>
            <a:gs pos="100000">
              <a:srgbClr val="2AAC94"/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10">
            <a:extLst>
              <a:ext uri="{FF2B5EF4-FFF2-40B4-BE49-F238E27FC236}">
                <a16:creationId xmlns:a16="http://schemas.microsoft.com/office/drawing/2014/main" id="{1D2F9142-6251-4BB1-B90A-DAFD69D51338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79478" y="5701249"/>
            <a:ext cx="9538522" cy="553998"/>
          </a:xfrm>
          <a:prstGeom prst="rect">
            <a:avLst/>
          </a:prstGeom>
        </p:spPr>
        <p:txBody>
          <a:bodyPr/>
          <a:lstStyle>
            <a:lvl1pPr>
              <a:lnSpc>
                <a:spcPct val="100000"/>
              </a:lnSpc>
              <a:defRPr sz="1800">
                <a:solidFill>
                  <a:schemeClr val="bg1"/>
                </a:solidFill>
              </a:defRPr>
            </a:lvl1pPr>
            <a:lvl2pPr>
              <a:lnSpc>
                <a:spcPct val="100000"/>
              </a:lnSpc>
              <a:defRPr sz="1800">
                <a:solidFill>
                  <a:schemeClr val="bg1"/>
                </a:solidFill>
              </a:defRPr>
            </a:lvl2pPr>
            <a:lvl3pPr>
              <a:defRPr sz="1400"/>
            </a:lvl3pPr>
            <a:lvl4pPr>
              <a:defRPr sz="1400"/>
            </a:lvl4pPr>
            <a:lvl5pPr>
              <a:defRPr sz="1050"/>
            </a:lvl5pPr>
          </a:lstStyle>
          <a:p>
            <a:pPr lvl="0"/>
            <a:r>
              <a:rPr lang="en-US"/>
              <a:t>Author name</a:t>
            </a:r>
          </a:p>
          <a:p>
            <a:pPr lvl="1"/>
            <a:r>
              <a:rPr lang="en-US"/>
              <a:t>Date</a:t>
            </a: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5AABBF63-5EE7-4625-A83E-A1147295080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78425" y="2971771"/>
            <a:ext cx="9527637" cy="1760354"/>
          </a:xfrm>
          <a:prstGeom prst="rect">
            <a:avLst/>
          </a:prstGeom>
          <a:noFill/>
        </p:spPr>
        <p:txBody>
          <a:bodyPr lIns="0" tIns="0" rIns="0" bIns="182880" anchor="ctr" anchorCtr="0"/>
          <a:lstStyle>
            <a:lvl1pPr algn="l">
              <a:lnSpc>
                <a:spcPts val="6400"/>
              </a:lnSpc>
              <a:spcBef>
                <a:spcPts val="1200"/>
              </a:spcBef>
              <a:defRPr sz="4800" strike="noStrike" spc="-50" baseline="0">
                <a:solidFill>
                  <a:schemeClr val="bg2"/>
                </a:solidFill>
              </a:defRPr>
            </a:lvl1pPr>
          </a:lstStyle>
          <a:p>
            <a:r>
              <a:rPr lang="en-US"/>
              <a:t>Microsoft 365</a:t>
            </a:r>
            <a:br>
              <a:rPr lang="en-US"/>
            </a:br>
            <a:r>
              <a:rPr lang="en-US"/>
              <a:t>title or event name</a:t>
            </a:r>
          </a:p>
        </p:txBody>
      </p:sp>
    </p:spTree>
    <p:extLst>
      <p:ext uri="{BB962C8B-B14F-4D97-AF65-F5344CB8AC3E}">
        <p14:creationId xmlns:p14="http://schemas.microsoft.com/office/powerpoint/2010/main" val="12829659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BA93C211-F143-4006-8107-BF13D04E1695}"/>
              </a:ext>
            </a:extLst>
          </p:cNvPr>
          <p:cNvSpPr/>
          <p:nvPr/>
        </p:nvSpPr>
        <p:spPr bwMode="auto">
          <a:xfrm>
            <a:off x="0" y="0"/>
            <a:ext cx="12436475" cy="876300"/>
          </a:xfrm>
          <a:prstGeom prst="rect">
            <a:avLst/>
          </a:prstGeom>
          <a:gradFill>
            <a:gsLst>
              <a:gs pos="699">
                <a:srgbClr val="198375"/>
              </a:gs>
              <a:gs pos="20000">
                <a:srgbClr val="074C49"/>
              </a:gs>
              <a:gs pos="100000">
                <a:srgbClr val="177D71"/>
              </a:gs>
              <a:gs pos="80000">
                <a:srgbClr val="09524D"/>
              </a:gs>
            </a:gsLst>
            <a:lin ang="5400000" scaled="1"/>
          </a:gradFill>
          <a:ln w="6350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240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5" name="Title 6">
            <a:extLst>
              <a:ext uri="{FF2B5EF4-FFF2-40B4-BE49-F238E27FC236}">
                <a16:creationId xmlns:a16="http://schemas.microsoft.com/office/drawing/2014/main" id="{1C8B02FA-354D-43D3-8580-ADA122EBAC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4324" y="190500"/>
            <a:ext cx="11801475" cy="498598"/>
          </a:xfrm>
        </p:spPr>
        <p:txBody>
          <a:bodyPr/>
          <a:lstStyle>
            <a:lvl1pPr>
              <a:defRPr sz="3600" b="1">
                <a:solidFill>
                  <a:schemeClr val="bg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7" name="Text Placeholder 3">
            <a:extLst>
              <a:ext uri="{FF2B5EF4-FFF2-40B4-BE49-F238E27FC236}">
                <a16:creationId xmlns:a16="http://schemas.microsoft.com/office/drawing/2014/main" id="{C77C8461-B493-4219-963C-CB092538900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11277" y="1227439"/>
            <a:ext cx="11604521" cy="1703030"/>
          </a:xfrm>
          <a:prstGeom prst="rect">
            <a:avLst/>
          </a:prstGeom>
        </p:spPr>
        <p:txBody>
          <a:bodyPr wrap="square">
            <a:spAutoFit/>
          </a:bodyPr>
          <a:lstStyle>
            <a:lvl1pPr marL="285750" indent="-285750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  <a:buFont typeface="Arial" panose="020B0604020202020204" pitchFamily="34" charset="0"/>
              <a:buChar char="•"/>
              <a:defRPr sz="2800" b="0">
                <a:latin typeface="+mn-lt"/>
              </a:defRPr>
            </a:lvl1pPr>
            <a:lvl2pPr marL="628650" indent="-34290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Font typeface="Arial" panose="020B0604020202020204" pitchFamily="34" charset="0"/>
              <a:buChar char="•"/>
              <a:defRPr sz="2400"/>
            </a:lvl2pPr>
            <a:lvl3pPr marL="914400" indent="-285750">
              <a:lnSpc>
                <a:spcPts val="2400"/>
              </a:lnSpc>
              <a:buFont typeface="Arial" panose="020B0604020202020204" pitchFamily="34" charset="0"/>
              <a:buChar char="•"/>
              <a:defRPr sz="1800" b="0">
                <a:solidFill>
                  <a:schemeClr val="tx1"/>
                </a:solidFill>
                <a:latin typeface="+mn-lt"/>
              </a:defRPr>
            </a:lvl3pPr>
            <a:lvl4pPr marL="344488" indent="0">
              <a:buNone/>
              <a:defRPr sz="1800" b="1">
                <a:latin typeface="Lucida Console" panose="020B0609040504020204" pitchFamily="49" charset="0"/>
                <a:cs typeface="Arial" panose="020B0604020202020204" pitchFamily="34" charset="0"/>
              </a:defRPr>
            </a:lvl4pPr>
            <a:lvl5pPr marL="796925" indent="0">
              <a:buNone/>
              <a:defRPr sz="1400" b="1">
                <a:latin typeface="Lucida Console" panose="020B0609040504020204" pitchFamily="49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5D712B6-0157-8532-DCDC-4589B35076F3}"/>
              </a:ext>
            </a:extLst>
          </p:cNvPr>
          <p:cNvSpPr/>
          <p:nvPr userDrawn="1"/>
        </p:nvSpPr>
        <p:spPr bwMode="auto">
          <a:xfrm>
            <a:off x="0" y="0"/>
            <a:ext cx="12436475" cy="876300"/>
          </a:xfrm>
          <a:prstGeom prst="rect">
            <a:avLst/>
          </a:prstGeom>
          <a:gradFill>
            <a:gsLst>
              <a:gs pos="699">
                <a:srgbClr val="198375"/>
              </a:gs>
              <a:gs pos="20000">
                <a:srgbClr val="074C49"/>
              </a:gs>
              <a:gs pos="100000">
                <a:srgbClr val="177D71"/>
              </a:gs>
              <a:gs pos="80000">
                <a:srgbClr val="09524D"/>
              </a:gs>
            </a:gsLst>
            <a:lin ang="5400000" scaled="1"/>
          </a:gradFill>
          <a:ln w="6350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240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90360840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2" orient="horz" pos="1272">
          <p15:clr>
            <a:srgbClr val="5ACBF0"/>
          </p15:clr>
        </p15:guide>
        <p15:guide id="3" orient="horz" pos="288">
          <p15:clr>
            <a:srgbClr val="5ACBF0"/>
          </p15:clr>
        </p15:guide>
        <p15:guide id="5" orient="horz" pos="904">
          <p15:clr>
            <a:srgbClr val="5ACBF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Small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935625A6-8780-1DA4-1824-CD835931F04A}"/>
              </a:ext>
            </a:extLst>
          </p:cNvPr>
          <p:cNvSpPr/>
          <p:nvPr/>
        </p:nvSpPr>
        <p:spPr bwMode="auto">
          <a:xfrm>
            <a:off x="0" y="0"/>
            <a:ext cx="12436475" cy="876300"/>
          </a:xfrm>
          <a:prstGeom prst="rect">
            <a:avLst/>
          </a:prstGeom>
          <a:gradFill>
            <a:gsLst>
              <a:gs pos="699">
                <a:srgbClr val="198375"/>
              </a:gs>
              <a:gs pos="20000">
                <a:srgbClr val="074C49"/>
              </a:gs>
              <a:gs pos="100000">
                <a:srgbClr val="177D71"/>
              </a:gs>
              <a:gs pos="80000">
                <a:srgbClr val="09524D"/>
              </a:gs>
            </a:gsLst>
            <a:lin ang="5400000" scaled="1"/>
          </a:gradFill>
          <a:ln w="6350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240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5" name="Title 6">
            <a:extLst>
              <a:ext uri="{FF2B5EF4-FFF2-40B4-BE49-F238E27FC236}">
                <a16:creationId xmlns:a16="http://schemas.microsoft.com/office/drawing/2014/main" id="{1C8B02FA-354D-43D3-8580-ADA122EBAC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4324" y="190500"/>
            <a:ext cx="11801475" cy="498598"/>
          </a:xfrm>
        </p:spPr>
        <p:txBody>
          <a:bodyPr/>
          <a:lstStyle>
            <a:lvl1pPr>
              <a:defRPr sz="3600" b="1">
                <a:solidFill>
                  <a:schemeClr val="bg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7" name="Text Placeholder 3">
            <a:extLst>
              <a:ext uri="{FF2B5EF4-FFF2-40B4-BE49-F238E27FC236}">
                <a16:creationId xmlns:a16="http://schemas.microsoft.com/office/drawing/2014/main" id="{C77C8461-B493-4219-963C-CB092538900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11277" y="1227439"/>
            <a:ext cx="11604521" cy="1564531"/>
          </a:xfrm>
          <a:prstGeom prst="rect">
            <a:avLst/>
          </a:prstGeom>
        </p:spPr>
        <p:txBody>
          <a:bodyPr wrap="square">
            <a:spAutoFit/>
          </a:bodyPr>
          <a:lstStyle>
            <a:lvl1pPr marL="339725" indent="-339725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Font typeface="Arial" panose="020B0604020202020204" pitchFamily="34" charset="0"/>
              <a:buChar char="•"/>
              <a:defRPr sz="2400" b="0">
                <a:latin typeface="+mn-lt"/>
              </a:defRPr>
            </a:lvl1pPr>
            <a:lvl2pPr marL="569913" indent="-225425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Font typeface="Arial" panose="020B0604020202020204" pitchFamily="34" charset="0"/>
              <a:buChar char="•"/>
              <a:defRPr sz="2000"/>
            </a:lvl2pPr>
            <a:lvl3pPr marL="574675" indent="-6350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  <a:buFont typeface="Arial" panose="020B0604020202020204" pitchFamily="34" charset="0"/>
              <a:buNone/>
              <a:defRPr sz="1600" b="1">
                <a:solidFill>
                  <a:schemeClr val="accent5">
                    <a:lumMod val="75000"/>
                  </a:schemeClr>
                </a:solidFill>
                <a:latin typeface="Lucida Console" panose="020B0609040504020204" pitchFamily="49" charset="0"/>
              </a:defRPr>
            </a:lvl3pPr>
            <a:lvl4pPr marL="403225" indent="0">
              <a:buNone/>
              <a:defRPr sz="1600">
                <a:latin typeface="Lucida Console" panose="020B0609040504020204" pitchFamily="49" charset="0"/>
                <a:cs typeface="Arial" panose="020B0604020202020204" pitchFamily="34" charset="0"/>
              </a:defRPr>
            </a:lvl4pPr>
            <a:lvl5pPr marL="747713" indent="0">
              <a:buNone/>
              <a:defRPr sz="1400">
                <a:latin typeface="Lucida Console" panose="020B0609040504020204" pitchFamily="49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7E2A54D-A755-F900-5808-4CCC5C04D025}"/>
              </a:ext>
            </a:extLst>
          </p:cNvPr>
          <p:cNvSpPr/>
          <p:nvPr userDrawn="1"/>
        </p:nvSpPr>
        <p:spPr bwMode="auto">
          <a:xfrm>
            <a:off x="0" y="0"/>
            <a:ext cx="12436475" cy="876300"/>
          </a:xfrm>
          <a:prstGeom prst="rect">
            <a:avLst/>
          </a:prstGeom>
          <a:gradFill>
            <a:gsLst>
              <a:gs pos="699">
                <a:srgbClr val="198375"/>
              </a:gs>
              <a:gs pos="20000">
                <a:srgbClr val="074C49"/>
              </a:gs>
              <a:gs pos="100000">
                <a:srgbClr val="177D71"/>
              </a:gs>
              <a:gs pos="80000">
                <a:srgbClr val="09524D"/>
              </a:gs>
            </a:gsLst>
            <a:lin ang="5400000" scaled="1"/>
          </a:gradFill>
          <a:ln w="6350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240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44470078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2" orient="horz" pos="1272">
          <p15:clr>
            <a:srgbClr val="5ACBF0"/>
          </p15:clr>
        </p15:guide>
        <p15:guide id="3" orient="horz" pos="288">
          <p15:clr>
            <a:srgbClr val="5ACBF0"/>
          </p15:clr>
        </p15:guide>
        <p15:guide id="5" orient="horz" pos="904">
          <p15:clr>
            <a:srgbClr val="5ACBF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- No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BD02E36C-0871-E1E8-C7B9-7CFB9C124C55}"/>
              </a:ext>
            </a:extLst>
          </p:cNvPr>
          <p:cNvSpPr/>
          <p:nvPr/>
        </p:nvSpPr>
        <p:spPr bwMode="auto">
          <a:xfrm>
            <a:off x="0" y="0"/>
            <a:ext cx="12436475" cy="876300"/>
          </a:xfrm>
          <a:prstGeom prst="rect">
            <a:avLst/>
          </a:prstGeom>
          <a:gradFill>
            <a:gsLst>
              <a:gs pos="699">
                <a:srgbClr val="198375"/>
              </a:gs>
              <a:gs pos="20000">
                <a:srgbClr val="074C49"/>
              </a:gs>
              <a:gs pos="100000">
                <a:srgbClr val="177D71"/>
              </a:gs>
              <a:gs pos="80000">
                <a:srgbClr val="09524D"/>
              </a:gs>
            </a:gsLst>
            <a:lin ang="5400000" scaled="1"/>
          </a:gradFill>
          <a:ln w="6350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240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5" name="Title 6">
            <a:extLst>
              <a:ext uri="{FF2B5EF4-FFF2-40B4-BE49-F238E27FC236}">
                <a16:creationId xmlns:a16="http://schemas.microsoft.com/office/drawing/2014/main" id="{1C8B02FA-354D-43D3-8580-ADA122EBAC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4324" y="190500"/>
            <a:ext cx="11801475" cy="498598"/>
          </a:xfrm>
        </p:spPr>
        <p:txBody>
          <a:bodyPr/>
          <a:lstStyle>
            <a:lvl1pPr>
              <a:defRPr sz="3600" b="1">
                <a:solidFill>
                  <a:schemeClr val="bg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0F1BFE9-6D7B-E542-8545-679454897D67}"/>
              </a:ext>
            </a:extLst>
          </p:cNvPr>
          <p:cNvSpPr/>
          <p:nvPr userDrawn="1"/>
        </p:nvSpPr>
        <p:spPr bwMode="auto">
          <a:xfrm>
            <a:off x="0" y="0"/>
            <a:ext cx="12436475" cy="876300"/>
          </a:xfrm>
          <a:prstGeom prst="rect">
            <a:avLst/>
          </a:prstGeom>
          <a:gradFill>
            <a:gsLst>
              <a:gs pos="699">
                <a:srgbClr val="198375"/>
              </a:gs>
              <a:gs pos="20000">
                <a:srgbClr val="074C49"/>
              </a:gs>
              <a:gs pos="100000">
                <a:srgbClr val="177D71"/>
              </a:gs>
              <a:gs pos="80000">
                <a:srgbClr val="09524D"/>
              </a:gs>
            </a:gsLst>
            <a:lin ang="5400000" scaled="1"/>
          </a:gradFill>
          <a:ln w="6350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240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25521839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2" orient="horz" pos="1272">
          <p15:clr>
            <a:srgbClr val="5ACBF0"/>
          </p15:clr>
        </p15:guide>
        <p15:guide id="3" orient="horz" pos="288">
          <p15:clr>
            <a:srgbClr val="5ACBF0"/>
          </p15:clr>
        </p15:guide>
        <p15:guide id="5" orient="horz" pos="904">
          <p15:clr>
            <a:srgbClr val="5ACBF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Very 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631962451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2" orient="horz" pos="1272">
          <p15:clr>
            <a:srgbClr val="5ACBF0"/>
          </p15:clr>
        </p15:guide>
        <p15:guide id="3" orient="horz" pos="288">
          <p15:clr>
            <a:srgbClr val="5ACBF0"/>
          </p15:clr>
        </p15:guide>
        <p15:guide id="5" orient="horz" pos="904">
          <p15:clr>
            <a:srgbClr val="5ACBF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9.xml"/><Relationship Id="rId7" Type="http://schemas.openxmlformats.org/officeDocument/2006/relationships/image" Target="../media/image1.png"/><Relationship Id="rId2" Type="http://schemas.openxmlformats.org/officeDocument/2006/relationships/slideLayout" Target="../slideLayouts/slideLayout8.xml"/><Relationship Id="rId1" Type="http://schemas.openxmlformats.org/officeDocument/2006/relationships/slideLayout" Target="../slideLayouts/slideLayout7.xml"/><Relationship Id="rId6" Type="http://schemas.openxmlformats.org/officeDocument/2006/relationships/theme" Target="../theme/theme2.xml"/><Relationship Id="rId5" Type="http://schemas.openxmlformats.org/officeDocument/2006/relationships/slideLayout" Target="../slideLayouts/slideLayout11.xml"/><Relationship Id="rId4" Type="http://schemas.openxmlformats.org/officeDocument/2006/relationships/slideLayout" Target="../slideLayouts/slideLayout1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Picture 13" descr="A screenshot of a cell phone&#10;&#10;Description generated with very high confidence">
            <a:extLst>
              <a:ext uri="{FF2B5EF4-FFF2-40B4-BE49-F238E27FC236}">
                <a16:creationId xmlns:a16="http://schemas.microsoft.com/office/drawing/2014/main" id="{B458F08C-E145-410B-B71F-F971408D4FA6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8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b="249"/>
          <a:stretch/>
        </p:blipFill>
        <p:spPr>
          <a:xfrm>
            <a:off x="12539569" y="0"/>
            <a:ext cx="682920" cy="6994525"/>
          </a:xfrm>
          <a:prstGeom prst="rect">
            <a:avLst/>
          </a:prstGeom>
        </p:spPr>
      </p:pic>
      <p:sp>
        <p:nvSpPr>
          <p:cNvPr id="7" name="Title Placeholder 1">
            <a:extLst>
              <a:ext uri="{FF2B5EF4-FFF2-40B4-BE49-F238E27FC236}">
                <a16:creationId xmlns:a16="http://schemas.microsoft.com/office/drawing/2014/main" id="{B656FDB8-E599-4E21-8C4B-B6B18B8B41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263" y="457200"/>
            <a:ext cx="11018520" cy="553998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8" name="Text Placeholder 3">
            <a:extLst>
              <a:ext uri="{FF2B5EF4-FFF2-40B4-BE49-F238E27FC236}">
                <a16:creationId xmlns:a16="http://schemas.microsoft.com/office/drawing/2014/main" id="{61EEDDA4-2C6D-4AEE-A2CD-B6768DE3C1F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82168" y="1238477"/>
            <a:ext cx="11018520" cy="1612749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8817249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553" r:id="rId1"/>
    <p:sldLayoutId id="2147484570" r:id="rId2"/>
    <p:sldLayoutId id="2147484573" r:id="rId3"/>
    <p:sldLayoutId id="2147484572" r:id="rId4"/>
    <p:sldLayoutId id="2147484574" r:id="rId5"/>
    <p:sldLayoutId id="2147484575" r:id="rId6"/>
  </p:sldLayoutIdLst>
  <p:transition>
    <p:fade/>
  </p:transition>
  <p:hf sldNum="0" hdr="0" dt="0"/>
  <p:txStyles>
    <p:titleStyle>
      <a:lvl1pPr algn="l" defTabSz="932742" rtl="0" eaLnBrk="1" latinLnBrk="0" hangingPunct="1">
        <a:lnSpc>
          <a:spcPct val="90000"/>
        </a:lnSpc>
        <a:spcBef>
          <a:spcPct val="0"/>
        </a:spcBef>
        <a:buNone/>
        <a:defRPr lang="en-US" sz="2800" b="0" kern="1200" cap="none" spc="-50" baseline="0" dirty="0" smtClean="0">
          <a:ln w="3175">
            <a:noFill/>
          </a:ln>
          <a:solidFill>
            <a:schemeClr val="tx1"/>
          </a:solidFill>
          <a:effectLst/>
          <a:latin typeface="+mj-lt"/>
          <a:ea typeface="+mn-ea"/>
          <a:cs typeface="Segoe UI" pitchFamily="34" charset="0"/>
        </a:defRPr>
      </a:lvl1pPr>
    </p:titleStyle>
    <p:bodyStyle>
      <a:lvl1pPr marL="0" marR="0" indent="0" algn="l" defTabSz="932742" rtl="0" eaLnBrk="1" fontAlgn="auto" latinLnBrk="0" hangingPunct="1">
        <a:lnSpc>
          <a:spcPct val="100000"/>
        </a:lnSpc>
        <a:spcBef>
          <a:spcPts val="0"/>
        </a:spcBef>
        <a:spcAft>
          <a:spcPts val="0"/>
        </a:spcAft>
        <a:buClrTx/>
        <a:buSzPct val="90000"/>
        <a:buFont typeface="Wingdings" panose="05000000000000000000" pitchFamily="2" charset="2"/>
        <a:buNone/>
        <a:tabLst/>
        <a:defRPr sz="2400" kern="1200" spc="-50" baseline="0">
          <a:solidFill>
            <a:schemeClr val="tx1"/>
          </a:solidFill>
          <a:latin typeface="+mj-lt"/>
          <a:ea typeface="+mn-ea"/>
          <a:cs typeface="+mn-cs"/>
        </a:defRPr>
      </a:lvl1pPr>
      <a:lvl2pPr marL="0" marR="0" indent="0" algn="l" defTabSz="932742" rtl="0" eaLnBrk="1" fontAlgn="auto" latinLnBrk="0" hangingPunct="1">
        <a:lnSpc>
          <a:spcPct val="100000"/>
        </a:lnSpc>
        <a:spcBef>
          <a:spcPts val="0"/>
        </a:spcBef>
        <a:spcAft>
          <a:spcPts val="0"/>
        </a:spcAft>
        <a:buClrTx/>
        <a:buSzPct val="90000"/>
        <a:buFont typeface="Wingdings" panose="05000000000000000000" pitchFamily="2" charset="2"/>
        <a:buNone/>
        <a:tabLst/>
        <a:defRPr sz="2000" kern="1200" spc="0" baseline="0">
          <a:solidFill>
            <a:schemeClr val="tx1"/>
          </a:solidFill>
          <a:latin typeface="+mn-lt"/>
          <a:ea typeface="+mn-ea"/>
          <a:cs typeface="+mn-cs"/>
        </a:defRPr>
      </a:lvl2pPr>
      <a:lvl3pPr marL="0" marR="0" indent="0" algn="l" defTabSz="932742" rtl="0" eaLnBrk="1" fontAlgn="auto" latinLnBrk="0" hangingPunct="1">
        <a:lnSpc>
          <a:spcPct val="100000"/>
        </a:lnSpc>
        <a:spcBef>
          <a:spcPts val="0"/>
        </a:spcBef>
        <a:spcAft>
          <a:spcPts val="0"/>
        </a:spcAft>
        <a:buClrTx/>
        <a:buSzPct val="90000"/>
        <a:buFont typeface="Wingdings" panose="05000000000000000000" pitchFamily="2" charset="2"/>
        <a:buNone/>
        <a:tabLst/>
        <a:defRPr sz="1800" kern="1200" spc="0" baseline="0">
          <a:solidFill>
            <a:schemeClr val="tx2"/>
          </a:solidFill>
          <a:latin typeface="+mj-lt"/>
          <a:ea typeface="+mn-ea"/>
          <a:cs typeface="+mn-cs"/>
        </a:defRPr>
      </a:lvl3pPr>
      <a:lvl4pPr marL="0" marR="0" indent="0" algn="l" defTabSz="932742" rtl="0" eaLnBrk="1" fontAlgn="auto" latinLnBrk="0" hangingPunct="1">
        <a:lnSpc>
          <a:spcPct val="100000"/>
        </a:lnSpc>
        <a:spcBef>
          <a:spcPts val="0"/>
        </a:spcBef>
        <a:spcAft>
          <a:spcPts val="0"/>
        </a:spcAft>
        <a:buClrTx/>
        <a:buSzPct val="90000"/>
        <a:buFont typeface="Wingdings" panose="05000000000000000000" pitchFamily="2" charset="2"/>
        <a:buNone/>
        <a:tabLst/>
        <a:defRPr sz="1800" kern="1200" spc="0" baseline="0">
          <a:solidFill>
            <a:schemeClr val="tx1"/>
          </a:solidFill>
          <a:latin typeface="+mn-lt"/>
          <a:ea typeface="+mn-ea"/>
          <a:cs typeface="+mn-cs"/>
        </a:defRPr>
      </a:lvl4pPr>
      <a:lvl5pPr marL="0" marR="0" indent="0" algn="l" defTabSz="932742" rtl="0" eaLnBrk="1" fontAlgn="auto" latinLnBrk="0" hangingPunct="1">
        <a:lnSpc>
          <a:spcPct val="100000"/>
        </a:lnSpc>
        <a:spcBef>
          <a:spcPts val="0"/>
        </a:spcBef>
        <a:spcAft>
          <a:spcPts val="0"/>
        </a:spcAft>
        <a:buClrTx/>
        <a:buSzPct val="90000"/>
        <a:buFont typeface="Wingdings" panose="05000000000000000000" pitchFamily="2" charset="2"/>
        <a:buNone/>
        <a:tabLst/>
        <a:defRPr sz="1200" b="1" kern="1200" spc="0" baseline="0">
          <a:solidFill>
            <a:schemeClr val="tx1"/>
          </a:solidFill>
          <a:latin typeface="+mn-lt"/>
          <a:ea typeface="+mn-ea"/>
          <a:cs typeface="+mn-cs"/>
        </a:defRPr>
      </a:lvl5pPr>
      <a:lvl6pPr marL="2331854" indent="0" algn="l" defTabSz="932742" rtl="0" eaLnBrk="1" latinLnBrk="0" hangingPunct="1">
        <a:spcBef>
          <a:spcPct val="20000"/>
        </a:spcBef>
        <a:buFont typeface="Arial" pitchFamily="34" charset="0"/>
        <a:buNone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0" indent="0" algn="l" defTabSz="932742" rtl="0" eaLnBrk="1" latinLnBrk="0" hangingPunct="1">
        <a:lnSpc>
          <a:spcPct val="100000"/>
        </a:lnSpc>
        <a:spcBef>
          <a:spcPts val="0"/>
        </a:spcBef>
        <a:spcAft>
          <a:spcPts val="0"/>
        </a:spcAft>
        <a:buFont typeface="Arial" pitchFamily="34" charset="0"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7pPr>
      <a:lvl8pPr marL="3497783" indent="-233186" algn="l" defTabSz="932742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964155" indent="-233186" algn="l" defTabSz="932742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66371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32742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99113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65484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331856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98226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64597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730969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31" pos="1349" userDrawn="1">
          <p15:clr>
            <a:srgbClr val="C35EA4"/>
          </p15:clr>
        </p15:guide>
        <p15:guide id="32" pos="1528" userDrawn="1">
          <p15:clr>
            <a:srgbClr val="C35EA4"/>
          </p15:clr>
        </p15:guide>
        <p15:guide id="33" pos="2621" userDrawn="1">
          <p15:clr>
            <a:srgbClr val="C35EA4"/>
          </p15:clr>
        </p15:guide>
        <p15:guide id="34" pos="2765" userDrawn="1">
          <p15:clr>
            <a:srgbClr val="C35EA4"/>
          </p15:clr>
        </p15:guide>
        <p15:guide id="35" pos="3854" userDrawn="1">
          <p15:clr>
            <a:srgbClr val="C35EA4"/>
          </p15:clr>
        </p15:guide>
        <p15:guide id="36" pos="4003" userDrawn="1">
          <p15:clr>
            <a:srgbClr val="C35EA4"/>
          </p15:clr>
        </p15:guide>
        <p15:guide id="37" pos="5083" userDrawn="1">
          <p15:clr>
            <a:srgbClr val="C35EA4"/>
          </p15:clr>
        </p15:guide>
        <p15:guide id="38" pos="5230" userDrawn="1">
          <p15:clr>
            <a:srgbClr val="C35EA4"/>
          </p15:clr>
        </p15:guide>
        <p15:guide id="39" pos="6323" userDrawn="1">
          <p15:clr>
            <a:srgbClr val="C35EA4"/>
          </p15:clr>
        </p15:guide>
        <p15:guide id="40" pos="6469" userDrawn="1">
          <p15:clr>
            <a:srgbClr val="C35EA4"/>
          </p15:clr>
        </p15:guide>
        <p15:guide id="41" pos="293" userDrawn="1">
          <p15:clr>
            <a:srgbClr val="F26B43"/>
          </p15:clr>
        </p15:guide>
        <p15:guide id="42" pos="7565" userDrawn="1">
          <p15:clr>
            <a:srgbClr val="F26B43"/>
          </p15:clr>
        </p15:guide>
        <p15:guide id="43" orient="horz" pos="751" userDrawn="1">
          <p15:clr>
            <a:srgbClr val="5ACBF0"/>
          </p15:clr>
        </p15:guide>
        <p15:guide id="44" orient="horz" pos="1387" userDrawn="1">
          <p15:clr>
            <a:srgbClr val="5ACBF0"/>
          </p15:clr>
        </p15:guide>
        <p15:guide id="45" orient="horz" pos="605" userDrawn="1">
          <p15:clr>
            <a:srgbClr val="5ACBF0"/>
          </p15:clr>
        </p15:guide>
        <p15:guide id="46" orient="horz" pos="1514" userDrawn="1">
          <p15:clr>
            <a:srgbClr val="5ACBF0"/>
          </p15:clr>
        </p15:guide>
        <p15:guide id="47" orient="horz" pos="2130" userDrawn="1">
          <p15:clr>
            <a:srgbClr val="5ACBF0"/>
          </p15:clr>
        </p15:guide>
        <p15:guide id="48" orient="horz" pos="2299" userDrawn="1">
          <p15:clr>
            <a:srgbClr val="5ACBF0"/>
          </p15:clr>
        </p15:guide>
        <p15:guide id="49" orient="horz" pos="283" userDrawn="1">
          <p15:clr>
            <a:srgbClr val="F26B43"/>
          </p15:clr>
        </p15:guide>
        <p15:guide id="50" orient="horz" pos="4120" userDrawn="1">
          <p15:clr>
            <a:srgbClr val="F26B43"/>
          </p15:clr>
        </p15:guide>
        <p15:guide id="51" orient="horz" pos="2891" userDrawn="1">
          <p15:clr>
            <a:srgbClr val="5ACBF0"/>
          </p15:clr>
        </p15:guide>
        <p15:guide id="52" orient="horz" pos="3019" userDrawn="1">
          <p15:clr>
            <a:srgbClr val="5ACBF0"/>
          </p15:clr>
        </p15:guide>
        <p15:guide id="53" orient="horz" pos="3643" userDrawn="1">
          <p15:clr>
            <a:srgbClr val="5ACBF0"/>
          </p15:clr>
        </p15:guide>
        <p15:guide id="54" orient="horz" pos="3763" userDrawn="1">
          <p15:clr>
            <a:srgbClr val="5ACBF0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Picture 13" descr="A screenshot of a cell phone&#10;&#10;Description generated with very high confidence">
            <a:extLst>
              <a:ext uri="{FF2B5EF4-FFF2-40B4-BE49-F238E27FC236}">
                <a16:creationId xmlns:a16="http://schemas.microsoft.com/office/drawing/2014/main" id="{B458F08C-E145-410B-B71F-F971408D4FA6}"/>
              </a:ext>
            </a:extLst>
          </p:cNvPr>
          <p:cNvPicPr>
            <a:picLocks noChangeAspect="1"/>
          </p:cNvPicPr>
          <p:nvPr/>
        </p:nvPicPr>
        <p:blipFill rotWithShape="1">
          <a:blip r:embed="rId7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b="249"/>
          <a:stretch/>
        </p:blipFill>
        <p:spPr>
          <a:xfrm>
            <a:off x="12539569" y="0"/>
            <a:ext cx="682920" cy="6994525"/>
          </a:xfrm>
          <a:prstGeom prst="rect">
            <a:avLst/>
          </a:prstGeom>
        </p:spPr>
      </p:pic>
      <p:sp>
        <p:nvSpPr>
          <p:cNvPr id="7" name="Title Placeholder 1">
            <a:extLst>
              <a:ext uri="{FF2B5EF4-FFF2-40B4-BE49-F238E27FC236}">
                <a16:creationId xmlns:a16="http://schemas.microsoft.com/office/drawing/2014/main" id="{B656FDB8-E599-4E21-8C4B-B6B18B8B41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263" y="457200"/>
            <a:ext cx="11018520" cy="553998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8" name="Text Placeholder 3">
            <a:extLst>
              <a:ext uri="{FF2B5EF4-FFF2-40B4-BE49-F238E27FC236}">
                <a16:creationId xmlns:a16="http://schemas.microsoft.com/office/drawing/2014/main" id="{61EEDDA4-2C6D-4AEE-A2CD-B6768DE3C1F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82168" y="1238477"/>
            <a:ext cx="11018520" cy="1612749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pic>
        <p:nvPicPr>
          <p:cNvPr id="2" name="Picture 1" descr="A screenshot of a cell phone&#10;&#10;Description generated with very high confidence">
            <a:extLst>
              <a:ext uri="{FF2B5EF4-FFF2-40B4-BE49-F238E27FC236}">
                <a16:creationId xmlns:a16="http://schemas.microsoft.com/office/drawing/2014/main" id="{BF7DB54B-389F-024C-4D79-28A5DD9BCDA7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7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b="249"/>
          <a:stretch/>
        </p:blipFill>
        <p:spPr>
          <a:xfrm>
            <a:off x="12539569" y="0"/>
            <a:ext cx="682920" cy="69945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4012916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577" r:id="rId1"/>
    <p:sldLayoutId id="2147484578" r:id="rId2"/>
    <p:sldLayoutId id="2147484579" r:id="rId3"/>
    <p:sldLayoutId id="2147484580" r:id="rId4"/>
    <p:sldLayoutId id="2147484581" r:id="rId5"/>
  </p:sldLayoutIdLst>
  <p:transition>
    <p:fade/>
  </p:transition>
  <p:hf sldNum="0" hdr="0" dt="0"/>
  <p:txStyles>
    <p:titleStyle>
      <a:lvl1pPr algn="l" defTabSz="932742" rtl="0" eaLnBrk="1" latinLnBrk="0" hangingPunct="1">
        <a:lnSpc>
          <a:spcPct val="90000"/>
        </a:lnSpc>
        <a:spcBef>
          <a:spcPct val="0"/>
        </a:spcBef>
        <a:buNone/>
        <a:defRPr lang="en-US" sz="2800" b="0" kern="1200" cap="none" spc="-50" baseline="0" dirty="0" smtClean="0">
          <a:ln w="3175">
            <a:noFill/>
          </a:ln>
          <a:solidFill>
            <a:schemeClr val="tx1"/>
          </a:solidFill>
          <a:effectLst/>
          <a:latin typeface="+mj-lt"/>
          <a:ea typeface="+mn-ea"/>
          <a:cs typeface="Segoe UI" pitchFamily="34" charset="0"/>
        </a:defRPr>
      </a:lvl1pPr>
    </p:titleStyle>
    <p:bodyStyle>
      <a:lvl1pPr marL="0" marR="0" indent="0" algn="l" defTabSz="932742" rtl="0" eaLnBrk="1" fontAlgn="auto" latinLnBrk="0" hangingPunct="1">
        <a:lnSpc>
          <a:spcPct val="100000"/>
        </a:lnSpc>
        <a:spcBef>
          <a:spcPts val="0"/>
        </a:spcBef>
        <a:spcAft>
          <a:spcPts val="0"/>
        </a:spcAft>
        <a:buClrTx/>
        <a:buSzPct val="90000"/>
        <a:buFont typeface="Wingdings" panose="05000000000000000000" pitchFamily="2" charset="2"/>
        <a:buNone/>
        <a:tabLst/>
        <a:defRPr sz="2400" kern="1200" spc="-50" baseline="0">
          <a:solidFill>
            <a:schemeClr val="tx1"/>
          </a:solidFill>
          <a:latin typeface="+mj-lt"/>
          <a:ea typeface="+mn-ea"/>
          <a:cs typeface="+mn-cs"/>
        </a:defRPr>
      </a:lvl1pPr>
      <a:lvl2pPr marL="0" marR="0" indent="0" algn="l" defTabSz="932742" rtl="0" eaLnBrk="1" fontAlgn="auto" latinLnBrk="0" hangingPunct="1">
        <a:lnSpc>
          <a:spcPct val="100000"/>
        </a:lnSpc>
        <a:spcBef>
          <a:spcPts val="0"/>
        </a:spcBef>
        <a:spcAft>
          <a:spcPts val="0"/>
        </a:spcAft>
        <a:buClrTx/>
        <a:buSzPct val="90000"/>
        <a:buFont typeface="Wingdings" panose="05000000000000000000" pitchFamily="2" charset="2"/>
        <a:buNone/>
        <a:tabLst/>
        <a:defRPr sz="2000" kern="1200" spc="0" baseline="0">
          <a:solidFill>
            <a:schemeClr val="tx1"/>
          </a:solidFill>
          <a:latin typeface="+mn-lt"/>
          <a:ea typeface="+mn-ea"/>
          <a:cs typeface="+mn-cs"/>
        </a:defRPr>
      </a:lvl2pPr>
      <a:lvl3pPr marL="0" marR="0" indent="0" algn="l" defTabSz="932742" rtl="0" eaLnBrk="1" fontAlgn="auto" latinLnBrk="0" hangingPunct="1">
        <a:lnSpc>
          <a:spcPct val="100000"/>
        </a:lnSpc>
        <a:spcBef>
          <a:spcPts val="0"/>
        </a:spcBef>
        <a:spcAft>
          <a:spcPts val="0"/>
        </a:spcAft>
        <a:buClrTx/>
        <a:buSzPct val="90000"/>
        <a:buFont typeface="Wingdings" panose="05000000000000000000" pitchFamily="2" charset="2"/>
        <a:buNone/>
        <a:tabLst/>
        <a:defRPr sz="1800" kern="1200" spc="0" baseline="0">
          <a:solidFill>
            <a:schemeClr val="tx2"/>
          </a:solidFill>
          <a:latin typeface="+mj-lt"/>
          <a:ea typeface="+mn-ea"/>
          <a:cs typeface="+mn-cs"/>
        </a:defRPr>
      </a:lvl3pPr>
      <a:lvl4pPr marL="0" marR="0" indent="0" algn="l" defTabSz="932742" rtl="0" eaLnBrk="1" fontAlgn="auto" latinLnBrk="0" hangingPunct="1">
        <a:lnSpc>
          <a:spcPct val="100000"/>
        </a:lnSpc>
        <a:spcBef>
          <a:spcPts val="0"/>
        </a:spcBef>
        <a:spcAft>
          <a:spcPts val="0"/>
        </a:spcAft>
        <a:buClrTx/>
        <a:buSzPct val="90000"/>
        <a:buFont typeface="Wingdings" panose="05000000000000000000" pitchFamily="2" charset="2"/>
        <a:buNone/>
        <a:tabLst/>
        <a:defRPr sz="1800" kern="1200" spc="0" baseline="0">
          <a:solidFill>
            <a:schemeClr val="tx1"/>
          </a:solidFill>
          <a:latin typeface="+mn-lt"/>
          <a:ea typeface="+mn-ea"/>
          <a:cs typeface="+mn-cs"/>
        </a:defRPr>
      </a:lvl4pPr>
      <a:lvl5pPr marL="0" marR="0" indent="0" algn="l" defTabSz="932742" rtl="0" eaLnBrk="1" fontAlgn="auto" latinLnBrk="0" hangingPunct="1">
        <a:lnSpc>
          <a:spcPct val="100000"/>
        </a:lnSpc>
        <a:spcBef>
          <a:spcPts val="0"/>
        </a:spcBef>
        <a:spcAft>
          <a:spcPts val="0"/>
        </a:spcAft>
        <a:buClrTx/>
        <a:buSzPct val="90000"/>
        <a:buFont typeface="Wingdings" panose="05000000000000000000" pitchFamily="2" charset="2"/>
        <a:buNone/>
        <a:tabLst/>
        <a:defRPr sz="1200" b="1" kern="1200" spc="0" baseline="0">
          <a:solidFill>
            <a:schemeClr val="tx1"/>
          </a:solidFill>
          <a:latin typeface="+mn-lt"/>
          <a:ea typeface="+mn-ea"/>
          <a:cs typeface="+mn-cs"/>
        </a:defRPr>
      </a:lvl5pPr>
      <a:lvl6pPr marL="2331854" indent="0" algn="l" defTabSz="932742" rtl="0" eaLnBrk="1" latinLnBrk="0" hangingPunct="1">
        <a:spcBef>
          <a:spcPct val="20000"/>
        </a:spcBef>
        <a:buFont typeface="Arial" pitchFamily="34" charset="0"/>
        <a:buNone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0" indent="0" algn="l" defTabSz="932742" rtl="0" eaLnBrk="1" latinLnBrk="0" hangingPunct="1">
        <a:lnSpc>
          <a:spcPct val="100000"/>
        </a:lnSpc>
        <a:spcBef>
          <a:spcPts val="0"/>
        </a:spcBef>
        <a:spcAft>
          <a:spcPts val="0"/>
        </a:spcAft>
        <a:buFont typeface="Arial" pitchFamily="34" charset="0"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7pPr>
      <a:lvl8pPr marL="3497783" indent="-233186" algn="l" defTabSz="932742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964155" indent="-233186" algn="l" defTabSz="932742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66371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32742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99113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65484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331856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98226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64597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730969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55" pos="1349" userDrawn="1">
          <p15:clr>
            <a:srgbClr val="C35EA4"/>
          </p15:clr>
        </p15:guide>
        <p15:guide id="56" pos="1528" userDrawn="1">
          <p15:clr>
            <a:srgbClr val="C35EA4"/>
          </p15:clr>
        </p15:guide>
        <p15:guide id="57" pos="2621" userDrawn="1">
          <p15:clr>
            <a:srgbClr val="C35EA4"/>
          </p15:clr>
        </p15:guide>
        <p15:guide id="58" pos="2765" userDrawn="1">
          <p15:clr>
            <a:srgbClr val="C35EA4"/>
          </p15:clr>
        </p15:guide>
        <p15:guide id="59" pos="3854" userDrawn="1">
          <p15:clr>
            <a:srgbClr val="C35EA4"/>
          </p15:clr>
        </p15:guide>
        <p15:guide id="60" pos="4003" userDrawn="1">
          <p15:clr>
            <a:srgbClr val="C35EA4"/>
          </p15:clr>
        </p15:guide>
        <p15:guide id="61" pos="5083" userDrawn="1">
          <p15:clr>
            <a:srgbClr val="C35EA4"/>
          </p15:clr>
        </p15:guide>
        <p15:guide id="62" pos="5230" userDrawn="1">
          <p15:clr>
            <a:srgbClr val="C35EA4"/>
          </p15:clr>
        </p15:guide>
        <p15:guide id="63" pos="6323" userDrawn="1">
          <p15:clr>
            <a:srgbClr val="C35EA4"/>
          </p15:clr>
        </p15:guide>
        <p15:guide id="64" pos="6469" userDrawn="1">
          <p15:clr>
            <a:srgbClr val="C35EA4"/>
          </p15:clr>
        </p15:guide>
        <p15:guide id="65" pos="293" userDrawn="1">
          <p15:clr>
            <a:srgbClr val="F26B43"/>
          </p15:clr>
        </p15:guide>
        <p15:guide id="66" pos="7565" userDrawn="1">
          <p15:clr>
            <a:srgbClr val="F26B43"/>
          </p15:clr>
        </p15:guide>
        <p15:guide id="67" orient="horz" pos="751" userDrawn="1">
          <p15:clr>
            <a:srgbClr val="5ACBF0"/>
          </p15:clr>
        </p15:guide>
        <p15:guide id="68" orient="horz" pos="1387" userDrawn="1">
          <p15:clr>
            <a:srgbClr val="5ACBF0"/>
          </p15:clr>
        </p15:guide>
        <p15:guide id="69" orient="horz" pos="605" userDrawn="1">
          <p15:clr>
            <a:srgbClr val="5ACBF0"/>
          </p15:clr>
        </p15:guide>
        <p15:guide id="70" orient="horz" pos="1514" userDrawn="1">
          <p15:clr>
            <a:srgbClr val="5ACBF0"/>
          </p15:clr>
        </p15:guide>
        <p15:guide id="71" orient="horz" pos="2130" userDrawn="1">
          <p15:clr>
            <a:srgbClr val="5ACBF0"/>
          </p15:clr>
        </p15:guide>
        <p15:guide id="72" orient="horz" pos="2299" userDrawn="1">
          <p15:clr>
            <a:srgbClr val="5ACBF0"/>
          </p15:clr>
        </p15:guide>
        <p15:guide id="73" orient="horz" pos="283" userDrawn="1">
          <p15:clr>
            <a:srgbClr val="F26B43"/>
          </p15:clr>
        </p15:guide>
        <p15:guide id="74" orient="horz" pos="4120" userDrawn="1">
          <p15:clr>
            <a:srgbClr val="F26B43"/>
          </p15:clr>
        </p15:guide>
        <p15:guide id="75" orient="horz" pos="2891" userDrawn="1">
          <p15:clr>
            <a:srgbClr val="5ACBF0"/>
          </p15:clr>
        </p15:guide>
        <p15:guide id="76" orient="horz" pos="3019" userDrawn="1">
          <p15:clr>
            <a:srgbClr val="5ACBF0"/>
          </p15:clr>
        </p15:guide>
        <p15:guide id="77" orient="horz" pos="3643" userDrawn="1">
          <p15:clr>
            <a:srgbClr val="5ACBF0"/>
          </p15:clr>
        </p15:guide>
        <p15:guide id="78" orient="horz" pos="3763" userDrawn="1">
          <p15:clr>
            <a:srgbClr val="5ACBF0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1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sv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1.xml"/><Relationship Id="rId4" Type="http://schemas.openxmlformats.org/officeDocument/2006/relationships/image" Target="../media/image17.png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1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sv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11.xml"/><Relationship Id="rId5" Type="http://schemas.openxmlformats.org/officeDocument/2006/relationships/image" Target="../media/image21.svg"/><Relationship Id="rId4" Type="http://schemas.openxmlformats.org/officeDocument/2006/relationships/image" Target="../media/image20.png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11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7" Type="http://schemas.openxmlformats.org/officeDocument/2006/relationships/image" Target="../media/image27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1.xml"/><Relationship Id="rId6" Type="http://schemas.openxmlformats.org/officeDocument/2006/relationships/image" Target="../media/image26.png"/><Relationship Id="rId5" Type="http://schemas.openxmlformats.org/officeDocument/2006/relationships/image" Target="../media/image25.png"/><Relationship Id="rId4" Type="http://schemas.openxmlformats.org/officeDocument/2006/relationships/image" Target="../media/image24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10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11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11.xml"/><Relationship Id="rId4" Type="http://schemas.openxmlformats.org/officeDocument/2006/relationships/image" Target="../media/image33.png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1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1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11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11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11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11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11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11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11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11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11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11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11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11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11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11.xml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11.xml"/><Relationship Id="rId5" Type="http://schemas.openxmlformats.org/officeDocument/2006/relationships/image" Target="../media/image26.png"/><Relationship Id="rId4" Type="http://schemas.openxmlformats.org/officeDocument/2006/relationships/image" Target="../media/image25.png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F026B8-78C9-AA17-D8CE-6BC402B71B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6">
            <a:extLst>
              <a:ext uri="{FF2B5EF4-FFF2-40B4-BE49-F238E27FC236}">
                <a16:creationId xmlns:a16="http://schemas.microsoft.com/office/drawing/2014/main" id="{85473AEA-D435-81A9-1DA2-C2C1A3DA9D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8425" y="3421061"/>
            <a:ext cx="10330234" cy="861774"/>
          </a:xfrm>
        </p:spPr>
        <p:txBody>
          <a:bodyPr/>
          <a:lstStyle/>
          <a:p>
            <a:pPr algn="ctr">
              <a:lnSpc>
                <a:spcPct val="100000"/>
              </a:lnSpc>
            </a:pPr>
            <a:r>
              <a:rPr lang="en-US" sz="4400" dirty="0"/>
              <a:t>Chapter 1</a:t>
            </a:r>
            <a:endParaRPr lang="en-US" sz="2100" dirty="0">
              <a:solidFill>
                <a:schemeClr val="accent1">
                  <a:lumMod val="40000"/>
                  <a:lumOff val="6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9311497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388E04-D23A-A25B-F1EB-8E9F9E3F2C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Rectangle 31">
            <a:extLst>
              <a:ext uri="{FF2B5EF4-FFF2-40B4-BE49-F238E27FC236}">
                <a16:creationId xmlns:a16="http://schemas.microsoft.com/office/drawing/2014/main" id="{4E7FFA56-CE0E-CFF5-B162-583DA80A914D}"/>
              </a:ext>
            </a:extLst>
          </p:cNvPr>
          <p:cNvSpPr/>
          <p:nvPr/>
        </p:nvSpPr>
        <p:spPr bwMode="auto">
          <a:xfrm>
            <a:off x="698157" y="1328512"/>
            <a:ext cx="5066539" cy="2011035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1400" b="1" dirty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7D4FBE6-79B5-FC66-133B-7E47E5765745}"/>
              </a:ext>
            </a:extLst>
          </p:cNvPr>
          <p:cNvSpPr/>
          <p:nvPr/>
        </p:nvSpPr>
        <p:spPr bwMode="auto">
          <a:xfrm>
            <a:off x="3699718" y="1506118"/>
            <a:ext cx="1886073" cy="1668936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shared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codebase</a:t>
            </a:r>
          </a:p>
        </p:txBody>
      </p:sp>
      <p:sp>
        <p:nvSpPr>
          <p:cNvPr id="5" name="Arrow: Right 4">
            <a:extLst>
              <a:ext uri="{FF2B5EF4-FFF2-40B4-BE49-F238E27FC236}">
                <a16:creationId xmlns:a16="http://schemas.microsoft.com/office/drawing/2014/main" id="{7516FAD5-2F91-29A4-A6E3-9A97FC9B5D67}"/>
              </a:ext>
            </a:extLst>
          </p:cNvPr>
          <p:cNvSpPr/>
          <p:nvPr/>
        </p:nvSpPr>
        <p:spPr bwMode="auto">
          <a:xfrm>
            <a:off x="2188867" y="1536252"/>
            <a:ext cx="1438916" cy="459677"/>
          </a:xfrm>
          <a:prstGeom prst="rightArrow">
            <a:avLst>
              <a:gd name="adj1" fmla="val 61383"/>
              <a:gd name="adj2" fmla="val 50000"/>
            </a:avLst>
          </a:prstGeom>
          <a:solidFill>
            <a:srgbClr val="C00000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merge changes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B35661F-7FA0-1D15-6A83-4A38E66BFB70}"/>
              </a:ext>
            </a:extLst>
          </p:cNvPr>
          <p:cNvSpPr/>
          <p:nvPr/>
        </p:nvSpPr>
        <p:spPr bwMode="auto">
          <a:xfrm>
            <a:off x="855870" y="1506118"/>
            <a:ext cx="1261062" cy="459677"/>
          </a:xfrm>
          <a:prstGeom prst="rect">
            <a:avLst/>
          </a:prstGeom>
          <a:solidFill>
            <a:schemeClr val="bg1"/>
          </a:solidFill>
          <a:ln>
            <a:solidFill>
              <a:schemeClr val="tx1">
                <a:lumMod val="75000"/>
              </a:schemeClr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Developer 1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E9B4548C-BDCC-D32D-6DE5-8744F627A835}"/>
              </a:ext>
            </a:extLst>
          </p:cNvPr>
          <p:cNvSpPr/>
          <p:nvPr/>
        </p:nvSpPr>
        <p:spPr bwMode="auto">
          <a:xfrm>
            <a:off x="855870" y="2066022"/>
            <a:ext cx="1261062" cy="459677"/>
          </a:xfrm>
          <a:prstGeom prst="rect">
            <a:avLst/>
          </a:prstGeom>
          <a:solidFill>
            <a:schemeClr val="bg1"/>
          </a:solidFill>
          <a:ln>
            <a:solidFill>
              <a:schemeClr val="tx1">
                <a:lumMod val="75000"/>
              </a:schemeClr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Developer 2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8EDDA63-B437-941E-F89B-82AE159FDC61}"/>
              </a:ext>
            </a:extLst>
          </p:cNvPr>
          <p:cNvSpPr/>
          <p:nvPr/>
        </p:nvSpPr>
        <p:spPr bwMode="auto">
          <a:xfrm>
            <a:off x="855870" y="2715377"/>
            <a:ext cx="1261062" cy="459677"/>
          </a:xfrm>
          <a:prstGeom prst="rect">
            <a:avLst/>
          </a:prstGeom>
          <a:solidFill>
            <a:schemeClr val="bg1"/>
          </a:solidFill>
          <a:ln>
            <a:solidFill>
              <a:schemeClr val="tx1">
                <a:lumMod val="75000"/>
              </a:schemeClr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Developer N</a:t>
            </a:r>
          </a:p>
        </p:txBody>
      </p:sp>
      <p:sp>
        <p:nvSpPr>
          <p:cNvPr id="7" name="Arrow: Right 6">
            <a:extLst>
              <a:ext uri="{FF2B5EF4-FFF2-40B4-BE49-F238E27FC236}">
                <a16:creationId xmlns:a16="http://schemas.microsoft.com/office/drawing/2014/main" id="{A52EF814-C49C-2BDD-746A-35D92D467376}"/>
              </a:ext>
            </a:extLst>
          </p:cNvPr>
          <p:cNvSpPr/>
          <p:nvPr/>
        </p:nvSpPr>
        <p:spPr bwMode="auto">
          <a:xfrm>
            <a:off x="2188867" y="2066022"/>
            <a:ext cx="1438916" cy="459677"/>
          </a:xfrm>
          <a:prstGeom prst="rightArrow">
            <a:avLst>
              <a:gd name="adj1" fmla="val 61383"/>
              <a:gd name="adj2" fmla="val 50000"/>
            </a:avLst>
          </a:prstGeom>
          <a:solidFill>
            <a:srgbClr val="C00000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merge changes</a:t>
            </a:r>
          </a:p>
        </p:txBody>
      </p:sp>
      <p:sp>
        <p:nvSpPr>
          <p:cNvPr id="8" name="Arrow: Right 7">
            <a:extLst>
              <a:ext uri="{FF2B5EF4-FFF2-40B4-BE49-F238E27FC236}">
                <a16:creationId xmlns:a16="http://schemas.microsoft.com/office/drawing/2014/main" id="{BBC2C7C1-A356-D0EC-8558-427D50CA6645}"/>
              </a:ext>
            </a:extLst>
          </p:cNvPr>
          <p:cNvSpPr/>
          <p:nvPr/>
        </p:nvSpPr>
        <p:spPr bwMode="auto">
          <a:xfrm>
            <a:off x="2188867" y="2715377"/>
            <a:ext cx="1438916" cy="459677"/>
          </a:xfrm>
          <a:prstGeom prst="rightArrow">
            <a:avLst>
              <a:gd name="adj1" fmla="val 61383"/>
              <a:gd name="adj2" fmla="val 50000"/>
            </a:avLst>
          </a:prstGeom>
          <a:solidFill>
            <a:srgbClr val="C00000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merge changes</a:t>
            </a:r>
          </a:p>
        </p:txBody>
      </p:sp>
    </p:spTree>
    <p:extLst>
      <p:ext uri="{BB962C8B-B14F-4D97-AF65-F5344CB8AC3E}">
        <p14:creationId xmlns:p14="http://schemas.microsoft.com/office/powerpoint/2010/main" val="2980331946"/>
      </p:ext>
    </p:extLst>
  </p:cSld>
  <p:clrMapOvr>
    <a:masterClrMapping/>
  </p:clrMapOvr>
  <p:transition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D78C485D-3A46-40D1-5373-DDF18F784091}"/>
              </a:ext>
            </a:extLst>
          </p:cNvPr>
          <p:cNvSpPr/>
          <p:nvPr/>
        </p:nvSpPr>
        <p:spPr bwMode="auto">
          <a:xfrm>
            <a:off x="1543736" y="615928"/>
            <a:ext cx="5622378" cy="1590559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1400" b="1" dirty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3B81A26D-EBCD-FB0A-ED1B-5BB31977E55B}"/>
              </a:ext>
            </a:extLst>
          </p:cNvPr>
          <p:cNvGrpSpPr/>
          <p:nvPr/>
        </p:nvGrpSpPr>
        <p:grpSpPr>
          <a:xfrm>
            <a:off x="1664104" y="773980"/>
            <a:ext cx="5320563" cy="1293359"/>
            <a:chOff x="1664104" y="773980"/>
            <a:chExt cx="6857927" cy="1667072"/>
          </a:xfrm>
        </p:grpSpPr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275316FA-3A99-1746-7388-C57FA01FDF73}"/>
                </a:ext>
              </a:extLst>
            </p:cNvPr>
            <p:cNvSpPr/>
            <p:nvPr/>
          </p:nvSpPr>
          <p:spPr bwMode="auto">
            <a:xfrm>
              <a:off x="1664104" y="773980"/>
              <a:ext cx="1632212" cy="1667071"/>
            </a:xfrm>
            <a:prstGeom prst="rect">
              <a:avLst/>
            </a:prstGeom>
            <a:solidFill>
              <a:schemeClr val="accent4">
                <a:lumMod val="75000"/>
              </a:schemeClr>
            </a:solidFill>
            <a:ln>
              <a:noFill/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1600" b="1" dirty="0">
                  <a:gradFill>
                    <a:gsLst>
                      <a:gs pos="0">
                        <a:srgbClr val="FFFFFF"/>
                      </a:gs>
                      <a:gs pos="100000">
                        <a:srgbClr val="FFFFFF"/>
                      </a:gs>
                    </a:gsLst>
                    <a:lin ang="5400000" scaled="0"/>
                  </a:gra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rPr>
                <a:t>dev</a:t>
              </a:r>
            </a:p>
          </p:txBody>
        </p:sp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FD6F9DE8-BFD8-ED75-D80E-6643CBD92F41}"/>
                </a:ext>
              </a:extLst>
            </p:cNvPr>
            <p:cNvSpPr/>
            <p:nvPr/>
          </p:nvSpPr>
          <p:spPr bwMode="auto">
            <a:xfrm>
              <a:off x="4275308" y="797714"/>
              <a:ext cx="1625443" cy="1643338"/>
            </a:xfrm>
            <a:prstGeom prst="rect">
              <a:avLst/>
            </a:prstGeom>
            <a:solidFill>
              <a:schemeClr val="accent2">
                <a:lumMod val="50000"/>
              </a:schemeClr>
            </a:solidFill>
            <a:ln>
              <a:noFill/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1600" b="1" dirty="0">
                  <a:gradFill>
                    <a:gsLst>
                      <a:gs pos="0">
                        <a:srgbClr val="FFFFFF"/>
                      </a:gs>
                      <a:gs pos="100000">
                        <a:srgbClr val="FFFFFF"/>
                      </a:gs>
                    </a:gsLst>
                    <a:lin ang="5400000" scaled="0"/>
                  </a:gra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rPr>
                <a:t>test</a:t>
              </a:r>
            </a:p>
          </p:txBody>
        </p:sp>
        <p:sp>
          <p:nvSpPr>
            <p:cNvPr id="4" name="Arrow: Right 3">
              <a:extLst>
                <a:ext uri="{FF2B5EF4-FFF2-40B4-BE49-F238E27FC236}">
                  <a16:creationId xmlns:a16="http://schemas.microsoft.com/office/drawing/2014/main" id="{7E711A8B-74EF-8F35-800C-37539A4E8977}"/>
                </a:ext>
              </a:extLst>
            </p:cNvPr>
            <p:cNvSpPr/>
            <p:nvPr/>
          </p:nvSpPr>
          <p:spPr bwMode="auto">
            <a:xfrm>
              <a:off x="3363614" y="1301322"/>
              <a:ext cx="879837" cy="506304"/>
            </a:xfrm>
            <a:prstGeom prst="rightArrow">
              <a:avLst>
                <a:gd name="adj1" fmla="val 61383"/>
                <a:gd name="adj2" fmla="val 50000"/>
              </a:avLst>
            </a:prstGeom>
            <a:solidFill>
              <a:srgbClr val="C00000"/>
            </a:solidFill>
            <a:ln>
              <a:noFill/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endParaRPr lang="en-US" sz="16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endParaRPr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4876C167-CDFD-1E40-7D5A-871E02B6B79C}"/>
                </a:ext>
              </a:extLst>
            </p:cNvPr>
            <p:cNvSpPr/>
            <p:nvPr/>
          </p:nvSpPr>
          <p:spPr bwMode="auto">
            <a:xfrm>
              <a:off x="6896588" y="797714"/>
              <a:ext cx="1625443" cy="1643338"/>
            </a:xfrm>
            <a:prstGeom prst="rect">
              <a:avLst/>
            </a:prstGeom>
            <a:solidFill>
              <a:schemeClr val="accent1"/>
            </a:solidFill>
            <a:ln>
              <a:noFill/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1600" b="1" dirty="0">
                  <a:gradFill>
                    <a:gsLst>
                      <a:gs pos="0">
                        <a:srgbClr val="FFFFFF"/>
                      </a:gs>
                      <a:gs pos="100000">
                        <a:srgbClr val="FFFFFF"/>
                      </a:gs>
                    </a:gsLst>
                    <a:lin ang="5400000" scaled="0"/>
                  </a:gra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rPr>
                <a:t>prod</a:t>
              </a:r>
            </a:p>
          </p:txBody>
        </p:sp>
        <p:sp>
          <p:nvSpPr>
            <p:cNvPr id="6" name="Arrow: Right 5">
              <a:extLst>
                <a:ext uri="{FF2B5EF4-FFF2-40B4-BE49-F238E27FC236}">
                  <a16:creationId xmlns:a16="http://schemas.microsoft.com/office/drawing/2014/main" id="{A55C7AC8-4247-2C70-2CDB-A7000BB82B63}"/>
                </a:ext>
              </a:extLst>
            </p:cNvPr>
            <p:cNvSpPr/>
            <p:nvPr/>
          </p:nvSpPr>
          <p:spPr bwMode="auto">
            <a:xfrm>
              <a:off x="5984894" y="1301322"/>
              <a:ext cx="879837" cy="506304"/>
            </a:xfrm>
            <a:prstGeom prst="rightArrow">
              <a:avLst>
                <a:gd name="adj1" fmla="val 61383"/>
                <a:gd name="adj2" fmla="val 50000"/>
              </a:avLst>
            </a:prstGeom>
            <a:solidFill>
              <a:srgbClr val="C00000"/>
            </a:solidFill>
            <a:ln>
              <a:noFill/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endParaRPr lang="en-US" sz="16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677553126"/>
      </p:ext>
    </p:extLst>
  </p:cSld>
  <p:clrMapOvr>
    <a:masterClrMapping/>
  </p:clrMapOvr>
  <p:transition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5D6DA5E9-D66A-9398-8240-2844AE1007B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0730" y="729864"/>
            <a:ext cx="9955014" cy="5534797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535011011"/>
      </p:ext>
    </p:extLst>
  </p:cSld>
  <p:clrMapOvr>
    <a:masterClrMapping/>
  </p:clrMapOvr>
  <p:transition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A6355D43-59C0-9C34-A078-23228550BB2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69521" y="2244550"/>
            <a:ext cx="8297433" cy="2505425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2045113176"/>
      </p:ext>
    </p:extLst>
  </p:cSld>
  <p:clrMapOvr>
    <a:masterClrMapping/>
  </p:clrMapOvr>
  <p:transition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41444E-FF95-69D5-DADE-B4F8B697E6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5C9C3E6F-3A43-3B76-CA28-48F6341F3B8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4887" y="1158052"/>
            <a:ext cx="5450833" cy="4586765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220723531"/>
      </p:ext>
    </p:extLst>
  </p:cSld>
  <p:clrMapOvr>
    <a:masterClrMapping/>
  </p:clrMapOvr>
  <p:transition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52B332-B10D-D7A1-C70A-DEE2D965E3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C591D005-5A22-D697-25EE-900D0043388E}"/>
              </a:ext>
            </a:extLst>
          </p:cNvPr>
          <p:cNvGrpSpPr/>
          <p:nvPr/>
        </p:nvGrpSpPr>
        <p:grpSpPr>
          <a:xfrm>
            <a:off x="1057295" y="2434562"/>
            <a:ext cx="8884563" cy="2125401"/>
            <a:chOff x="254016" y="657648"/>
            <a:chExt cx="12207963" cy="2920439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CB7D506D-9DB6-56C3-34A3-7025F65D4D7F}"/>
                </a:ext>
              </a:extLst>
            </p:cNvPr>
            <p:cNvSpPr/>
            <p:nvPr/>
          </p:nvSpPr>
          <p:spPr bwMode="auto">
            <a:xfrm>
              <a:off x="254016" y="657648"/>
              <a:ext cx="12207963" cy="2920439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noFill/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endParaRPr lang="en-US" sz="14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endParaRPr>
            </a:p>
          </p:txBody>
        </p:sp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1C024641-4549-6F1D-FA05-7F93CEE724E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844932" y="779179"/>
              <a:ext cx="5449713" cy="2639882"/>
            </a:xfrm>
            <a:prstGeom prst="rect">
              <a:avLst/>
            </a:prstGeom>
            <a:ln>
              <a:solidFill>
                <a:schemeClr val="tx1">
                  <a:lumMod val="60000"/>
                  <a:lumOff val="40000"/>
                </a:schemeClr>
              </a:solidFill>
            </a:ln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B1487554-F93F-6B14-A736-BFD2170F0C1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66132" y="779180"/>
              <a:ext cx="4694307" cy="2639882"/>
            </a:xfrm>
            <a:prstGeom prst="rect">
              <a:avLst/>
            </a:prstGeom>
            <a:ln>
              <a:solidFill>
                <a:schemeClr val="accent1"/>
              </a:solidFill>
            </a:ln>
          </p:spPr>
        </p:pic>
        <p:sp>
          <p:nvSpPr>
            <p:cNvPr id="10" name="Arrow: Right 9">
              <a:extLst>
                <a:ext uri="{FF2B5EF4-FFF2-40B4-BE49-F238E27FC236}">
                  <a16:creationId xmlns:a16="http://schemas.microsoft.com/office/drawing/2014/main" id="{5BBD1075-1E6B-E13F-0345-41D668DC13C3}"/>
                </a:ext>
              </a:extLst>
            </p:cNvPr>
            <p:cNvSpPr/>
            <p:nvPr/>
          </p:nvSpPr>
          <p:spPr bwMode="auto">
            <a:xfrm>
              <a:off x="5143338" y="1926554"/>
              <a:ext cx="1701593" cy="776452"/>
            </a:xfrm>
            <a:prstGeom prst="rightArrow">
              <a:avLst>
                <a:gd name="adj1" fmla="val 62678"/>
                <a:gd name="adj2" fmla="val 50000"/>
              </a:avLst>
            </a:prstGeom>
            <a:solidFill>
              <a:srgbClr val="8A0000"/>
            </a:solidFill>
            <a:ln>
              <a:noFill/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1050" b="1" dirty="0">
                  <a:gradFill>
                    <a:gsLst>
                      <a:gs pos="0">
                        <a:srgbClr val="FFFFFF"/>
                      </a:gs>
                      <a:gs pos="100000">
                        <a:srgbClr val="FFFFFF"/>
                      </a:gs>
                    </a:gsLst>
                    <a:lin ang="5400000" scaled="0"/>
                  </a:gradFill>
                  <a:ea typeface="Segoe UI" pitchFamily="34" charset="0"/>
                  <a:cs typeface="Segoe UI" pitchFamily="34" charset="0"/>
                </a:rPr>
                <a:t>Commit to GIT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507742836"/>
      </p:ext>
    </p:extLst>
  </p:cSld>
  <p:clrMapOvr>
    <a:masterClrMapping/>
  </p:clrMapOvr>
  <p:transition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B93BBD36-97C4-7689-7B3C-D3C478E59CA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0989" y="792517"/>
            <a:ext cx="4867954" cy="2953162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2321321098"/>
      </p:ext>
    </p:extLst>
  </p:cSld>
  <p:clrMapOvr>
    <a:masterClrMapping/>
  </p:clrMapOvr>
  <p:transition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DD8E90-ED59-FC7F-9B3A-E15695DB30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50D346B3-DB82-B8B2-85F4-920D52845BE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646" y="626789"/>
            <a:ext cx="7992590" cy="4906060"/>
          </a:xfrm>
          <a:prstGeom prst="rect">
            <a:avLst/>
          </a:prstGeom>
          <a:ln>
            <a:solidFill>
              <a:schemeClr val="tx1">
                <a:lumMod val="60000"/>
                <a:lumOff val="40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413413006"/>
      </p:ext>
    </p:extLst>
  </p:cSld>
  <p:clrMapOvr>
    <a:masterClrMapping/>
  </p:clrMapOvr>
  <p:transition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11F83280-6ACC-1CD9-59C4-9CDAA2D6C29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12231" y="1291918"/>
            <a:ext cx="7244143" cy="3394776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2756237070"/>
      </p:ext>
    </p:extLst>
  </p:cSld>
  <p:clrMapOvr>
    <a:masterClrMapping/>
  </p:clrMapOvr>
  <p:transition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F59F07A0-596C-8E32-98E4-4EDD4A18B05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31844" y="319041"/>
            <a:ext cx="8206260" cy="3328620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2998590117"/>
      </p:ext>
    </p:extLst>
  </p:cSld>
  <p:clrMapOvr>
    <a:masterClrMapping/>
  </p:clrMapOvr>
  <p:transition>
    <p:fad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905C68A0-65EF-4EA9-5280-6201D927539A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69480" t="44362"/>
          <a:stretch>
            <a:fillRect/>
          </a:stretch>
        </p:blipFill>
        <p:spPr>
          <a:xfrm>
            <a:off x="1684195" y="755569"/>
            <a:ext cx="3884457" cy="2872408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3" name="Arrow: Right 2">
            <a:extLst>
              <a:ext uri="{FF2B5EF4-FFF2-40B4-BE49-F238E27FC236}">
                <a16:creationId xmlns:a16="http://schemas.microsoft.com/office/drawing/2014/main" id="{CDCD9A42-CFF4-72DE-1A8E-68E8D3E2093B}"/>
              </a:ext>
            </a:extLst>
          </p:cNvPr>
          <p:cNvSpPr/>
          <p:nvPr/>
        </p:nvSpPr>
        <p:spPr bwMode="auto">
          <a:xfrm>
            <a:off x="1223624" y="1398108"/>
            <a:ext cx="682601" cy="301023"/>
          </a:xfrm>
          <a:prstGeom prst="rightArrow">
            <a:avLst>
              <a:gd name="adj1" fmla="val 61383"/>
              <a:gd name="adj2" fmla="val 50000"/>
            </a:avLst>
          </a:prstGeom>
          <a:solidFill>
            <a:srgbClr val="C00000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1600" b="1" dirty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14602574"/>
      </p:ext>
    </p:extLst>
  </p:cSld>
  <p:clrMapOvr>
    <a:masterClrMapping/>
  </p:clrMapOvr>
  <p:transition>
    <p:fad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2BAB94-10D8-E957-01C7-DD74DDBBA1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CEBE9C43-2D62-FD72-880B-3CE379B9F130}"/>
              </a:ext>
            </a:extLst>
          </p:cNvPr>
          <p:cNvSpPr/>
          <p:nvPr/>
        </p:nvSpPr>
        <p:spPr bwMode="auto">
          <a:xfrm>
            <a:off x="883253" y="2485205"/>
            <a:ext cx="4679376" cy="1187477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1400" b="1" dirty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9" name="Arrow: Right 8">
            <a:extLst>
              <a:ext uri="{FF2B5EF4-FFF2-40B4-BE49-F238E27FC236}">
                <a16:creationId xmlns:a16="http://schemas.microsoft.com/office/drawing/2014/main" id="{A57E901D-87C0-5E84-C4D0-15CDD4C2C4DF}"/>
              </a:ext>
            </a:extLst>
          </p:cNvPr>
          <p:cNvSpPr/>
          <p:nvPr/>
        </p:nvSpPr>
        <p:spPr bwMode="auto">
          <a:xfrm flipH="1">
            <a:off x="2278761" y="2797651"/>
            <a:ext cx="1779105" cy="555803"/>
          </a:xfrm>
          <a:prstGeom prst="rightArrow">
            <a:avLst>
              <a:gd name="adj1" fmla="val 62678"/>
              <a:gd name="adj2" fmla="val 58330"/>
            </a:avLst>
          </a:prstGeom>
          <a:solidFill>
            <a:srgbClr val="8A0000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ea typeface="Segoe UI" pitchFamily="34" charset="0"/>
                <a:cs typeface="Segoe UI" pitchFamily="34" charset="0"/>
              </a:rPr>
              <a:t>Update from GIT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2DFEC60C-3C9A-9B00-A3C3-6D56355810C8}"/>
              </a:ext>
            </a:extLst>
          </p:cNvPr>
          <p:cNvSpPr/>
          <p:nvPr/>
        </p:nvSpPr>
        <p:spPr bwMode="auto">
          <a:xfrm>
            <a:off x="4134936" y="2648647"/>
            <a:ext cx="1261062" cy="853809"/>
          </a:xfrm>
          <a:prstGeom prst="rect">
            <a:avLst/>
          </a:prstGeom>
          <a:solidFill>
            <a:schemeClr val="accent4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GIT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branch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7BE3D293-9F86-4298-993C-7DC2370CAB2E}"/>
              </a:ext>
            </a:extLst>
          </p:cNvPr>
          <p:cNvSpPr/>
          <p:nvPr/>
        </p:nvSpPr>
        <p:spPr bwMode="auto">
          <a:xfrm>
            <a:off x="1007792" y="2648650"/>
            <a:ext cx="1261062" cy="853809"/>
          </a:xfrm>
          <a:prstGeom prst="rect">
            <a:avLst/>
          </a:prstGeom>
          <a:solidFill>
            <a:schemeClr val="bg1"/>
          </a:solidFill>
          <a:ln>
            <a:solidFill>
              <a:schemeClr val="tx1">
                <a:lumMod val="75000"/>
              </a:schemeClr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workspace</a:t>
            </a:r>
          </a:p>
        </p:txBody>
      </p:sp>
    </p:spTree>
    <p:extLst>
      <p:ext uri="{BB962C8B-B14F-4D97-AF65-F5344CB8AC3E}">
        <p14:creationId xmlns:p14="http://schemas.microsoft.com/office/powerpoint/2010/main" val="2697788300"/>
      </p:ext>
    </p:extLst>
  </p:cSld>
  <p:clrMapOvr>
    <a:masterClrMapping/>
  </p:clrMapOvr>
  <p:transition>
    <p:fade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76C64352-795B-8B49-09CB-66DB6A387B1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45678" y="1082338"/>
            <a:ext cx="8545118" cy="4829849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470777179"/>
      </p:ext>
    </p:extLst>
  </p:cSld>
  <p:clrMapOvr>
    <a:masterClrMapping/>
  </p:clrMapOvr>
  <p:transition>
    <p:fade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0379B322-3C68-85D0-9E51-4B8765F956B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861"/>
          <a:stretch>
            <a:fillRect/>
          </a:stretch>
        </p:blipFill>
        <p:spPr>
          <a:xfrm>
            <a:off x="1888434" y="1083036"/>
            <a:ext cx="3963993" cy="3715268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977486191"/>
      </p:ext>
    </p:extLst>
  </p:cSld>
  <p:clrMapOvr>
    <a:masterClrMapping/>
  </p:clrMapOvr>
  <p:transition>
    <p:fade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C68869CF-BC28-F842-5080-3DF2563282EE}"/>
              </a:ext>
            </a:extLst>
          </p:cNvPr>
          <p:cNvSpPr/>
          <p:nvPr/>
        </p:nvSpPr>
        <p:spPr bwMode="auto">
          <a:xfrm>
            <a:off x="623277" y="672614"/>
            <a:ext cx="4679376" cy="1187477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1400" b="1" dirty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13" name="Arrow: Right 12">
            <a:extLst>
              <a:ext uri="{FF2B5EF4-FFF2-40B4-BE49-F238E27FC236}">
                <a16:creationId xmlns:a16="http://schemas.microsoft.com/office/drawing/2014/main" id="{FAFD7186-4F6F-D7FE-6CEB-1C87D92B7737}"/>
              </a:ext>
            </a:extLst>
          </p:cNvPr>
          <p:cNvSpPr/>
          <p:nvPr/>
        </p:nvSpPr>
        <p:spPr bwMode="auto">
          <a:xfrm flipH="1">
            <a:off x="2018785" y="985060"/>
            <a:ext cx="1779105" cy="555803"/>
          </a:xfrm>
          <a:prstGeom prst="rightArrow">
            <a:avLst>
              <a:gd name="adj1" fmla="val 62678"/>
              <a:gd name="adj2" fmla="val 58330"/>
            </a:avLst>
          </a:prstGeom>
          <a:solidFill>
            <a:srgbClr val="8A0000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ea typeface="Segoe UI" pitchFamily="34" charset="0"/>
                <a:cs typeface="Segoe UI" pitchFamily="34" charset="0"/>
              </a:rPr>
              <a:t>Update from GIT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B0257883-F6E8-97D6-E336-7F8A4EC8994D}"/>
              </a:ext>
            </a:extLst>
          </p:cNvPr>
          <p:cNvSpPr/>
          <p:nvPr/>
        </p:nvSpPr>
        <p:spPr bwMode="auto">
          <a:xfrm>
            <a:off x="3874960" y="836056"/>
            <a:ext cx="1261062" cy="853809"/>
          </a:xfrm>
          <a:prstGeom prst="rect">
            <a:avLst/>
          </a:prstGeom>
          <a:solidFill>
            <a:schemeClr val="accent4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GIT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branch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BD65065B-B098-406F-C5B7-F0A36B399733}"/>
              </a:ext>
            </a:extLst>
          </p:cNvPr>
          <p:cNvSpPr/>
          <p:nvPr/>
        </p:nvSpPr>
        <p:spPr bwMode="auto">
          <a:xfrm>
            <a:off x="747816" y="836059"/>
            <a:ext cx="1261062" cy="853809"/>
          </a:xfrm>
          <a:prstGeom prst="rect">
            <a:avLst/>
          </a:prstGeom>
          <a:solidFill>
            <a:schemeClr val="bg1"/>
          </a:solidFill>
          <a:ln>
            <a:solidFill>
              <a:schemeClr val="tx1">
                <a:lumMod val="75000"/>
              </a:schemeClr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empty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workspace</a:t>
            </a:r>
          </a:p>
        </p:txBody>
      </p:sp>
    </p:spTree>
    <p:extLst>
      <p:ext uri="{BB962C8B-B14F-4D97-AF65-F5344CB8AC3E}">
        <p14:creationId xmlns:p14="http://schemas.microsoft.com/office/powerpoint/2010/main" val="3770906330"/>
      </p:ext>
    </p:extLst>
  </p:cSld>
  <p:clrMapOvr>
    <a:masterClrMapping/>
  </p:clrMapOvr>
  <p:transition>
    <p:fade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ADA362-ED44-E05C-6D0C-B80BD285C6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3">
            <a:extLst>
              <a:ext uri="{FF2B5EF4-FFF2-40B4-BE49-F238E27FC236}">
                <a16:creationId xmlns:a16="http://schemas.microsoft.com/office/drawing/2014/main" id="{358B5717-91D2-D730-06D9-D36F5BED45E3}"/>
              </a:ext>
            </a:extLst>
          </p:cNvPr>
          <p:cNvSpPr/>
          <p:nvPr/>
        </p:nvSpPr>
        <p:spPr bwMode="auto">
          <a:xfrm>
            <a:off x="765313" y="685800"/>
            <a:ext cx="3319671" cy="2551613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1400" b="1" dirty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0A4B8C3B-A4D2-B984-66F7-6877181322AC}"/>
              </a:ext>
            </a:extLst>
          </p:cNvPr>
          <p:cNvSpPr/>
          <p:nvPr/>
        </p:nvSpPr>
        <p:spPr bwMode="auto">
          <a:xfrm>
            <a:off x="2684710" y="2229984"/>
            <a:ext cx="1261062" cy="853809"/>
          </a:xfrm>
          <a:prstGeom prst="rect">
            <a:avLst/>
          </a:prstGeom>
          <a:solidFill>
            <a:schemeClr val="accent4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main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branch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67E70B40-1E2D-07A3-3CFB-794FDDCD01EE}"/>
              </a:ext>
            </a:extLst>
          </p:cNvPr>
          <p:cNvSpPr/>
          <p:nvPr/>
        </p:nvSpPr>
        <p:spPr bwMode="auto">
          <a:xfrm>
            <a:off x="2670984" y="823537"/>
            <a:ext cx="1261062" cy="853809"/>
          </a:xfrm>
          <a:prstGeom prst="rect">
            <a:avLst/>
          </a:prstGeom>
          <a:solidFill>
            <a:schemeClr val="bg1"/>
          </a:solidFill>
          <a:ln>
            <a:solidFill>
              <a:schemeClr val="tx1">
                <a:lumMod val="75000"/>
              </a:schemeClr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prod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workspace</a:t>
            </a: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1D3A5154-3942-DCD0-64EA-56F76029D0B3}"/>
              </a:ext>
            </a:extLst>
          </p:cNvPr>
          <p:cNvSpPr/>
          <p:nvPr/>
        </p:nvSpPr>
        <p:spPr bwMode="auto">
          <a:xfrm>
            <a:off x="891546" y="2229984"/>
            <a:ext cx="1261062" cy="853809"/>
          </a:xfrm>
          <a:prstGeom prst="rect">
            <a:avLst/>
          </a:prstGeom>
          <a:solidFill>
            <a:schemeClr val="bg1"/>
          </a:solidFill>
          <a:ln>
            <a:solidFill>
              <a:schemeClr val="tx1">
                <a:lumMod val="75000"/>
              </a:schemeClr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dev1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workspace</a:t>
            </a:r>
          </a:p>
        </p:txBody>
      </p:sp>
      <p:sp>
        <p:nvSpPr>
          <p:cNvPr id="40" name="Arrow: Right 39">
            <a:extLst>
              <a:ext uri="{FF2B5EF4-FFF2-40B4-BE49-F238E27FC236}">
                <a16:creationId xmlns:a16="http://schemas.microsoft.com/office/drawing/2014/main" id="{7A3E7367-A547-510E-4FCF-D9DB1A8A26EE}"/>
              </a:ext>
            </a:extLst>
          </p:cNvPr>
          <p:cNvSpPr/>
          <p:nvPr/>
        </p:nvSpPr>
        <p:spPr bwMode="auto">
          <a:xfrm rot="16200000" flipH="1">
            <a:off x="3034578" y="1749901"/>
            <a:ext cx="552642" cy="407532"/>
          </a:xfrm>
          <a:prstGeom prst="rightArrow">
            <a:avLst>
              <a:gd name="adj1" fmla="val 61383"/>
              <a:gd name="adj2" fmla="val 50000"/>
            </a:avLst>
          </a:prstGeom>
          <a:solidFill>
            <a:srgbClr val="C00000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1200" b="1" dirty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42" name="Arrow: Right 41">
            <a:extLst>
              <a:ext uri="{FF2B5EF4-FFF2-40B4-BE49-F238E27FC236}">
                <a16:creationId xmlns:a16="http://schemas.microsoft.com/office/drawing/2014/main" id="{F9696F7B-0054-6D38-3B6F-3C1F540C9409}"/>
              </a:ext>
            </a:extLst>
          </p:cNvPr>
          <p:cNvSpPr/>
          <p:nvPr/>
        </p:nvSpPr>
        <p:spPr bwMode="auto">
          <a:xfrm flipH="1">
            <a:off x="2168534" y="2481452"/>
            <a:ext cx="516176" cy="350871"/>
          </a:xfrm>
          <a:prstGeom prst="rightArrow">
            <a:avLst>
              <a:gd name="adj1" fmla="val 61383"/>
              <a:gd name="adj2" fmla="val 50000"/>
            </a:avLst>
          </a:prstGeom>
          <a:solidFill>
            <a:srgbClr val="C00000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1000" b="1" dirty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29126768"/>
      </p:ext>
    </p:extLst>
  </p:cSld>
  <p:clrMapOvr>
    <a:masterClrMapping/>
  </p:clrMapOvr>
  <p:transition>
    <p:fade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F09148-A402-0A53-5B9D-41F45EA562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89656763-2773-FFB2-5324-1B6A122CC8B4}"/>
              </a:ext>
            </a:extLst>
          </p:cNvPr>
          <p:cNvSpPr/>
          <p:nvPr/>
        </p:nvSpPr>
        <p:spPr bwMode="auto">
          <a:xfrm>
            <a:off x="1013986" y="784412"/>
            <a:ext cx="3319671" cy="2551613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1400" b="1" dirty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EDCA495-BDB3-81E6-CE19-C82FB8683FED}"/>
              </a:ext>
            </a:extLst>
          </p:cNvPr>
          <p:cNvSpPr/>
          <p:nvPr/>
        </p:nvSpPr>
        <p:spPr bwMode="auto">
          <a:xfrm>
            <a:off x="2933383" y="2328596"/>
            <a:ext cx="1261062" cy="853809"/>
          </a:xfrm>
          <a:prstGeom prst="rect">
            <a:avLst/>
          </a:prstGeom>
          <a:solidFill>
            <a:schemeClr val="accent4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main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branch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3BD3952-7650-3E96-9ABB-5194EC9DA85E}"/>
              </a:ext>
            </a:extLst>
          </p:cNvPr>
          <p:cNvSpPr/>
          <p:nvPr/>
        </p:nvSpPr>
        <p:spPr bwMode="auto">
          <a:xfrm>
            <a:off x="2919657" y="922149"/>
            <a:ext cx="1261062" cy="853809"/>
          </a:xfrm>
          <a:prstGeom prst="rect">
            <a:avLst/>
          </a:prstGeom>
          <a:solidFill>
            <a:schemeClr val="bg1"/>
          </a:solidFill>
          <a:ln>
            <a:solidFill>
              <a:schemeClr val="tx1">
                <a:lumMod val="75000"/>
              </a:schemeClr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prod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workspace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F38A0F9-97F1-7E53-82DE-DEC4746CCD68}"/>
              </a:ext>
            </a:extLst>
          </p:cNvPr>
          <p:cNvSpPr/>
          <p:nvPr/>
        </p:nvSpPr>
        <p:spPr bwMode="auto">
          <a:xfrm>
            <a:off x="1140219" y="2328596"/>
            <a:ext cx="1261062" cy="853809"/>
          </a:xfrm>
          <a:prstGeom prst="rect">
            <a:avLst/>
          </a:prstGeom>
          <a:solidFill>
            <a:schemeClr val="bg1"/>
          </a:solidFill>
          <a:ln>
            <a:solidFill>
              <a:schemeClr val="tx1">
                <a:lumMod val="75000"/>
              </a:schemeClr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dev1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workspace</a:t>
            </a:r>
          </a:p>
        </p:txBody>
      </p:sp>
      <p:sp>
        <p:nvSpPr>
          <p:cNvPr id="7" name="Arrow: Right 6">
            <a:extLst>
              <a:ext uri="{FF2B5EF4-FFF2-40B4-BE49-F238E27FC236}">
                <a16:creationId xmlns:a16="http://schemas.microsoft.com/office/drawing/2014/main" id="{B3C7667E-C286-443C-7103-E0716F698742}"/>
              </a:ext>
            </a:extLst>
          </p:cNvPr>
          <p:cNvSpPr/>
          <p:nvPr/>
        </p:nvSpPr>
        <p:spPr bwMode="auto">
          <a:xfrm rot="5400000" flipH="1" flipV="1">
            <a:off x="3283251" y="1848513"/>
            <a:ext cx="552642" cy="407532"/>
          </a:xfrm>
          <a:prstGeom prst="rightArrow">
            <a:avLst>
              <a:gd name="adj1" fmla="val 61383"/>
              <a:gd name="adj2" fmla="val 50000"/>
            </a:avLst>
          </a:prstGeom>
          <a:solidFill>
            <a:srgbClr val="C00000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1200" b="1" dirty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8" name="Arrow: Right 7">
            <a:extLst>
              <a:ext uri="{FF2B5EF4-FFF2-40B4-BE49-F238E27FC236}">
                <a16:creationId xmlns:a16="http://schemas.microsoft.com/office/drawing/2014/main" id="{58C28B22-FF61-D55A-D371-7EA8B310DF75}"/>
              </a:ext>
            </a:extLst>
          </p:cNvPr>
          <p:cNvSpPr/>
          <p:nvPr/>
        </p:nvSpPr>
        <p:spPr bwMode="auto">
          <a:xfrm>
            <a:off x="2417207" y="2580064"/>
            <a:ext cx="516176" cy="350871"/>
          </a:xfrm>
          <a:prstGeom prst="rightArrow">
            <a:avLst>
              <a:gd name="adj1" fmla="val 61383"/>
              <a:gd name="adj2" fmla="val 50000"/>
            </a:avLst>
          </a:prstGeom>
          <a:solidFill>
            <a:srgbClr val="C00000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1000" b="1" dirty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47724901"/>
      </p:ext>
    </p:extLst>
  </p:cSld>
  <p:clrMapOvr>
    <a:masterClrMapping/>
  </p:clrMapOvr>
  <p:transition>
    <p:fade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D5B18D74-0A71-BA90-B0FB-6170CA23FDA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6580" y="589065"/>
            <a:ext cx="6392167" cy="2476846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508191561"/>
      </p:ext>
    </p:extLst>
  </p:cSld>
  <p:clrMapOvr>
    <a:masterClrMapping/>
  </p:clrMapOvr>
  <p:transition>
    <p:fade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15BB03-3C62-8381-5E78-7D7B79FAC3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826BF720-995B-6407-B753-644E91BC0FED}"/>
              </a:ext>
            </a:extLst>
          </p:cNvPr>
          <p:cNvSpPr/>
          <p:nvPr/>
        </p:nvSpPr>
        <p:spPr bwMode="auto">
          <a:xfrm>
            <a:off x="695787" y="643439"/>
            <a:ext cx="3319671" cy="2551613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1400" b="1" dirty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A91F1BA-C32C-AE02-614D-9698D0EB0CD4}"/>
              </a:ext>
            </a:extLst>
          </p:cNvPr>
          <p:cNvSpPr/>
          <p:nvPr/>
        </p:nvSpPr>
        <p:spPr bwMode="auto">
          <a:xfrm>
            <a:off x="2615184" y="2187623"/>
            <a:ext cx="1261062" cy="85380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main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branch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01A87DD5-1117-4E34-DEFA-603111C935C4}"/>
              </a:ext>
            </a:extLst>
          </p:cNvPr>
          <p:cNvSpPr/>
          <p:nvPr/>
        </p:nvSpPr>
        <p:spPr bwMode="auto">
          <a:xfrm>
            <a:off x="2601458" y="781176"/>
            <a:ext cx="1261062" cy="853809"/>
          </a:xfrm>
          <a:prstGeom prst="rect">
            <a:avLst/>
          </a:prstGeom>
          <a:solidFill>
            <a:schemeClr val="bg1"/>
          </a:solidFill>
          <a:ln>
            <a:solidFill>
              <a:schemeClr val="tx1">
                <a:lumMod val="75000"/>
              </a:schemeClr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prod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workspace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3953E3CE-51ED-3A3D-638E-02E135D85226}"/>
              </a:ext>
            </a:extLst>
          </p:cNvPr>
          <p:cNvSpPr/>
          <p:nvPr/>
        </p:nvSpPr>
        <p:spPr bwMode="auto">
          <a:xfrm>
            <a:off x="822020" y="2187623"/>
            <a:ext cx="1261062" cy="853809"/>
          </a:xfrm>
          <a:prstGeom prst="rect">
            <a:avLst/>
          </a:prstGeom>
          <a:solidFill>
            <a:schemeClr val="bg1"/>
          </a:solidFill>
          <a:ln>
            <a:solidFill>
              <a:schemeClr val="tx1">
                <a:lumMod val="75000"/>
              </a:schemeClr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dev1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workspace</a:t>
            </a:r>
          </a:p>
        </p:txBody>
      </p:sp>
      <p:sp>
        <p:nvSpPr>
          <p:cNvPr id="12" name="Arrow: Right 11">
            <a:extLst>
              <a:ext uri="{FF2B5EF4-FFF2-40B4-BE49-F238E27FC236}">
                <a16:creationId xmlns:a16="http://schemas.microsoft.com/office/drawing/2014/main" id="{087BC9B9-C2D3-05AB-EC3A-F9318B407D54}"/>
              </a:ext>
            </a:extLst>
          </p:cNvPr>
          <p:cNvSpPr/>
          <p:nvPr/>
        </p:nvSpPr>
        <p:spPr bwMode="auto">
          <a:xfrm rot="16200000" flipH="1">
            <a:off x="2965052" y="1707540"/>
            <a:ext cx="552642" cy="407532"/>
          </a:xfrm>
          <a:prstGeom prst="rightArrow">
            <a:avLst>
              <a:gd name="adj1" fmla="val 61383"/>
              <a:gd name="adj2" fmla="val 50000"/>
            </a:avLst>
          </a:prstGeom>
          <a:solidFill>
            <a:srgbClr val="C00000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1200" b="1" dirty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13" name="Arrow: Right 12">
            <a:extLst>
              <a:ext uri="{FF2B5EF4-FFF2-40B4-BE49-F238E27FC236}">
                <a16:creationId xmlns:a16="http://schemas.microsoft.com/office/drawing/2014/main" id="{3EFAFF4E-8654-FA8B-0C1D-6BD3825349A8}"/>
              </a:ext>
            </a:extLst>
          </p:cNvPr>
          <p:cNvSpPr/>
          <p:nvPr/>
        </p:nvSpPr>
        <p:spPr bwMode="auto">
          <a:xfrm>
            <a:off x="2099008" y="2439091"/>
            <a:ext cx="516176" cy="350871"/>
          </a:xfrm>
          <a:prstGeom prst="rightArrow">
            <a:avLst>
              <a:gd name="adj1" fmla="val 61383"/>
              <a:gd name="adj2" fmla="val 50000"/>
            </a:avLst>
          </a:prstGeom>
          <a:solidFill>
            <a:srgbClr val="C00000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1000" b="1" dirty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  <p:pic>
        <p:nvPicPr>
          <p:cNvPr id="16" name="Graphic 15" descr="No sign with solid fill">
            <a:extLst>
              <a:ext uri="{FF2B5EF4-FFF2-40B4-BE49-F238E27FC236}">
                <a16:creationId xmlns:a16="http://schemas.microsoft.com/office/drawing/2014/main" id="{9CB64DF4-1A32-19F6-DF29-F7B9F1DAE76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790399" y="2187623"/>
            <a:ext cx="910632" cy="9106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81511937"/>
      </p:ext>
    </p:extLst>
  </p:cSld>
  <p:clrMapOvr>
    <a:masterClrMapping/>
  </p:clrMapOvr>
  <p:transition>
    <p:fade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737AA8-FDDF-0FD1-6582-C416C5EF05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Rectangle 45">
            <a:extLst>
              <a:ext uri="{FF2B5EF4-FFF2-40B4-BE49-F238E27FC236}">
                <a16:creationId xmlns:a16="http://schemas.microsoft.com/office/drawing/2014/main" id="{884E3BD8-CD04-38F5-13F8-6822EB428B33}"/>
              </a:ext>
            </a:extLst>
          </p:cNvPr>
          <p:cNvSpPr/>
          <p:nvPr/>
        </p:nvSpPr>
        <p:spPr bwMode="auto">
          <a:xfrm flipH="1">
            <a:off x="634999" y="533261"/>
            <a:ext cx="4179515" cy="916351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1000" b="1" dirty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0549E81B-E252-61F1-E3B5-FF2CCE5DAECE}"/>
              </a:ext>
            </a:extLst>
          </p:cNvPr>
          <p:cNvSpPr/>
          <p:nvPr/>
        </p:nvSpPr>
        <p:spPr bwMode="auto">
          <a:xfrm>
            <a:off x="3287605" y="638370"/>
            <a:ext cx="1409157" cy="706132"/>
          </a:xfrm>
          <a:prstGeom prst="rect">
            <a:avLst/>
          </a:prstGeom>
          <a:solidFill>
            <a:schemeClr val="accent1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release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branch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475E2F17-4E3D-E61E-EA70-FE34E0ADFA16}"/>
              </a:ext>
            </a:extLst>
          </p:cNvPr>
          <p:cNvSpPr/>
          <p:nvPr/>
        </p:nvSpPr>
        <p:spPr bwMode="auto">
          <a:xfrm>
            <a:off x="781825" y="638370"/>
            <a:ext cx="1409157" cy="706132"/>
          </a:xfrm>
          <a:prstGeom prst="rect">
            <a:avLst/>
          </a:prstGeom>
          <a:solidFill>
            <a:schemeClr val="accent2">
              <a:lumMod val="50000"/>
            </a:schemeClr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0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feature1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000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branch</a:t>
            </a:r>
          </a:p>
        </p:txBody>
      </p:sp>
      <p:sp>
        <p:nvSpPr>
          <p:cNvPr id="56" name="Arrow: Right 55">
            <a:extLst>
              <a:ext uri="{FF2B5EF4-FFF2-40B4-BE49-F238E27FC236}">
                <a16:creationId xmlns:a16="http://schemas.microsoft.com/office/drawing/2014/main" id="{B025234D-1840-1435-423D-7F4152794A02}"/>
              </a:ext>
            </a:extLst>
          </p:cNvPr>
          <p:cNvSpPr/>
          <p:nvPr/>
        </p:nvSpPr>
        <p:spPr bwMode="auto">
          <a:xfrm>
            <a:off x="2186409" y="783053"/>
            <a:ext cx="1041680" cy="416767"/>
          </a:xfrm>
          <a:prstGeom prst="rightArrow">
            <a:avLst>
              <a:gd name="adj1" fmla="val 61383"/>
              <a:gd name="adj2" fmla="val 60168"/>
            </a:avLst>
          </a:prstGeom>
          <a:solidFill>
            <a:srgbClr val="C00000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8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Pull Request</a:t>
            </a:r>
          </a:p>
        </p:txBody>
      </p:sp>
    </p:spTree>
    <p:extLst>
      <p:ext uri="{BB962C8B-B14F-4D97-AF65-F5344CB8AC3E}">
        <p14:creationId xmlns:p14="http://schemas.microsoft.com/office/powerpoint/2010/main" val="99627246"/>
      </p:ext>
    </p:extLst>
  </p:cSld>
  <p:clrMapOvr>
    <a:masterClrMapping/>
  </p:clrMapOvr>
  <p:transition>
    <p:fade/>
  </p:transition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D0A4931A-08F1-28FF-BCC2-D3A5E41604F5}"/>
              </a:ext>
            </a:extLst>
          </p:cNvPr>
          <p:cNvSpPr/>
          <p:nvPr/>
        </p:nvSpPr>
        <p:spPr bwMode="auto">
          <a:xfrm>
            <a:off x="775253" y="852860"/>
            <a:ext cx="3474975" cy="2963766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1400" b="1" dirty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2AF5B037-D4F1-8E47-60C0-BACD79E56D07}"/>
              </a:ext>
            </a:extLst>
          </p:cNvPr>
          <p:cNvGrpSpPr/>
          <p:nvPr/>
        </p:nvGrpSpPr>
        <p:grpSpPr>
          <a:xfrm>
            <a:off x="921927" y="1013791"/>
            <a:ext cx="1261062" cy="2601961"/>
            <a:chOff x="5239777" y="695739"/>
            <a:chExt cx="1261062" cy="2601961"/>
          </a:xfrm>
        </p:grpSpPr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D022EAFC-5123-14A5-1397-7936B6CE4AA4}"/>
                </a:ext>
              </a:extLst>
            </p:cNvPr>
            <p:cNvSpPr/>
            <p:nvPr/>
          </p:nvSpPr>
          <p:spPr bwMode="auto">
            <a:xfrm>
              <a:off x="5239777" y="2022754"/>
              <a:ext cx="1261062" cy="1274946"/>
            </a:xfrm>
            <a:prstGeom prst="rect">
              <a:avLst/>
            </a:prstGeom>
            <a:solidFill>
              <a:schemeClr val="accent2">
                <a:lumMod val="50000"/>
              </a:schemeClr>
            </a:solidFill>
            <a:ln>
              <a:noFill/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1400" b="1" dirty="0">
                  <a:gradFill>
                    <a:gsLst>
                      <a:gs pos="0">
                        <a:srgbClr val="FFFFFF"/>
                      </a:gs>
                      <a:gs pos="100000">
                        <a:srgbClr val="FFFFFF"/>
                      </a:gs>
                    </a:gsLst>
                    <a:lin ang="5400000" scaled="0"/>
                  </a:gra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rPr>
                <a:t>feature</a:t>
              </a:r>
            </a:p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1400" dirty="0">
                  <a:gradFill>
                    <a:gsLst>
                      <a:gs pos="0">
                        <a:srgbClr val="FFFFFF"/>
                      </a:gs>
                      <a:gs pos="100000">
                        <a:srgbClr val="FFFFFF"/>
                      </a:gs>
                    </a:gsLst>
                    <a:lin ang="5400000" scaled="0"/>
                  </a:gra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rPr>
                <a:t>branch</a:t>
              </a:r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6628062B-B605-F225-8404-ABA8845BCC26}"/>
                </a:ext>
              </a:extLst>
            </p:cNvPr>
            <p:cNvSpPr/>
            <p:nvPr/>
          </p:nvSpPr>
          <p:spPr bwMode="auto">
            <a:xfrm>
              <a:off x="5239777" y="695739"/>
              <a:ext cx="1261062" cy="85380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>
                  <a:lumMod val="75000"/>
                </a:schemeClr>
              </a:solidFill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1400" b="1" dirty="0">
                  <a:solidFill>
                    <a:schemeClr val="tx1"/>
                  </a:soli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rPr>
                <a:t>feature</a:t>
              </a:r>
            </a:p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1400" dirty="0">
                  <a:solidFill>
                    <a:schemeClr val="tx1"/>
                  </a:soli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rPr>
                <a:t>workspace</a:t>
              </a:r>
            </a:p>
          </p:txBody>
        </p:sp>
        <p:sp>
          <p:nvSpPr>
            <p:cNvPr id="21" name="Arrow: Right 20">
              <a:extLst>
                <a:ext uri="{FF2B5EF4-FFF2-40B4-BE49-F238E27FC236}">
                  <a16:creationId xmlns:a16="http://schemas.microsoft.com/office/drawing/2014/main" id="{FDAA4910-813A-B3B4-1E9D-E167A8085D70}"/>
                </a:ext>
              </a:extLst>
            </p:cNvPr>
            <p:cNvSpPr/>
            <p:nvPr/>
          </p:nvSpPr>
          <p:spPr bwMode="auto">
            <a:xfrm rot="16200000">
              <a:off x="5666768" y="1663964"/>
              <a:ext cx="407079" cy="282097"/>
            </a:xfrm>
            <a:prstGeom prst="rightArrow">
              <a:avLst>
                <a:gd name="adj1" fmla="val 61383"/>
                <a:gd name="adj2" fmla="val 50000"/>
              </a:avLst>
            </a:prstGeom>
            <a:solidFill>
              <a:srgbClr val="C00000"/>
            </a:solidFill>
            <a:ln>
              <a:noFill/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endParaRPr lang="en-US" sz="12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endParaRPr>
            </a:p>
          </p:txBody>
        </p: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09ADFB1F-17FA-C7F9-9A75-9993B813B788}"/>
              </a:ext>
            </a:extLst>
          </p:cNvPr>
          <p:cNvGrpSpPr/>
          <p:nvPr/>
        </p:nvGrpSpPr>
        <p:grpSpPr>
          <a:xfrm>
            <a:off x="2855790" y="1013791"/>
            <a:ext cx="1261062" cy="2601961"/>
            <a:chOff x="5239777" y="695739"/>
            <a:chExt cx="1261062" cy="2601961"/>
          </a:xfrm>
        </p:grpSpPr>
        <p:sp>
          <p:nvSpPr>
            <p:cNvPr id="24" name="Rectangle 23">
              <a:extLst>
                <a:ext uri="{FF2B5EF4-FFF2-40B4-BE49-F238E27FC236}">
                  <a16:creationId xmlns:a16="http://schemas.microsoft.com/office/drawing/2014/main" id="{D9C99F46-C04E-B270-DA61-063B4AC5A842}"/>
                </a:ext>
              </a:extLst>
            </p:cNvPr>
            <p:cNvSpPr/>
            <p:nvPr/>
          </p:nvSpPr>
          <p:spPr bwMode="auto">
            <a:xfrm>
              <a:off x="5239777" y="2022754"/>
              <a:ext cx="1261062" cy="1274946"/>
            </a:xfrm>
            <a:prstGeom prst="rect">
              <a:avLst/>
            </a:prstGeom>
            <a:solidFill>
              <a:schemeClr val="accent1"/>
            </a:solidFill>
            <a:ln>
              <a:noFill/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1400" b="1" dirty="0">
                  <a:gradFill>
                    <a:gsLst>
                      <a:gs pos="0">
                        <a:srgbClr val="FFFFFF"/>
                      </a:gs>
                      <a:gs pos="100000">
                        <a:srgbClr val="FFFFFF"/>
                      </a:gs>
                    </a:gsLst>
                    <a:lin ang="5400000" scaled="0"/>
                  </a:gra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rPr>
                <a:t>main</a:t>
              </a:r>
            </a:p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1400" dirty="0">
                  <a:gradFill>
                    <a:gsLst>
                      <a:gs pos="0">
                        <a:srgbClr val="FFFFFF"/>
                      </a:gs>
                      <a:gs pos="100000">
                        <a:srgbClr val="FFFFFF"/>
                      </a:gs>
                    </a:gsLst>
                    <a:lin ang="5400000" scaled="0"/>
                  </a:gra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rPr>
                <a:t>branch</a:t>
              </a:r>
            </a:p>
          </p:txBody>
        </p:sp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2BDE3C57-59D7-8F29-7CD2-60C6983FAD65}"/>
                </a:ext>
              </a:extLst>
            </p:cNvPr>
            <p:cNvSpPr/>
            <p:nvPr/>
          </p:nvSpPr>
          <p:spPr bwMode="auto">
            <a:xfrm>
              <a:off x="5239777" y="695739"/>
              <a:ext cx="1261062" cy="85380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>
                  <a:lumMod val="75000"/>
                </a:schemeClr>
              </a:solidFill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1400" b="1" dirty="0">
                  <a:solidFill>
                    <a:schemeClr val="tx1"/>
                  </a:soli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rPr>
                <a:t>Prod</a:t>
              </a:r>
            </a:p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1400" dirty="0">
                  <a:solidFill>
                    <a:schemeClr val="tx1"/>
                  </a:soli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rPr>
                <a:t>workspace</a:t>
              </a:r>
            </a:p>
          </p:txBody>
        </p:sp>
        <p:sp>
          <p:nvSpPr>
            <p:cNvPr id="26" name="Arrow: Right 25">
              <a:extLst>
                <a:ext uri="{FF2B5EF4-FFF2-40B4-BE49-F238E27FC236}">
                  <a16:creationId xmlns:a16="http://schemas.microsoft.com/office/drawing/2014/main" id="{78E118AF-27DA-883D-7A92-331484A33B66}"/>
                </a:ext>
              </a:extLst>
            </p:cNvPr>
            <p:cNvSpPr/>
            <p:nvPr/>
          </p:nvSpPr>
          <p:spPr bwMode="auto">
            <a:xfrm rot="5400000" flipV="1">
              <a:off x="5666768" y="1663964"/>
              <a:ext cx="407079" cy="282097"/>
            </a:xfrm>
            <a:prstGeom prst="rightArrow">
              <a:avLst>
                <a:gd name="adj1" fmla="val 61383"/>
                <a:gd name="adj2" fmla="val 50000"/>
              </a:avLst>
            </a:prstGeom>
            <a:solidFill>
              <a:srgbClr val="C00000"/>
            </a:solidFill>
            <a:ln>
              <a:noFill/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endParaRPr lang="en-US" sz="12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endParaRPr>
            </a:p>
          </p:txBody>
        </p:sp>
      </p:grpSp>
      <p:sp>
        <p:nvSpPr>
          <p:cNvPr id="27" name="Arrow: Right 26">
            <a:extLst>
              <a:ext uri="{FF2B5EF4-FFF2-40B4-BE49-F238E27FC236}">
                <a16:creationId xmlns:a16="http://schemas.microsoft.com/office/drawing/2014/main" id="{7ACC4CEC-CEEE-FFD5-3AF7-A1C423F543A1}"/>
              </a:ext>
            </a:extLst>
          </p:cNvPr>
          <p:cNvSpPr/>
          <p:nvPr/>
        </p:nvSpPr>
        <p:spPr bwMode="auto">
          <a:xfrm flipH="1">
            <a:off x="2238964" y="2771705"/>
            <a:ext cx="572820" cy="350871"/>
          </a:xfrm>
          <a:prstGeom prst="rightArrow">
            <a:avLst>
              <a:gd name="adj1" fmla="val 61383"/>
              <a:gd name="adj2" fmla="val 50000"/>
            </a:avLst>
          </a:prstGeom>
          <a:solidFill>
            <a:srgbClr val="C00000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1000" b="1" dirty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8270882"/>
      </p:ext>
    </p:extLst>
  </p:cSld>
  <p:clrMapOvr>
    <a:masterClrMapping/>
  </p:clrMapOvr>
  <p:transition>
    <p:fade/>
  </p:transition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Rectangle 45">
            <a:extLst>
              <a:ext uri="{FF2B5EF4-FFF2-40B4-BE49-F238E27FC236}">
                <a16:creationId xmlns:a16="http://schemas.microsoft.com/office/drawing/2014/main" id="{A81DDA98-4825-3921-6F0B-696CE3501D6D}"/>
              </a:ext>
            </a:extLst>
          </p:cNvPr>
          <p:cNvSpPr/>
          <p:nvPr/>
        </p:nvSpPr>
        <p:spPr bwMode="auto">
          <a:xfrm flipH="1">
            <a:off x="1977886" y="1175361"/>
            <a:ext cx="6669158" cy="2321901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1000" b="1" dirty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298B2A83-4564-52E5-22F7-DDF892336EC5}"/>
              </a:ext>
            </a:extLst>
          </p:cNvPr>
          <p:cNvSpPr/>
          <p:nvPr/>
        </p:nvSpPr>
        <p:spPr bwMode="auto">
          <a:xfrm>
            <a:off x="7094291" y="1313887"/>
            <a:ext cx="1409157" cy="2054647"/>
          </a:xfrm>
          <a:prstGeom prst="rect">
            <a:avLst/>
          </a:prstGeom>
          <a:solidFill>
            <a:schemeClr val="accent1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release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branch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EF4CD762-EA8E-00DE-6D9A-96A9231765F1}"/>
              </a:ext>
            </a:extLst>
          </p:cNvPr>
          <p:cNvGrpSpPr/>
          <p:nvPr/>
        </p:nvGrpSpPr>
        <p:grpSpPr>
          <a:xfrm>
            <a:off x="2082733" y="1313888"/>
            <a:ext cx="4952043" cy="616415"/>
            <a:chOff x="1416811" y="3878184"/>
            <a:chExt cx="4952043" cy="616415"/>
          </a:xfrm>
        </p:grpSpPr>
        <p:sp>
          <p:nvSpPr>
            <p:cNvPr id="48" name="Rectangle 47">
              <a:extLst>
                <a:ext uri="{FF2B5EF4-FFF2-40B4-BE49-F238E27FC236}">
                  <a16:creationId xmlns:a16="http://schemas.microsoft.com/office/drawing/2014/main" id="{C140A259-408C-88D5-5936-1933949BDB28}"/>
                </a:ext>
              </a:extLst>
            </p:cNvPr>
            <p:cNvSpPr/>
            <p:nvPr/>
          </p:nvSpPr>
          <p:spPr bwMode="auto">
            <a:xfrm>
              <a:off x="3922590" y="3883937"/>
              <a:ext cx="1409157" cy="604908"/>
            </a:xfrm>
            <a:prstGeom prst="rect">
              <a:avLst/>
            </a:prstGeom>
            <a:solidFill>
              <a:schemeClr val="accent2">
                <a:lumMod val="50000"/>
              </a:schemeClr>
            </a:solidFill>
            <a:ln>
              <a:noFill/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1000" b="1" dirty="0">
                  <a:gradFill>
                    <a:gsLst>
                      <a:gs pos="0">
                        <a:srgbClr val="FFFFFF"/>
                      </a:gs>
                      <a:gs pos="100000">
                        <a:srgbClr val="FFFFFF"/>
                      </a:gs>
                    </a:gsLst>
                    <a:lin ang="5400000" scaled="0"/>
                  </a:gra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rPr>
                <a:t>feature1</a:t>
              </a:r>
            </a:p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1000" dirty="0">
                  <a:gradFill>
                    <a:gsLst>
                      <a:gs pos="0">
                        <a:srgbClr val="FFFFFF"/>
                      </a:gs>
                      <a:gs pos="100000">
                        <a:srgbClr val="FFFFFF"/>
                      </a:gs>
                    </a:gsLst>
                    <a:lin ang="5400000" scaled="0"/>
                  </a:gra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rPr>
                <a:t>branch</a:t>
              </a:r>
            </a:p>
          </p:txBody>
        </p:sp>
        <p:sp>
          <p:nvSpPr>
            <p:cNvPr id="49" name="Rectangle 48">
              <a:extLst>
                <a:ext uri="{FF2B5EF4-FFF2-40B4-BE49-F238E27FC236}">
                  <a16:creationId xmlns:a16="http://schemas.microsoft.com/office/drawing/2014/main" id="{82CAEC50-BE3D-1C89-F9B0-F46AB8D3892D}"/>
                </a:ext>
              </a:extLst>
            </p:cNvPr>
            <p:cNvSpPr/>
            <p:nvPr/>
          </p:nvSpPr>
          <p:spPr bwMode="auto">
            <a:xfrm>
              <a:off x="1416811" y="3878184"/>
              <a:ext cx="1409157" cy="616415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>
                  <a:lumMod val="75000"/>
                </a:schemeClr>
              </a:solidFill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1000" b="1" dirty="0">
                  <a:solidFill>
                    <a:schemeClr val="tx1"/>
                  </a:soli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rPr>
                <a:t>feature1</a:t>
              </a:r>
            </a:p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1000" dirty="0">
                  <a:solidFill>
                    <a:schemeClr val="tx1"/>
                  </a:soli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rPr>
                <a:t>workspace</a:t>
              </a:r>
            </a:p>
          </p:txBody>
        </p:sp>
        <p:sp>
          <p:nvSpPr>
            <p:cNvPr id="56" name="Arrow: Right 55">
              <a:extLst>
                <a:ext uri="{FF2B5EF4-FFF2-40B4-BE49-F238E27FC236}">
                  <a16:creationId xmlns:a16="http://schemas.microsoft.com/office/drawing/2014/main" id="{999A10B0-4F22-0404-DF5E-1ACDABDD623F}"/>
                </a:ext>
              </a:extLst>
            </p:cNvPr>
            <p:cNvSpPr/>
            <p:nvPr/>
          </p:nvSpPr>
          <p:spPr bwMode="auto">
            <a:xfrm>
              <a:off x="5327174" y="3978008"/>
              <a:ext cx="1041680" cy="416767"/>
            </a:xfrm>
            <a:prstGeom prst="rightArrow">
              <a:avLst>
                <a:gd name="adj1" fmla="val 61383"/>
                <a:gd name="adj2" fmla="val 60168"/>
              </a:avLst>
            </a:prstGeom>
            <a:solidFill>
              <a:srgbClr val="C00000"/>
            </a:solidFill>
            <a:ln>
              <a:noFill/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800" b="1" dirty="0">
                  <a:gradFill>
                    <a:gsLst>
                      <a:gs pos="0">
                        <a:srgbClr val="FFFFFF"/>
                      </a:gs>
                      <a:gs pos="100000">
                        <a:srgbClr val="FFFFFF"/>
                      </a:gs>
                    </a:gsLst>
                    <a:lin ang="5400000" scaled="0"/>
                  </a:gra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rPr>
                <a:t>Pull Request</a:t>
              </a:r>
            </a:p>
          </p:txBody>
        </p:sp>
        <p:sp>
          <p:nvSpPr>
            <p:cNvPr id="3" name="Arrow: Right 2">
              <a:extLst>
                <a:ext uri="{FF2B5EF4-FFF2-40B4-BE49-F238E27FC236}">
                  <a16:creationId xmlns:a16="http://schemas.microsoft.com/office/drawing/2014/main" id="{FAA8980D-D811-36BA-4738-8FA746E5D57B}"/>
                </a:ext>
              </a:extLst>
            </p:cNvPr>
            <p:cNvSpPr/>
            <p:nvPr/>
          </p:nvSpPr>
          <p:spPr bwMode="auto">
            <a:xfrm>
              <a:off x="2825969" y="3978008"/>
              <a:ext cx="1096620" cy="416767"/>
            </a:xfrm>
            <a:prstGeom prst="rightArrow">
              <a:avLst>
                <a:gd name="adj1" fmla="val 61383"/>
                <a:gd name="adj2" fmla="val 60168"/>
              </a:avLst>
            </a:prstGeom>
            <a:solidFill>
              <a:srgbClr val="C00000"/>
            </a:solidFill>
            <a:ln>
              <a:noFill/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800" b="1" dirty="0">
                  <a:gradFill>
                    <a:gsLst>
                      <a:gs pos="0">
                        <a:srgbClr val="FFFFFF"/>
                      </a:gs>
                      <a:gs pos="100000">
                        <a:srgbClr val="FFFFFF"/>
                      </a:gs>
                    </a:gsLst>
                    <a:lin ang="5400000" scaled="0"/>
                  </a:gra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rPr>
                <a:t>Commit to GIT</a:t>
              </a:r>
            </a:p>
          </p:txBody>
        </p:sp>
      </p:grpSp>
      <p:grpSp>
        <p:nvGrpSpPr>
          <p:cNvPr id="5" name="Group 4">
            <a:extLst>
              <a:ext uri="{FF2B5EF4-FFF2-40B4-BE49-F238E27FC236}">
                <a16:creationId xmlns:a16="http://schemas.microsoft.com/office/drawing/2014/main" id="{EA97CE6D-EC9E-FAF3-6307-7251AA253E38}"/>
              </a:ext>
            </a:extLst>
          </p:cNvPr>
          <p:cNvGrpSpPr/>
          <p:nvPr/>
        </p:nvGrpSpPr>
        <p:grpSpPr>
          <a:xfrm>
            <a:off x="2082733" y="2030127"/>
            <a:ext cx="4952043" cy="616415"/>
            <a:chOff x="1416811" y="3878184"/>
            <a:chExt cx="4952043" cy="616415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ABD8481D-EA1C-F0DA-BC7A-1C4B8EDDBCF4}"/>
                </a:ext>
              </a:extLst>
            </p:cNvPr>
            <p:cNvSpPr/>
            <p:nvPr/>
          </p:nvSpPr>
          <p:spPr bwMode="auto">
            <a:xfrm>
              <a:off x="3922590" y="3883937"/>
              <a:ext cx="1409157" cy="604908"/>
            </a:xfrm>
            <a:prstGeom prst="rect">
              <a:avLst/>
            </a:prstGeom>
            <a:solidFill>
              <a:schemeClr val="accent2">
                <a:lumMod val="50000"/>
              </a:schemeClr>
            </a:solidFill>
            <a:ln>
              <a:noFill/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1000" b="1" dirty="0">
                  <a:gradFill>
                    <a:gsLst>
                      <a:gs pos="0">
                        <a:srgbClr val="FFFFFF"/>
                      </a:gs>
                      <a:gs pos="100000">
                        <a:srgbClr val="FFFFFF"/>
                      </a:gs>
                    </a:gsLst>
                    <a:lin ang="5400000" scaled="0"/>
                  </a:gra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rPr>
                <a:t>feature2</a:t>
              </a:r>
            </a:p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1000" dirty="0">
                  <a:gradFill>
                    <a:gsLst>
                      <a:gs pos="0">
                        <a:srgbClr val="FFFFFF"/>
                      </a:gs>
                      <a:gs pos="100000">
                        <a:srgbClr val="FFFFFF"/>
                      </a:gs>
                    </a:gsLst>
                    <a:lin ang="5400000" scaled="0"/>
                  </a:gra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rPr>
                <a:t>branch</a:t>
              </a:r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AF59C0FB-B20F-E0F0-6FD1-C4F4CDDFC7C8}"/>
                </a:ext>
              </a:extLst>
            </p:cNvPr>
            <p:cNvSpPr/>
            <p:nvPr/>
          </p:nvSpPr>
          <p:spPr bwMode="auto">
            <a:xfrm>
              <a:off x="1416811" y="3878184"/>
              <a:ext cx="1409157" cy="616415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>
                  <a:lumMod val="75000"/>
                </a:schemeClr>
              </a:solidFill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1000" b="1" dirty="0">
                  <a:solidFill>
                    <a:schemeClr val="tx1"/>
                  </a:soli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rPr>
                <a:t>feature2</a:t>
              </a:r>
            </a:p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1000" dirty="0">
                  <a:solidFill>
                    <a:schemeClr val="tx1"/>
                  </a:soli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rPr>
                <a:t>workspace</a:t>
              </a:r>
            </a:p>
          </p:txBody>
        </p:sp>
        <p:sp>
          <p:nvSpPr>
            <p:cNvPr id="8" name="Arrow: Right 7">
              <a:extLst>
                <a:ext uri="{FF2B5EF4-FFF2-40B4-BE49-F238E27FC236}">
                  <a16:creationId xmlns:a16="http://schemas.microsoft.com/office/drawing/2014/main" id="{D00F47C6-5F64-DA04-F132-E1B3430539EB}"/>
                </a:ext>
              </a:extLst>
            </p:cNvPr>
            <p:cNvSpPr/>
            <p:nvPr/>
          </p:nvSpPr>
          <p:spPr bwMode="auto">
            <a:xfrm>
              <a:off x="5327174" y="3978008"/>
              <a:ext cx="1041680" cy="416767"/>
            </a:xfrm>
            <a:prstGeom prst="rightArrow">
              <a:avLst>
                <a:gd name="adj1" fmla="val 61383"/>
                <a:gd name="adj2" fmla="val 60168"/>
              </a:avLst>
            </a:prstGeom>
            <a:solidFill>
              <a:srgbClr val="C00000"/>
            </a:solidFill>
            <a:ln>
              <a:noFill/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800" b="1" dirty="0">
                  <a:gradFill>
                    <a:gsLst>
                      <a:gs pos="0">
                        <a:srgbClr val="FFFFFF"/>
                      </a:gs>
                      <a:gs pos="100000">
                        <a:srgbClr val="FFFFFF"/>
                      </a:gs>
                    </a:gsLst>
                    <a:lin ang="5400000" scaled="0"/>
                  </a:gra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rPr>
                <a:t>Pull Request</a:t>
              </a:r>
            </a:p>
          </p:txBody>
        </p:sp>
        <p:sp>
          <p:nvSpPr>
            <p:cNvPr id="9" name="Arrow: Right 8">
              <a:extLst>
                <a:ext uri="{FF2B5EF4-FFF2-40B4-BE49-F238E27FC236}">
                  <a16:creationId xmlns:a16="http://schemas.microsoft.com/office/drawing/2014/main" id="{1AD8180A-556E-88B9-715E-50B79156C345}"/>
                </a:ext>
              </a:extLst>
            </p:cNvPr>
            <p:cNvSpPr/>
            <p:nvPr/>
          </p:nvSpPr>
          <p:spPr bwMode="auto">
            <a:xfrm>
              <a:off x="2825969" y="3978008"/>
              <a:ext cx="1096620" cy="416767"/>
            </a:xfrm>
            <a:prstGeom prst="rightArrow">
              <a:avLst>
                <a:gd name="adj1" fmla="val 61383"/>
                <a:gd name="adj2" fmla="val 60168"/>
              </a:avLst>
            </a:prstGeom>
            <a:solidFill>
              <a:srgbClr val="C00000"/>
            </a:solidFill>
            <a:ln>
              <a:noFill/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800" b="1" dirty="0">
                  <a:gradFill>
                    <a:gsLst>
                      <a:gs pos="0">
                        <a:srgbClr val="FFFFFF"/>
                      </a:gs>
                      <a:gs pos="100000">
                        <a:srgbClr val="FFFFFF"/>
                      </a:gs>
                    </a:gsLst>
                    <a:lin ang="5400000" scaled="0"/>
                  </a:gra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rPr>
                <a:t>Commit to GIT</a:t>
              </a:r>
            </a:p>
          </p:txBody>
        </p:sp>
      </p:grpSp>
      <p:grpSp>
        <p:nvGrpSpPr>
          <p:cNvPr id="2" name="Group 1">
            <a:extLst>
              <a:ext uri="{FF2B5EF4-FFF2-40B4-BE49-F238E27FC236}">
                <a16:creationId xmlns:a16="http://schemas.microsoft.com/office/drawing/2014/main" id="{706EC83E-E5C7-D107-9855-13D4C4E205EE}"/>
              </a:ext>
            </a:extLst>
          </p:cNvPr>
          <p:cNvGrpSpPr/>
          <p:nvPr/>
        </p:nvGrpSpPr>
        <p:grpSpPr>
          <a:xfrm>
            <a:off x="2082733" y="2757873"/>
            <a:ext cx="4952043" cy="616415"/>
            <a:chOff x="1416811" y="3878184"/>
            <a:chExt cx="4952043" cy="616415"/>
          </a:xfrm>
        </p:grpSpPr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89E051BF-9CA4-080B-63D6-C7B7165D5228}"/>
                </a:ext>
              </a:extLst>
            </p:cNvPr>
            <p:cNvSpPr/>
            <p:nvPr/>
          </p:nvSpPr>
          <p:spPr bwMode="auto">
            <a:xfrm>
              <a:off x="3922590" y="3883937"/>
              <a:ext cx="1409157" cy="604908"/>
            </a:xfrm>
            <a:prstGeom prst="rect">
              <a:avLst/>
            </a:prstGeom>
            <a:solidFill>
              <a:schemeClr val="accent2">
                <a:lumMod val="50000"/>
              </a:schemeClr>
            </a:solidFill>
            <a:ln>
              <a:noFill/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1000" b="1" dirty="0">
                  <a:gradFill>
                    <a:gsLst>
                      <a:gs pos="0">
                        <a:srgbClr val="FFFFFF"/>
                      </a:gs>
                      <a:gs pos="100000">
                        <a:srgbClr val="FFFFFF"/>
                      </a:gs>
                    </a:gsLst>
                    <a:lin ang="5400000" scaled="0"/>
                  </a:gra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rPr>
                <a:t>feature3</a:t>
              </a:r>
            </a:p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1000" dirty="0">
                  <a:gradFill>
                    <a:gsLst>
                      <a:gs pos="0">
                        <a:srgbClr val="FFFFFF"/>
                      </a:gs>
                      <a:gs pos="100000">
                        <a:srgbClr val="FFFFFF"/>
                      </a:gs>
                    </a:gsLst>
                    <a:lin ang="5400000" scaled="0"/>
                  </a:gra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rPr>
                <a:t>branch</a:t>
              </a:r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45C4778A-0E85-08B9-E943-20B86201F592}"/>
                </a:ext>
              </a:extLst>
            </p:cNvPr>
            <p:cNvSpPr/>
            <p:nvPr/>
          </p:nvSpPr>
          <p:spPr bwMode="auto">
            <a:xfrm>
              <a:off x="1416811" y="3878184"/>
              <a:ext cx="1409157" cy="616415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>
                  <a:lumMod val="75000"/>
                </a:schemeClr>
              </a:solidFill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1000" b="1" dirty="0">
                  <a:solidFill>
                    <a:schemeClr val="tx1"/>
                  </a:soli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rPr>
                <a:t>feature3</a:t>
              </a:r>
            </a:p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1000" dirty="0">
                  <a:solidFill>
                    <a:schemeClr val="tx1"/>
                  </a:soli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rPr>
                <a:t>workspace</a:t>
              </a:r>
            </a:p>
          </p:txBody>
        </p:sp>
        <p:sp>
          <p:nvSpPr>
            <p:cNvPr id="12" name="Arrow: Right 11">
              <a:extLst>
                <a:ext uri="{FF2B5EF4-FFF2-40B4-BE49-F238E27FC236}">
                  <a16:creationId xmlns:a16="http://schemas.microsoft.com/office/drawing/2014/main" id="{DEEA3F44-DFF7-0EA7-2410-E957845295BD}"/>
                </a:ext>
              </a:extLst>
            </p:cNvPr>
            <p:cNvSpPr/>
            <p:nvPr/>
          </p:nvSpPr>
          <p:spPr bwMode="auto">
            <a:xfrm>
              <a:off x="5327174" y="3978008"/>
              <a:ext cx="1041680" cy="416767"/>
            </a:xfrm>
            <a:prstGeom prst="rightArrow">
              <a:avLst>
                <a:gd name="adj1" fmla="val 61383"/>
                <a:gd name="adj2" fmla="val 60168"/>
              </a:avLst>
            </a:prstGeom>
            <a:solidFill>
              <a:srgbClr val="C00000"/>
            </a:solidFill>
            <a:ln>
              <a:noFill/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800" b="1" dirty="0">
                  <a:gradFill>
                    <a:gsLst>
                      <a:gs pos="0">
                        <a:srgbClr val="FFFFFF"/>
                      </a:gs>
                      <a:gs pos="100000">
                        <a:srgbClr val="FFFFFF"/>
                      </a:gs>
                    </a:gsLst>
                    <a:lin ang="5400000" scaled="0"/>
                  </a:gra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rPr>
                <a:t>Pull Request</a:t>
              </a:r>
            </a:p>
          </p:txBody>
        </p:sp>
        <p:sp>
          <p:nvSpPr>
            <p:cNvPr id="13" name="Arrow: Right 12">
              <a:extLst>
                <a:ext uri="{FF2B5EF4-FFF2-40B4-BE49-F238E27FC236}">
                  <a16:creationId xmlns:a16="http://schemas.microsoft.com/office/drawing/2014/main" id="{7B59C191-EF88-4306-3BF1-CF7A81A57CDD}"/>
                </a:ext>
              </a:extLst>
            </p:cNvPr>
            <p:cNvSpPr/>
            <p:nvPr/>
          </p:nvSpPr>
          <p:spPr bwMode="auto">
            <a:xfrm>
              <a:off x="2825969" y="3978008"/>
              <a:ext cx="1096620" cy="416767"/>
            </a:xfrm>
            <a:prstGeom prst="rightArrow">
              <a:avLst>
                <a:gd name="adj1" fmla="val 61383"/>
                <a:gd name="adj2" fmla="val 60168"/>
              </a:avLst>
            </a:prstGeom>
            <a:solidFill>
              <a:srgbClr val="C00000"/>
            </a:solidFill>
            <a:ln>
              <a:noFill/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800" b="1" dirty="0">
                  <a:gradFill>
                    <a:gsLst>
                      <a:gs pos="0">
                        <a:srgbClr val="FFFFFF"/>
                      </a:gs>
                      <a:gs pos="100000">
                        <a:srgbClr val="FFFFFF"/>
                      </a:gs>
                    </a:gsLst>
                    <a:lin ang="5400000" scaled="0"/>
                  </a:gra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rPr>
                <a:t>Commit to GIT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14827935"/>
      </p:ext>
    </p:extLst>
  </p:cSld>
  <p:clrMapOvr>
    <a:masterClrMapping/>
  </p:clrMapOvr>
  <p:transition>
    <p:fade/>
  </p:transition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22E2C6A7-E089-61F2-FF44-24CE6A9B23C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842"/>
          <a:stretch>
            <a:fillRect/>
          </a:stretch>
        </p:blipFill>
        <p:spPr>
          <a:xfrm>
            <a:off x="6218237" y="737487"/>
            <a:ext cx="3983458" cy="3629532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EB5223D1-0C2B-C4A9-CE2F-2C17A0D897C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9000" y="737487"/>
            <a:ext cx="4020111" cy="1733792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4" name="Arrow: Right 3">
            <a:extLst>
              <a:ext uri="{FF2B5EF4-FFF2-40B4-BE49-F238E27FC236}">
                <a16:creationId xmlns:a16="http://schemas.microsoft.com/office/drawing/2014/main" id="{5377E7AE-A247-C0C2-3DD7-081BC42A2AF7}"/>
              </a:ext>
            </a:extLst>
          </p:cNvPr>
          <p:cNvSpPr/>
          <p:nvPr/>
        </p:nvSpPr>
        <p:spPr bwMode="auto">
          <a:xfrm>
            <a:off x="3852724" y="1318960"/>
            <a:ext cx="602167" cy="285423"/>
          </a:xfrm>
          <a:prstGeom prst="rightArrow">
            <a:avLst>
              <a:gd name="adj1" fmla="val 61383"/>
              <a:gd name="adj2" fmla="val 50000"/>
            </a:avLst>
          </a:prstGeom>
          <a:solidFill>
            <a:srgbClr val="C00000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1000" b="1" dirty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01460325"/>
      </p:ext>
    </p:extLst>
  </p:cSld>
  <p:clrMapOvr>
    <a:masterClrMapping/>
  </p:clrMapOvr>
  <p:transition>
    <p:fade/>
  </p:transition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0CD0F33B-8E66-1EB2-4DAA-184BF5512580}"/>
              </a:ext>
            </a:extLst>
          </p:cNvPr>
          <p:cNvSpPr/>
          <p:nvPr/>
        </p:nvSpPr>
        <p:spPr bwMode="auto">
          <a:xfrm>
            <a:off x="1560561" y="1963080"/>
            <a:ext cx="7334961" cy="1982755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accent4">
                <a:lumMod val="75000"/>
              </a:schemeClr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1600" b="1" dirty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441CF202-AF18-D659-48DB-6819A02237EC}"/>
              </a:ext>
            </a:extLst>
          </p:cNvPr>
          <p:cNvSpPr/>
          <p:nvPr/>
        </p:nvSpPr>
        <p:spPr bwMode="auto">
          <a:xfrm>
            <a:off x="1763495" y="2095884"/>
            <a:ext cx="1632212" cy="1667071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dev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workspace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AA86395A-8706-C849-1610-FE141D412E02}"/>
              </a:ext>
            </a:extLst>
          </p:cNvPr>
          <p:cNvSpPr/>
          <p:nvPr/>
        </p:nvSpPr>
        <p:spPr bwMode="auto">
          <a:xfrm>
            <a:off x="4374699" y="2119618"/>
            <a:ext cx="1625443" cy="1643338"/>
          </a:xfrm>
          <a:prstGeom prst="rect">
            <a:avLst/>
          </a:prstGeom>
          <a:solidFill>
            <a:schemeClr val="accent2">
              <a:lumMod val="50000"/>
            </a:schemeClr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test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workspace</a:t>
            </a:r>
          </a:p>
        </p:txBody>
      </p:sp>
      <p:sp>
        <p:nvSpPr>
          <p:cNvPr id="4" name="Arrow: Right 3">
            <a:extLst>
              <a:ext uri="{FF2B5EF4-FFF2-40B4-BE49-F238E27FC236}">
                <a16:creationId xmlns:a16="http://schemas.microsoft.com/office/drawing/2014/main" id="{8DB05AD7-634E-1912-1EBB-121F6F7075B7}"/>
              </a:ext>
            </a:extLst>
          </p:cNvPr>
          <p:cNvSpPr/>
          <p:nvPr/>
        </p:nvSpPr>
        <p:spPr bwMode="auto">
          <a:xfrm>
            <a:off x="3463005" y="2623226"/>
            <a:ext cx="879837" cy="506304"/>
          </a:xfrm>
          <a:prstGeom prst="rightArrow">
            <a:avLst>
              <a:gd name="adj1" fmla="val 61383"/>
              <a:gd name="adj2" fmla="val 50000"/>
            </a:avLst>
          </a:prstGeom>
          <a:solidFill>
            <a:srgbClr val="C00000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1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Deploy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EA5CF38-891D-F18A-09D9-3A52030CDEF3}"/>
              </a:ext>
            </a:extLst>
          </p:cNvPr>
          <p:cNvSpPr/>
          <p:nvPr/>
        </p:nvSpPr>
        <p:spPr bwMode="auto">
          <a:xfrm>
            <a:off x="6995979" y="2119618"/>
            <a:ext cx="1625443" cy="1643338"/>
          </a:xfrm>
          <a:prstGeom prst="rect">
            <a:avLst/>
          </a:prstGeom>
          <a:solidFill>
            <a:schemeClr val="accent1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prod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workspace</a:t>
            </a:r>
          </a:p>
        </p:txBody>
      </p:sp>
      <p:sp>
        <p:nvSpPr>
          <p:cNvPr id="6" name="Arrow: Right 5">
            <a:extLst>
              <a:ext uri="{FF2B5EF4-FFF2-40B4-BE49-F238E27FC236}">
                <a16:creationId xmlns:a16="http://schemas.microsoft.com/office/drawing/2014/main" id="{52724F3B-5267-3854-B51F-EF7F6C960F64}"/>
              </a:ext>
            </a:extLst>
          </p:cNvPr>
          <p:cNvSpPr/>
          <p:nvPr/>
        </p:nvSpPr>
        <p:spPr bwMode="auto">
          <a:xfrm>
            <a:off x="6084285" y="2623226"/>
            <a:ext cx="879837" cy="506304"/>
          </a:xfrm>
          <a:prstGeom prst="rightArrow">
            <a:avLst>
              <a:gd name="adj1" fmla="val 61383"/>
              <a:gd name="adj2" fmla="val 50000"/>
            </a:avLst>
          </a:prstGeom>
          <a:solidFill>
            <a:srgbClr val="C00000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1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Deploy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EF9420B-62C3-1701-E3B1-B37EE5822221}"/>
              </a:ext>
            </a:extLst>
          </p:cNvPr>
          <p:cNvSpPr/>
          <p:nvPr/>
        </p:nvSpPr>
        <p:spPr bwMode="auto">
          <a:xfrm>
            <a:off x="1560561" y="1570383"/>
            <a:ext cx="7334961" cy="392696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Fabric Deployment Pipeline</a:t>
            </a:r>
          </a:p>
        </p:txBody>
      </p:sp>
    </p:spTree>
    <p:extLst>
      <p:ext uri="{BB962C8B-B14F-4D97-AF65-F5344CB8AC3E}">
        <p14:creationId xmlns:p14="http://schemas.microsoft.com/office/powerpoint/2010/main" val="424151043"/>
      </p:ext>
    </p:extLst>
  </p:cSld>
  <p:clrMapOvr>
    <a:masterClrMapping/>
  </p:clrMapOvr>
  <p:transition>
    <p:fade/>
  </p:transition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3E18CB-5510-9995-46E5-9CAE01B415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oup 10">
            <a:extLst>
              <a:ext uri="{FF2B5EF4-FFF2-40B4-BE49-F238E27FC236}">
                <a16:creationId xmlns:a16="http://schemas.microsoft.com/office/drawing/2014/main" id="{252AF17F-08B3-CAFC-4143-7AB6EA4AFADE}"/>
              </a:ext>
            </a:extLst>
          </p:cNvPr>
          <p:cNvGrpSpPr/>
          <p:nvPr/>
        </p:nvGrpSpPr>
        <p:grpSpPr>
          <a:xfrm>
            <a:off x="1177481" y="647116"/>
            <a:ext cx="7583557" cy="4383629"/>
            <a:chOff x="4324094" y="808481"/>
            <a:chExt cx="7583557" cy="4280986"/>
          </a:xfrm>
        </p:grpSpPr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5A8740D2-F051-D967-20A0-F49481439CFD}"/>
                </a:ext>
              </a:extLst>
            </p:cNvPr>
            <p:cNvSpPr/>
            <p:nvPr/>
          </p:nvSpPr>
          <p:spPr bwMode="auto">
            <a:xfrm>
              <a:off x="4324094" y="808481"/>
              <a:ext cx="7583557" cy="4280986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tx1"/>
              </a:solidFill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endParaRPr lang="en-US" sz="12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endParaRPr>
            </a:p>
          </p:txBody>
        </p: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CF014FA5-1AE2-3BF2-BE0C-6FAEFD270B42}"/>
                </a:ext>
              </a:extLst>
            </p:cNvPr>
            <p:cNvGrpSpPr/>
            <p:nvPr/>
          </p:nvGrpSpPr>
          <p:grpSpPr>
            <a:xfrm>
              <a:off x="4452848" y="1386610"/>
              <a:ext cx="7334961" cy="1806436"/>
              <a:chOff x="4452848" y="1386609"/>
              <a:chExt cx="7334961" cy="2280194"/>
            </a:xfrm>
          </p:grpSpPr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33EDB799-4EDC-6DA7-6DC6-63624D4C63B5}"/>
                  </a:ext>
                </a:extLst>
              </p:cNvPr>
              <p:cNvSpPr/>
              <p:nvPr/>
            </p:nvSpPr>
            <p:spPr bwMode="auto">
              <a:xfrm>
                <a:off x="4452848" y="1386609"/>
                <a:ext cx="7334961" cy="228019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accent4">
                    <a:lumMod val="75000"/>
                  </a:schemeClr>
                </a:solidFill>
                <a:headEnd type="none" w="med" len="med"/>
                <a:tailEnd type="none" w="med" len="med"/>
              </a:ln>
              <a:effectLst/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defTabSz="932472" fontAlgn="base">
                  <a:lnSpc>
                    <a:spcPct val="90000"/>
                  </a:lnSpc>
                  <a:spcBef>
                    <a:spcPct val="0"/>
                  </a:spcBef>
                  <a:spcAft>
                    <a:spcPct val="0"/>
                  </a:spcAft>
                </a:pPr>
                <a:endParaRPr lang="en-US" sz="1200" b="1" dirty="0">
                  <a:gradFill>
                    <a:gsLst>
                      <a:gs pos="0">
                        <a:srgbClr val="FFFFFF"/>
                      </a:gs>
                      <a:gs pos="100000">
                        <a:srgbClr val="FFFFFF"/>
                      </a:gs>
                    </a:gsLst>
                    <a:lin ang="5400000" scaled="0"/>
                  </a:gra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endParaRPr>
              </a:p>
            </p:txBody>
          </p:sp>
          <p:sp>
            <p:nvSpPr>
              <p:cNvPr id="2" name="Rectangle 1">
                <a:extLst>
                  <a:ext uri="{FF2B5EF4-FFF2-40B4-BE49-F238E27FC236}">
                    <a16:creationId xmlns:a16="http://schemas.microsoft.com/office/drawing/2014/main" id="{7D1CBE36-F47C-A3C7-44EE-DF777A5BF25B}"/>
                  </a:ext>
                </a:extLst>
              </p:cNvPr>
              <p:cNvSpPr/>
              <p:nvPr/>
            </p:nvSpPr>
            <p:spPr bwMode="auto">
              <a:xfrm>
                <a:off x="4655782" y="1519414"/>
                <a:ext cx="1632212" cy="1667071"/>
              </a:xfrm>
              <a:prstGeom prst="rect">
                <a:avLst/>
              </a:prstGeom>
              <a:solidFill>
                <a:schemeClr val="accent4">
                  <a:lumMod val="75000"/>
                </a:schemeClr>
              </a:solidFill>
              <a:ln>
                <a:noFill/>
                <a:headEnd type="none" w="med" len="med"/>
                <a:tailEnd type="none" w="med" len="med"/>
              </a:ln>
              <a:effectLst/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defTabSz="932472" fontAlgn="base">
                  <a:lnSpc>
                    <a:spcPct val="90000"/>
                  </a:lnSpc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sz="1400" b="1" dirty="0">
                    <a:gradFill>
                      <a:gsLst>
                        <a:gs pos="0">
                          <a:srgbClr val="FFFFFF"/>
                        </a:gs>
                        <a:gs pos="100000">
                          <a:srgbClr val="FFFFFF"/>
                        </a:gs>
                      </a:gsLst>
                      <a:lin ang="5400000" scaled="0"/>
                    </a:gradFill>
                    <a:latin typeface="Lucida Console" panose="020B0609040504020204" pitchFamily="49" charset="0"/>
                    <a:ea typeface="Segoe UI" pitchFamily="34" charset="0"/>
                    <a:cs typeface="Segoe UI" pitchFamily="34" charset="0"/>
                  </a:rPr>
                  <a:t>dev</a:t>
                </a:r>
              </a:p>
              <a:p>
                <a:pPr algn="ctr" defTabSz="932472" fontAlgn="base">
                  <a:lnSpc>
                    <a:spcPct val="90000"/>
                  </a:lnSpc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sz="1400" b="1" dirty="0">
                    <a:gradFill>
                      <a:gsLst>
                        <a:gs pos="0">
                          <a:srgbClr val="FFFFFF"/>
                        </a:gs>
                        <a:gs pos="100000">
                          <a:srgbClr val="FFFFFF"/>
                        </a:gs>
                      </a:gsLst>
                      <a:lin ang="5400000" scaled="0"/>
                    </a:gradFill>
                    <a:latin typeface="Lucida Console" panose="020B0609040504020204" pitchFamily="49" charset="0"/>
                    <a:ea typeface="Segoe UI" pitchFamily="34" charset="0"/>
                    <a:cs typeface="Segoe UI" pitchFamily="34" charset="0"/>
                  </a:rPr>
                  <a:t>workspace</a:t>
                </a:r>
              </a:p>
            </p:txBody>
          </p:sp>
          <p:sp>
            <p:nvSpPr>
              <p:cNvPr id="3" name="Rectangle 2">
                <a:extLst>
                  <a:ext uri="{FF2B5EF4-FFF2-40B4-BE49-F238E27FC236}">
                    <a16:creationId xmlns:a16="http://schemas.microsoft.com/office/drawing/2014/main" id="{277D81F3-53BD-F0CF-973A-69AAF5701F42}"/>
                  </a:ext>
                </a:extLst>
              </p:cNvPr>
              <p:cNvSpPr/>
              <p:nvPr/>
            </p:nvSpPr>
            <p:spPr bwMode="auto">
              <a:xfrm>
                <a:off x="7266986" y="1543148"/>
                <a:ext cx="1625443" cy="1643338"/>
              </a:xfrm>
              <a:prstGeom prst="rect">
                <a:avLst/>
              </a:prstGeom>
              <a:solidFill>
                <a:schemeClr val="accent2">
                  <a:lumMod val="75000"/>
                </a:schemeClr>
              </a:solidFill>
              <a:ln>
                <a:noFill/>
                <a:headEnd type="none" w="med" len="med"/>
                <a:tailEnd type="none" w="med" len="med"/>
              </a:ln>
              <a:effectLst/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defTabSz="932472" fontAlgn="base">
                  <a:lnSpc>
                    <a:spcPct val="90000"/>
                  </a:lnSpc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sz="1400" b="1" dirty="0">
                    <a:gradFill>
                      <a:gsLst>
                        <a:gs pos="0">
                          <a:srgbClr val="FFFFFF"/>
                        </a:gs>
                        <a:gs pos="100000">
                          <a:srgbClr val="FFFFFF"/>
                        </a:gs>
                      </a:gsLst>
                      <a:lin ang="5400000" scaled="0"/>
                    </a:gradFill>
                    <a:latin typeface="Lucida Console" panose="020B0609040504020204" pitchFamily="49" charset="0"/>
                    <a:ea typeface="Segoe UI" pitchFamily="34" charset="0"/>
                    <a:cs typeface="Segoe UI" pitchFamily="34" charset="0"/>
                  </a:rPr>
                  <a:t>test</a:t>
                </a:r>
              </a:p>
              <a:p>
                <a:pPr algn="ctr" defTabSz="932472" fontAlgn="base">
                  <a:lnSpc>
                    <a:spcPct val="90000"/>
                  </a:lnSpc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sz="1400" b="1" dirty="0">
                    <a:gradFill>
                      <a:gsLst>
                        <a:gs pos="0">
                          <a:srgbClr val="FFFFFF"/>
                        </a:gs>
                        <a:gs pos="100000">
                          <a:srgbClr val="FFFFFF"/>
                        </a:gs>
                      </a:gsLst>
                      <a:lin ang="5400000" scaled="0"/>
                    </a:gradFill>
                    <a:latin typeface="Lucida Console" panose="020B0609040504020204" pitchFamily="49" charset="0"/>
                    <a:ea typeface="Segoe UI" pitchFamily="34" charset="0"/>
                    <a:cs typeface="Segoe UI" pitchFamily="34" charset="0"/>
                  </a:rPr>
                  <a:t>workspace</a:t>
                </a:r>
              </a:p>
            </p:txBody>
          </p:sp>
          <p:sp>
            <p:nvSpPr>
              <p:cNvPr id="4" name="Arrow: Right 3">
                <a:extLst>
                  <a:ext uri="{FF2B5EF4-FFF2-40B4-BE49-F238E27FC236}">
                    <a16:creationId xmlns:a16="http://schemas.microsoft.com/office/drawing/2014/main" id="{F1406E28-9EF8-74BC-3746-836227367A4B}"/>
                  </a:ext>
                </a:extLst>
              </p:cNvPr>
              <p:cNvSpPr/>
              <p:nvPr/>
            </p:nvSpPr>
            <p:spPr bwMode="auto">
              <a:xfrm>
                <a:off x="6355292" y="2046756"/>
                <a:ext cx="879837" cy="506304"/>
              </a:xfrm>
              <a:prstGeom prst="rightArrow">
                <a:avLst>
                  <a:gd name="adj1" fmla="val 61383"/>
                  <a:gd name="adj2" fmla="val 50000"/>
                </a:avLst>
              </a:prstGeom>
              <a:solidFill>
                <a:srgbClr val="C00000"/>
              </a:solidFill>
              <a:ln>
                <a:noFill/>
                <a:headEnd type="none" w="med" len="med"/>
                <a:tailEnd type="none" w="med" len="med"/>
              </a:ln>
              <a:effectLst/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defTabSz="932472" fontAlgn="base">
                  <a:lnSpc>
                    <a:spcPct val="90000"/>
                  </a:lnSpc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sz="1200" b="1" dirty="0">
                    <a:gradFill>
                      <a:gsLst>
                        <a:gs pos="0">
                          <a:srgbClr val="FFFFFF"/>
                        </a:gs>
                        <a:gs pos="100000">
                          <a:srgbClr val="FFFFFF"/>
                        </a:gs>
                      </a:gsLst>
                      <a:lin ang="5400000" scaled="0"/>
                    </a:gradFill>
                    <a:latin typeface="Lucida Console" panose="020B0609040504020204" pitchFamily="49" charset="0"/>
                    <a:ea typeface="Segoe UI" pitchFamily="34" charset="0"/>
                    <a:cs typeface="Segoe UI" pitchFamily="34" charset="0"/>
                  </a:rPr>
                  <a:t>Deploy</a:t>
                </a:r>
              </a:p>
            </p:txBody>
          </p:sp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8DC150BE-B485-0129-3C80-BFCC1B591EF6}"/>
                  </a:ext>
                </a:extLst>
              </p:cNvPr>
              <p:cNvSpPr/>
              <p:nvPr/>
            </p:nvSpPr>
            <p:spPr bwMode="auto">
              <a:xfrm>
                <a:off x="9888266" y="1543148"/>
                <a:ext cx="1625443" cy="1643338"/>
              </a:xfrm>
              <a:prstGeom prst="rect">
                <a:avLst/>
              </a:prstGeom>
              <a:solidFill>
                <a:schemeClr val="accent1"/>
              </a:solidFill>
              <a:ln>
                <a:noFill/>
                <a:headEnd type="none" w="med" len="med"/>
                <a:tailEnd type="none" w="med" len="med"/>
              </a:ln>
              <a:effectLst/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defTabSz="932472" fontAlgn="base">
                  <a:lnSpc>
                    <a:spcPct val="90000"/>
                  </a:lnSpc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sz="1200" b="1" dirty="0">
                    <a:gradFill>
                      <a:gsLst>
                        <a:gs pos="0">
                          <a:srgbClr val="FFFFFF"/>
                        </a:gs>
                        <a:gs pos="100000">
                          <a:srgbClr val="FFFFFF"/>
                        </a:gs>
                      </a:gsLst>
                      <a:lin ang="5400000" scaled="0"/>
                    </a:gradFill>
                    <a:latin typeface="Lucida Console" panose="020B0609040504020204" pitchFamily="49" charset="0"/>
                    <a:ea typeface="Segoe UI" pitchFamily="34" charset="0"/>
                    <a:cs typeface="Segoe UI" pitchFamily="34" charset="0"/>
                  </a:rPr>
                  <a:t>prod</a:t>
                </a:r>
              </a:p>
              <a:p>
                <a:pPr algn="ctr" defTabSz="932472" fontAlgn="base">
                  <a:lnSpc>
                    <a:spcPct val="90000"/>
                  </a:lnSpc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sz="1200" b="1" dirty="0">
                    <a:gradFill>
                      <a:gsLst>
                        <a:gs pos="0">
                          <a:srgbClr val="FFFFFF"/>
                        </a:gs>
                        <a:gs pos="100000">
                          <a:srgbClr val="FFFFFF"/>
                        </a:gs>
                      </a:gsLst>
                      <a:lin ang="5400000" scaled="0"/>
                    </a:gradFill>
                    <a:latin typeface="Lucida Console" panose="020B0609040504020204" pitchFamily="49" charset="0"/>
                    <a:ea typeface="Segoe UI" pitchFamily="34" charset="0"/>
                    <a:cs typeface="Segoe UI" pitchFamily="34" charset="0"/>
                  </a:rPr>
                  <a:t>workspace</a:t>
                </a:r>
              </a:p>
            </p:txBody>
          </p:sp>
          <p:sp>
            <p:nvSpPr>
              <p:cNvPr id="6" name="Arrow: Right 5">
                <a:extLst>
                  <a:ext uri="{FF2B5EF4-FFF2-40B4-BE49-F238E27FC236}">
                    <a16:creationId xmlns:a16="http://schemas.microsoft.com/office/drawing/2014/main" id="{20A9AAFB-6719-2827-27AA-B3C525AE6906}"/>
                  </a:ext>
                </a:extLst>
              </p:cNvPr>
              <p:cNvSpPr/>
              <p:nvPr/>
            </p:nvSpPr>
            <p:spPr bwMode="auto">
              <a:xfrm>
                <a:off x="8976572" y="2046756"/>
                <a:ext cx="879837" cy="506304"/>
              </a:xfrm>
              <a:prstGeom prst="rightArrow">
                <a:avLst>
                  <a:gd name="adj1" fmla="val 61383"/>
                  <a:gd name="adj2" fmla="val 50000"/>
                </a:avLst>
              </a:prstGeom>
              <a:solidFill>
                <a:srgbClr val="C00000"/>
              </a:solidFill>
              <a:ln>
                <a:noFill/>
                <a:headEnd type="none" w="med" len="med"/>
                <a:tailEnd type="none" w="med" len="med"/>
              </a:ln>
              <a:effectLst/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defTabSz="932472" fontAlgn="base">
                  <a:lnSpc>
                    <a:spcPct val="90000"/>
                  </a:lnSpc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sz="1200" b="1" dirty="0">
                    <a:gradFill>
                      <a:gsLst>
                        <a:gs pos="0">
                          <a:srgbClr val="FFFFFF"/>
                        </a:gs>
                        <a:gs pos="100000">
                          <a:srgbClr val="FFFFFF"/>
                        </a:gs>
                      </a:gsLst>
                      <a:lin ang="5400000" scaled="0"/>
                    </a:gradFill>
                    <a:latin typeface="Lucida Console" panose="020B0609040504020204" pitchFamily="49" charset="0"/>
                    <a:ea typeface="Segoe UI" pitchFamily="34" charset="0"/>
                    <a:cs typeface="Segoe UI" pitchFamily="34" charset="0"/>
                  </a:rPr>
                  <a:t>Deploy</a:t>
                </a:r>
              </a:p>
            </p:txBody>
          </p:sp>
        </p:grp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18FCE019-1553-9442-81F3-76DDBE8CABC0}"/>
                </a:ext>
              </a:extLst>
            </p:cNvPr>
            <p:cNvSpPr/>
            <p:nvPr/>
          </p:nvSpPr>
          <p:spPr bwMode="auto">
            <a:xfrm>
              <a:off x="4452848" y="993913"/>
              <a:ext cx="7334961" cy="392696"/>
            </a:xfrm>
            <a:prstGeom prst="rect">
              <a:avLst/>
            </a:prstGeom>
            <a:solidFill>
              <a:schemeClr val="tx1"/>
            </a:solidFill>
            <a:ln>
              <a:noFill/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1400" b="1" dirty="0">
                  <a:gradFill>
                    <a:gsLst>
                      <a:gs pos="0">
                        <a:srgbClr val="FFFFFF"/>
                      </a:gs>
                      <a:gs pos="100000">
                        <a:srgbClr val="FFFFFF"/>
                      </a:gs>
                    </a:gsLst>
                    <a:lin ang="5400000" scaled="0"/>
                  </a:gra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rPr>
                <a:t>Fabric Deployment Pipeline</a:t>
              </a:r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D6C4B5E6-17B4-6FE2-CD22-63802EAF1AC0}"/>
                </a:ext>
              </a:extLst>
            </p:cNvPr>
            <p:cNvSpPr/>
            <p:nvPr/>
          </p:nvSpPr>
          <p:spPr bwMode="auto">
            <a:xfrm>
              <a:off x="4655781" y="3935934"/>
              <a:ext cx="1632212" cy="931823"/>
            </a:xfrm>
            <a:prstGeom prst="rect">
              <a:avLst/>
            </a:prstGeom>
            <a:solidFill>
              <a:schemeClr val="accent4">
                <a:lumMod val="75000"/>
              </a:schemeClr>
            </a:solidFill>
            <a:ln w="12700">
              <a:solidFill>
                <a:schemeClr val="tx1"/>
              </a:solidFill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1400" b="1" dirty="0">
                  <a:gradFill>
                    <a:gsLst>
                      <a:gs pos="0">
                        <a:srgbClr val="FFFFFF"/>
                      </a:gs>
                      <a:gs pos="100000">
                        <a:srgbClr val="FFFFFF"/>
                      </a:gs>
                    </a:gsLst>
                    <a:lin ang="5400000" scaled="0"/>
                  </a:gra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rPr>
                <a:t>release</a:t>
              </a:r>
            </a:p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1400" b="1" dirty="0">
                  <a:gradFill>
                    <a:gsLst>
                      <a:gs pos="0">
                        <a:srgbClr val="FFFFFF"/>
                      </a:gs>
                      <a:gs pos="100000">
                        <a:srgbClr val="FFFFFF"/>
                      </a:gs>
                    </a:gsLst>
                    <a:lin ang="5400000" scaled="0"/>
                  </a:gra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rPr>
                <a:t>branch</a:t>
              </a:r>
            </a:p>
          </p:txBody>
        </p:sp>
        <p:sp>
          <p:nvSpPr>
            <p:cNvPr id="15" name="Arrow: Up 14">
              <a:extLst>
                <a:ext uri="{FF2B5EF4-FFF2-40B4-BE49-F238E27FC236}">
                  <a16:creationId xmlns:a16="http://schemas.microsoft.com/office/drawing/2014/main" id="{277234A2-F2B2-37F3-6DE7-70DFCF5FE6A9}"/>
                </a:ext>
              </a:extLst>
            </p:cNvPr>
            <p:cNvSpPr/>
            <p:nvPr/>
          </p:nvSpPr>
          <p:spPr bwMode="auto">
            <a:xfrm>
              <a:off x="5127092" y="2843519"/>
              <a:ext cx="628250" cy="664187"/>
            </a:xfrm>
            <a:prstGeom prst="upArrow">
              <a:avLst/>
            </a:prstGeom>
            <a:solidFill>
              <a:srgbClr val="C00000"/>
            </a:solidFill>
            <a:ln>
              <a:noFill/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endParaRPr lang="en-US" sz="12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ea typeface="Segoe UI" pitchFamily="34" charset="0"/>
                <a:cs typeface="Segoe UI" pitchFamily="34" charset="0"/>
              </a:endParaRPr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6973BE42-1D32-00CD-9777-FF0CCBB50605}"/>
                </a:ext>
              </a:extLst>
            </p:cNvPr>
            <p:cNvSpPr/>
            <p:nvPr/>
          </p:nvSpPr>
          <p:spPr bwMode="auto">
            <a:xfrm>
              <a:off x="4655782" y="3547056"/>
              <a:ext cx="1632211" cy="392696"/>
            </a:xfrm>
            <a:prstGeom prst="rect">
              <a:avLst/>
            </a:prstGeom>
            <a:solidFill>
              <a:schemeClr val="tx1"/>
            </a:solidFill>
            <a:ln>
              <a:noFill/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1200" b="1" dirty="0">
                  <a:gradFill>
                    <a:gsLst>
                      <a:gs pos="0">
                        <a:srgbClr val="FFFFFF"/>
                      </a:gs>
                      <a:gs pos="100000">
                        <a:srgbClr val="FFFFFF"/>
                      </a:gs>
                    </a:gsLst>
                    <a:lin ang="5400000" scaled="0"/>
                  </a:gra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rPr>
                <a:t>GIT Repository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421337079"/>
      </p:ext>
    </p:extLst>
  </p:cSld>
  <p:clrMapOvr>
    <a:masterClrMapping/>
  </p:clrMapOvr>
  <p:transition>
    <p:fade/>
  </p:transition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8" name="Group 37">
            <a:extLst>
              <a:ext uri="{FF2B5EF4-FFF2-40B4-BE49-F238E27FC236}">
                <a16:creationId xmlns:a16="http://schemas.microsoft.com/office/drawing/2014/main" id="{B000CA16-DD7F-3FFC-6CE8-27CCD2E52A0F}"/>
              </a:ext>
            </a:extLst>
          </p:cNvPr>
          <p:cNvGrpSpPr/>
          <p:nvPr/>
        </p:nvGrpSpPr>
        <p:grpSpPr>
          <a:xfrm>
            <a:off x="1446963" y="981175"/>
            <a:ext cx="6903218" cy="3531190"/>
            <a:chOff x="1446963" y="783953"/>
            <a:chExt cx="6390751" cy="4534851"/>
          </a:xfrm>
        </p:grpSpPr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5CDE0593-E92A-B4AF-067E-88990EC25C23}"/>
                </a:ext>
              </a:extLst>
            </p:cNvPr>
            <p:cNvSpPr/>
            <p:nvPr/>
          </p:nvSpPr>
          <p:spPr bwMode="auto">
            <a:xfrm>
              <a:off x="1446963" y="1317204"/>
              <a:ext cx="6390751" cy="40016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182880" rIns="182880" bIns="18288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endParaRPr lang="en-US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endParaRPr>
            </a:p>
          </p:txBody>
        </p:sp>
        <p:sp>
          <p:nvSpPr>
            <p:cNvPr id="35" name="Rectangle 34">
              <a:extLst>
                <a:ext uri="{FF2B5EF4-FFF2-40B4-BE49-F238E27FC236}">
                  <a16:creationId xmlns:a16="http://schemas.microsoft.com/office/drawing/2014/main" id="{BB3B96C0-05B9-467B-0AE5-F84ED0A49675}"/>
                </a:ext>
              </a:extLst>
            </p:cNvPr>
            <p:cNvSpPr/>
            <p:nvPr/>
          </p:nvSpPr>
          <p:spPr bwMode="auto">
            <a:xfrm>
              <a:off x="1446963" y="783953"/>
              <a:ext cx="6390751" cy="533251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tx1"/>
              </a:solidFill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182880" rIns="182880" bIns="18288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b="1" dirty="0">
                  <a:solidFill>
                    <a:schemeClr val="bg1"/>
                  </a:soli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rPr>
                <a:t>workspace</a:t>
              </a:r>
            </a:p>
          </p:txBody>
        </p:sp>
      </p:grpSp>
      <p:grpSp>
        <p:nvGrpSpPr>
          <p:cNvPr id="58" name="Group 57">
            <a:extLst>
              <a:ext uri="{FF2B5EF4-FFF2-40B4-BE49-F238E27FC236}">
                <a16:creationId xmlns:a16="http://schemas.microsoft.com/office/drawing/2014/main" id="{D00EFEF8-50CB-18EA-9929-4AE399C06E90}"/>
              </a:ext>
            </a:extLst>
          </p:cNvPr>
          <p:cNvGrpSpPr/>
          <p:nvPr/>
        </p:nvGrpSpPr>
        <p:grpSpPr>
          <a:xfrm>
            <a:off x="1563619" y="1540713"/>
            <a:ext cx="4300599" cy="2810223"/>
            <a:chOff x="1734441" y="1741680"/>
            <a:chExt cx="4300599" cy="3683367"/>
          </a:xfrm>
        </p:grpSpPr>
        <p:grpSp>
          <p:nvGrpSpPr>
            <p:cNvPr id="34" name="Group 33">
              <a:extLst>
                <a:ext uri="{FF2B5EF4-FFF2-40B4-BE49-F238E27FC236}">
                  <a16:creationId xmlns:a16="http://schemas.microsoft.com/office/drawing/2014/main" id="{C2E05B73-3815-B0BE-9A65-3E8720EBF8DD}"/>
                </a:ext>
              </a:extLst>
            </p:cNvPr>
            <p:cNvGrpSpPr/>
            <p:nvPr/>
          </p:nvGrpSpPr>
          <p:grpSpPr>
            <a:xfrm>
              <a:off x="1734441" y="1741680"/>
              <a:ext cx="2349433" cy="3683367"/>
              <a:chOff x="1734441" y="1741680"/>
              <a:chExt cx="2349433" cy="3683367"/>
            </a:xfrm>
          </p:grpSpPr>
          <p:sp>
            <p:nvSpPr>
              <p:cNvPr id="2" name="Rectangle 1">
                <a:extLst>
                  <a:ext uri="{FF2B5EF4-FFF2-40B4-BE49-F238E27FC236}">
                    <a16:creationId xmlns:a16="http://schemas.microsoft.com/office/drawing/2014/main" id="{F1E8789E-C083-1E95-B1F8-2B3A91218B73}"/>
                  </a:ext>
                </a:extLst>
              </p:cNvPr>
              <p:cNvSpPr/>
              <p:nvPr/>
            </p:nvSpPr>
            <p:spPr bwMode="auto">
              <a:xfrm>
                <a:off x="1734443" y="2515196"/>
                <a:ext cx="2349431" cy="589304"/>
              </a:xfrm>
              <a:prstGeom prst="rect">
                <a:avLst/>
              </a:prstGeom>
              <a:solidFill>
                <a:srgbClr val="D9E6FF"/>
              </a:solidFill>
              <a:ln>
                <a:solidFill>
                  <a:schemeClr val="tx1"/>
                </a:solidFill>
                <a:headEnd type="none" w="med" len="med"/>
                <a:tailEnd type="none" w="med" len="med"/>
              </a:ln>
              <a:effectLst/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182880" rIns="182880" bIns="18288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defTabSz="932472" fontAlgn="base">
                  <a:lnSpc>
                    <a:spcPct val="90000"/>
                  </a:lnSpc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sz="1200" b="1" dirty="0">
                    <a:solidFill>
                      <a:schemeClr val="tx1"/>
                    </a:solidFill>
                    <a:latin typeface="Lucida Console" panose="020B0609040504020204" pitchFamily="49" charset="0"/>
                    <a:ea typeface="Segoe UI" pitchFamily="34" charset="0"/>
                    <a:cs typeface="Segoe UI" pitchFamily="34" charset="0"/>
                  </a:rPr>
                  <a:t>Pipeline</a:t>
                </a:r>
              </a:p>
            </p:txBody>
          </p:sp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6341B282-8C89-52C8-7FD4-871B7B8F640D}"/>
                  </a:ext>
                </a:extLst>
              </p:cNvPr>
              <p:cNvSpPr/>
              <p:nvPr/>
            </p:nvSpPr>
            <p:spPr bwMode="auto">
              <a:xfrm>
                <a:off x="1734443" y="1741680"/>
                <a:ext cx="2349431" cy="589304"/>
              </a:xfrm>
              <a:prstGeom prst="rect">
                <a:avLst/>
              </a:prstGeom>
              <a:solidFill>
                <a:srgbClr val="D9E6FF"/>
              </a:solidFill>
              <a:ln>
                <a:solidFill>
                  <a:schemeClr val="tx1"/>
                </a:solidFill>
                <a:headEnd type="none" w="med" len="med"/>
                <a:tailEnd type="none" w="med" len="med"/>
              </a:ln>
              <a:effectLst/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182880" rIns="182880" bIns="18288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defTabSz="932472" fontAlgn="base">
                  <a:lnSpc>
                    <a:spcPct val="90000"/>
                  </a:lnSpc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sz="1200" b="1" dirty="0">
                    <a:solidFill>
                      <a:schemeClr val="tx1"/>
                    </a:solidFill>
                    <a:latin typeface="Lucida Console" panose="020B0609040504020204" pitchFamily="49" charset="0"/>
                    <a:ea typeface="Segoe UI" pitchFamily="34" charset="0"/>
                    <a:cs typeface="Segoe UI" pitchFamily="34" charset="0"/>
                  </a:rPr>
                  <a:t>Notebook</a:t>
                </a:r>
              </a:p>
            </p:txBody>
          </p:sp>
          <p:sp>
            <p:nvSpPr>
              <p:cNvPr id="31" name="Rectangle 30">
                <a:extLst>
                  <a:ext uri="{FF2B5EF4-FFF2-40B4-BE49-F238E27FC236}">
                    <a16:creationId xmlns:a16="http://schemas.microsoft.com/office/drawing/2014/main" id="{822DC64C-305C-F2CF-9ECE-638CE90AF008}"/>
                  </a:ext>
                </a:extLst>
              </p:cNvPr>
              <p:cNvSpPr/>
              <p:nvPr/>
            </p:nvSpPr>
            <p:spPr bwMode="auto">
              <a:xfrm>
                <a:off x="1734443" y="3288712"/>
                <a:ext cx="2349431" cy="589304"/>
              </a:xfrm>
              <a:prstGeom prst="rect">
                <a:avLst/>
              </a:prstGeom>
              <a:solidFill>
                <a:srgbClr val="D9E6FF"/>
              </a:solidFill>
              <a:ln>
                <a:solidFill>
                  <a:schemeClr val="tx1"/>
                </a:solidFill>
                <a:headEnd type="none" w="med" len="med"/>
                <a:tailEnd type="none" w="med" len="med"/>
              </a:ln>
              <a:effectLst/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182880" rIns="182880" bIns="18288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defTabSz="932472" fontAlgn="base">
                  <a:lnSpc>
                    <a:spcPct val="90000"/>
                  </a:lnSpc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sz="1200" b="1" dirty="0">
                    <a:solidFill>
                      <a:schemeClr val="tx1"/>
                    </a:solidFill>
                    <a:latin typeface="Lucida Console" panose="020B0609040504020204" pitchFamily="49" charset="0"/>
                    <a:ea typeface="Segoe UI" pitchFamily="34" charset="0"/>
                    <a:cs typeface="Segoe UI" pitchFamily="34" charset="0"/>
                  </a:rPr>
                  <a:t>Copyjob</a:t>
                </a:r>
              </a:p>
            </p:txBody>
          </p:sp>
          <p:sp>
            <p:nvSpPr>
              <p:cNvPr id="32" name="Rectangle 31">
                <a:extLst>
                  <a:ext uri="{FF2B5EF4-FFF2-40B4-BE49-F238E27FC236}">
                    <a16:creationId xmlns:a16="http://schemas.microsoft.com/office/drawing/2014/main" id="{D5FC9D02-A88E-2BE4-6643-058D6FBAC13E}"/>
                  </a:ext>
                </a:extLst>
              </p:cNvPr>
              <p:cNvSpPr/>
              <p:nvPr/>
            </p:nvSpPr>
            <p:spPr bwMode="auto">
              <a:xfrm>
                <a:off x="1734442" y="4062228"/>
                <a:ext cx="2349431" cy="589304"/>
              </a:xfrm>
              <a:prstGeom prst="rect">
                <a:avLst/>
              </a:prstGeom>
              <a:solidFill>
                <a:srgbClr val="D9E6FF"/>
              </a:solidFill>
              <a:ln>
                <a:solidFill>
                  <a:schemeClr val="tx1"/>
                </a:solidFill>
                <a:headEnd type="none" w="med" len="med"/>
                <a:tailEnd type="none" w="med" len="med"/>
              </a:ln>
              <a:effectLst/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182880" rIns="182880" bIns="18288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defTabSz="932472" fontAlgn="base">
                  <a:lnSpc>
                    <a:spcPct val="90000"/>
                  </a:lnSpc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sz="1200" b="1" dirty="0">
                    <a:solidFill>
                      <a:schemeClr val="tx1"/>
                    </a:solidFill>
                    <a:latin typeface="Lucida Console" panose="020B0609040504020204" pitchFamily="49" charset="0"/>
                    <a:ea typeface="Segoe UI" pitchFamily="34" charset="0"/>
                    <a:cs typeface="Segoe UI" pitchFamily="34" charset="0"/>
                  </a:rPr>
                  <a:t>Dataflow</a:t>
                </a:r>
              </a:p>
            </p:txBody>
          </p:sp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884DCB22-DFF6-0664-8481-CB833696C445}"/>
                  </a:ext>
                </a:extLst>
              </p:cNvPr>
              <p:cNvSpPr/>
              <p:nvPr/>
            </p:nvSpPr>
            <p:spPr bwMode="auto">
              <a:xfrm>
                <a:off x="1734441" y="4835743"/>
                <a:ext cx="2349431" cy="589304"/>
              </a:xfrm>
              <a:prstGeom prst="rect">
                <a:avLst/>
              </a:prstGeom>
              <a:solidFill>
                <a:srgbClr val="D9E6FF"/>
              </a:solidFill>
              <a:ln>
                <a:solidFill>
                  <a:schemeClr val="tx1"/>
                </a:solidFill>
                <a:headEnd type="none" w="med" len="med"/>
                <a:tailEnd type="none" w="med" len="med"/>
              </a:ln>
              <a:effectLst/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182880" rIns="182880" bIns="18288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defTabSz="932472" fontAlgn="base">
                  <a:lnSpc>
                    <a:spcPct val="90000"/>
                  </a:lnSpc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sz="1200" b="1" dirty="0">
                    <a:solidFill>
                      <a:schemeClr val="tx1"/>
                    </a:solidFill>
                    <a:latin typeface="Lucida Console" panose="020B0609040504020204" pitchFamily="49" charset="0"/>
                    <a:ea typeface="Segoe UI" pitchFamily="34" charset="0"/>
                    <a:cs typeface="Segoe UI" pitchFamily="34" charset="0"/>
                  </a:rPr>
                  <a:t>OneLake Shortcut</a:t>
                </a:r>
              </a:p>
            </p:txBody>
          </p:sp>
        </p:grpSp>
        <p:cxnSp>
          <p:nvCxnSpPr>
            <p:cNvPr id="37" name="Straight Arrow Connector 36">
              <a:extLst>
                <a:ext uri="{FF2B5EF4-FFF2-40B4-BE49-F238E27FC236}">
                  <a16:creationId xmlns:a16="http://schemas.microsoft.com/office/drawing/2014/main" id="{EADED1FF-0783-31E6-3C4C-A433E4FB1F30}"/>
                </a:ext>
              </a:extLst>
            </p:cNvPr>
            <p:cNvCxnSpPr>
              <a:cxnSpLocks/>
              <a:stCxn id="30" idx="3"/>
            </p:cNvCxnSpPr>
            <p:nvPr/>
          </p:nvCxnSpPr>
          <p:spPr>
            <a:xfrm>
              <a:off x="4083874" y="2036332"/>
              <a:ext cx="1951166" cy="902678"/>
            </a:xfrm>
            <a:prstGeom prst="straightConnector1">
              <a:avLst/>
            </a:prstGeom>
            <a:ln>
              <a:solidFill>
                <a:schemeClr val="tx1"/>
              </a:solidFill>
              <a:headEnd type="non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Arrow Connector 39">
              <a:extLst>
                <a:ext uri="{FF2B5EF4-FFF2-40B4-BE49-F238E27FC236}">
                  <a16:creationId xmlns:a16="http://schemas.microsoft.com/office/drawing/2014/main" id="{41C40E68-C70C-C089-3408-C58644FF9697}"/>
                </a:ext>
              </a:extLst>
            </p:cNvPr>
            <p:cNvCxnSpPr>
              <a:cxnSpLocks/>
            </p:cNvCxnSpPr>
            <p:nvPr/>
          </p:nvCxnSpPr>
          <p:spPr>
            <a:xfrm>
              <a:off x="4083872" y="3615894"/>
              <a:ext cx="1734124" cy="0"/>
            </a:xfrm>
            <a:prstGeom prst="straightConnector1">
              <a:avLst/>
            </a:prstGeom>
            <a:ln>
              <a:solidFill>
                <a:schemeClr val="tx1"/>
              </a:solidFill>
              <a:headEnd type="non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Straight Arrow Connector 41">
              <a:extLst>
                <a:ext uri="{FF2B5EF4-FFF2-40B4-BE49-F238E27FC236}">
                  <a16:creationId xmlns:a16="http://schemas.microsoft.com/office/drawing/2014/main" id="{1D2B30A7-045F-9314-CFE5-AF0CE9E851C3}"/>
                </a:ext>
              </a:extLst>
            </p:cNvPr>
            <p:cNvCxnSpPr>
              <a:cxnSpLocks/>
              <a:stCxn id="2" idx="3"/>
            </p:cNvCxnSpPr>
            <p:nvPr/>
          </p:nvCxnSpPr>
          <p:spPr>
            <a:xfrm>
              <a:off x="4083874" y="2809848"/>
              <a:ext cx="1814508" cy="407500"/>
            </a:xfrm>
            <a:prstGeom prst="straightConnector1">
              <a:avLst/>
            </a:prstGeom>
            <a:ln>
              <a:solidFill>
                <a:schemeClr val="tx1"/>
              </a:solidFill>
              <a:headEnd type="non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Straight Arrow Connector 42">
              <a:extLst>
                <a:ext uri="{FF2B5EF4-FFF2-40B4-BE49-F238E27FC236}">
                  <a16:creationId xmlns:a16="http://schemas.microsoft.com/office/drawing/2014/main" id="{470E49DD-D107-BCAE-1242-9B9C232D9085}"/>
                </a:ext>
              </a:extLst>
            </p:cNvPr>
            <p:cNvCxnSpPr>
              <a:cxnSpLocks/>
              <a:stCxn id="32" idx="3"/>
            </p:cNvCxnSpPr>
            <p:nvPr/>
          </p:nvCxnSpPr>
          <p:spPr>
            <a:xfrm flipV="1">
              <a:off x="4083873" y="3960451"/>
              <a:ext cx="1765607" cy="396429"/>
            </a:xfrm>
            <a:prstGeom prst="straightConnector1">
              <a:avLst/>
            </a:prstGeom>
            <a:ln>
              <a:solidFill>
                <a:schemeClr val="tx1"/>
              </a:solidFill>
              <a:headEnd type="non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Straight Arrow Connector 43">
              <a:extLst>
                <a:ext uri="{FF2B5EF4-FFF2-40B4-BE49-F238E27FC236}">
                  <a16:creationId xmlns:a16="http://schemas.microsoft.com/office/drawing/2014/main" id="{5F4B33AA-4001-FD2B-17AA-3F8C59CE145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078066" y="4276562"/>
              <a:ext cx="1900702" cy="853833"/>
            </a:xfrm>
            <a:prstGeom prst="straightConnector1">
              <a:avLst/>
            </a:prstGeom>
            <a:ln>
              <a:solidFill>
                <a:schemeClr val="tx1"/>
              </a:solidFill>
              <a:headEnd type="non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E6AE63BF-BD04-8C63-D239-D13099D85110}"/>
              </a:ext>
            </a:extLst>
          </p:cNvPr>
          <p:cNvGrpSpPr/>
          <p:nvPr/>
        </p:nvGrpSpPr>
        <p:grpSpPr>
          <a:xfrm>
            <a:off x="6077397" y="2490399"/>
            <a:ext cx="1919206" cy="1045579"/>
            <a:chOff x="2480209" y="3989407"/>
            <a:chExt cx="2202323" cy="1173115"/>
          </a:xfrm>
        </p:grpSpPr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DF849CE5-FB11-3825-5F47-373265281DDE}"/>
                </a:ext>
              </a:extLst>
            </p:cNvPr>
            <p:cNvSpPr/>
            <p:nvPr/>
          </p:nvSpPr>
          <p:spPr bwMode="auto">
            <a:xfrm>
              <a:off x="2480209" y="4267200"/>
              <a:ext cx="2202323" cy="89532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91440" rIns="0" bIns="9144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marL="111125" indent="-111125" defTabSz="932472" fontAlgn="base">
                <a:lnSpc>
                  <a:spcPct val="90000"/>
                </a:lnSpc>
                <a:spcBef>
                  <a:spcPts val="600"/>
                </a:spcBef>
                <a:spcAft>
                  <a:spcPct val="0"/>
                </a:spcAft>
                <a:buFont typeface="Arial" panose="020B0604020202020204" pitchFamily="34" charset="0"/>
                <a:buChar char="•"/>
              </a:pPr>
              <a:r>
                <a:rPr lang="en-US" sz="900" dirty="0">
                  <a:solidFill>
                    <a:schemeClr val="tx1"/>
                  </a:soli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rPr>
                <a:t>var1 - string - 'foo'</a:t>
              </a:r>
              <a:endParaRPr lang="en-US" sz="900" dirty="0">
                <a:solidFill>
                  <a:schemeClr val="accent5">
                    <a:lumMod val="75000"/>
                  </a:schemeClr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endParaRPr>
            </a:p>
            <a:p>
              <a:pPr marL="111125" indent="-111125" defTabSz="932472" fontAlgn="base">
                <a:lnSpc>
                  <a:spcPct val="90000"/>
                </a:lnSpc>
                <a:spcBef>
                  <a:spcPts val="600"/>
                </a:spcBef>
                <a:spcAft>
                  <a:spcPct val="0"/>
                </a:spcAft>
                <a:buFont typeface="Arial" panose="020B0604020202020204" pitchFamily="34" charset="0"/>
                <a:buChar char="•"/>
              </a:pPr>
              <a:r>
                <a:rPr lang="en-US" sz="900" dirty="0">
                  <a:solidFill>
                    <a:schemeClr val="tx1"/>
                  </a:soli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rPr>
                <a:t>var2 - string - 'bar'</a:t>
              </a:r>
              <a:endParaRPr lang="en-US" sz="900" dirty="0">
                <a:solidFill>
                  <a:schemeClr val="accent5">
                    <a:lumMod val="75000"/>
                  </a:schemeClr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endParaRPr>
            </a:p>
            <a:p>
              <a:pPr marL="111125" indent="-111125" defTabSz="932472" fontAlgn="base">
                <a:lnSpc>
                  <a:spcPct val="90000"/>
                </a:lnSpc>
                <a:spcBef>
                  <a:spcPts val="600"/>
                </a:spcBef>
                <a:spcAft>
                  <a:spcPct val="0"/>
                </a:spcAft>
                <a:buFont typeface="Arial" panose="020B0604020202020204" pitchFamily="34" charset="0"/>
                <a:buChar char="•"/>
              </a:pPr>
              <a:r>
                <a:rPr lang="en-US" sz="900" dirty="0">
                  <a:solidFill>
                    <a:schemeClr val="tx1"/>
                  </a:soli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rPr>
                <a:t>var3 - integer - 42</a:t>
              </a:r>
            </a:p>
          </p:txBody>
        </p: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841F01C4-3B54-FBE4-1E80-1583D6C74469}"/>
                </a:ext>
              </a:extLst>
            </p:cNvPr>
            <p:cNvSpPr/>
            <p:nvPr/>
          </p:nvSpPr>
          <p:spPr bwMode="auto">
            <a:xfrm>
              <a:off x="2480209" y="3989407"/>
              <a:ext cx="2202323" cy="277791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tx1"/>
              </a:solidFill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ts val="600"/>
                </a:spcBef>
                <a:spcAft>
                  <a:spcPct val="0"/>
                </a:spcAft>
              </a:pPr>
              <a:r>
                <a:rPr lang="en-US" sz="1050" b="1" dirty="0">
                  <a:solidFill>
                    <a:schemeClr val="bg1"/>
                  </a:soli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rPr>
                <a:t>Variable Library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743001775"/>
      </p:ext>
    </p:extLst>
  </p:cSld>
  <p:clrMapOvr>
    <a:masterClrMapping/>
  </p:clrMapOvr>
  <p:transition>
    <p:fade/>
  </p:transition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2421CA-FF99-E3D1-CE60-0086F2D7A3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>
            <a:extLst>
              <a:ext uri="{FF2B5EF4-FFF2-40B4-BE49-F238E27FC236}">
                <a16:creationId xmlns:a16="http://schemas.microsoft.com/office/drawing/2014/main" id="{7901B015-973F-06CE-FD81-00149E6E17F4}"/>
              </a:ext>
            </a:extLst>
          </p:cNvPr>
          <p:cNvSpPr/>
          <p:nvPr/>
        </p:nvSpPr>
        <p:spPr bwMode="auto">
          <a:xfrm>
            <a:off x="1520534" y="1931276"/>
            <a:ext cx="7333768" cy="2750054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1400" b="1" dirty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17" name="Arrow: Right 16">
            <a:extLst>
              <a:ext uri="{FF2B5EF4-FFF2-40B4-BE49-F238E27FC236}">
                <a16:creationId xmlns:a16="http://schemas.microsoft.com/office/drawing/2014/main" id="{4F9AF17D-1D9B-436B-5614-B0D9C658D335}"/>
              </a:ext>
            </a:extLst>
          </p:cNvPr>
          <p:cNvSpPr/>
          <p:nvPr/>
        </p:nvSpPr>
        <p:spPr bwMode="auto">
          <a:xfrm rot="5400000">
            <a:off x="7544354" y="3376453"/>
            <a:ext cx="528689" cy="377711"/>
          </a:xfrm>
          <a:prstGeom prst="rightArrow">
            <a:avLst>
              <a:gd name="adj1" fmla="val 61383"/>
              <a:gd name="adj2" fmla="val 50000"/>
            </a:avLst>
          </a:prstGeom>
          <a:solidFill>
            <a:schemeClr val="bg1"/>
          </a:solidFill>
          <a:ln w="19050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1100" b="1" dirty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8444DA0A-CAB9-EDA1-F4A0-51C0BA509F9C}"/>
              </a:ext>
            </a:extLst>
          </p:cNvPr>
          <p:cNvSpPr/>
          <p:nvPr/>
        </p:nvSpPr>
        <p:spPr bwMode="auto">
          <a:xfrm>
            <a:off x="1763495" y="2095884"/>
            <a:ext cx="1632212" cy="1243663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dev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workspace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88D3E5D-8480-2E3B-57B6-0E47E533F981}"/>
              </a:ext>
            </a:extLst>
          </p:cNvPr>
          <p:cNvSpPr/>
          <p:nvPr/>
        </p:nvSpPr>
        <p:spPr bwMode="auto">
          <a:xfrm>
            <a:off x="4374699" y="2113590"/>
            <a:ext cx="1625443" cy="1225958"/>
          </a:xfrm>
          <a:prstGeom prst="rect">
            <a:avLst/>
          </a:prstGeom>
          <a:solidFill>
            <a:schemeClr val="accent2">
              <a:lumMod val="50000"/>
            </a:schemeClr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test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workspace</a:t>
            </a:r>
          </a:p>
        </p:txBody>
      </p:sp>
      <p:sp>
        <p:nvSpPr>
          <p:cNvPr id="4" name="Arrow: Right 3">
            <a:extLst>
              <a:ext uri="{FF2B5EF4-FFF2-40B4-BE49-F238E27FC236}">
                <a16:creationId xmlns:a16="http://schemas.microsoft.com/office/drawing/2014/main" id="{FEA7539D-2D62-62A9-0A25-2046C96F48EE}"/>
              </a:ext>
            </a:extLst>
          </p:cNvPr>
          <p:cNvSpPr/>
          <p:nvPr/>
        </p:nvSpPr>
        <p:spPr bwMode="auto">
          <a:xfrm>
            <a:off x="3463005" y="2489290"/>
            <a:ext cx="879837" cy="377711"/>
          </a:xfrm>
          <a:prstGeom prst="rightArrow">
            <a:avLst>
              <a:gd name="adj1" fmla="val 61383"/>
              <a:gd name="adj2" fmla="val 50000"/>
            </a:avLst>
          </a:prstGeom>
          <a:solidFill>
            <a:srgbClr val="C00000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1100" b="1" dirty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A2DFEE4-419D-F5DF-51D6-AD80EF95AEC2}"/>
              </a:ext>
            </a:extLst>
          </p:cNvPr>
          <p:cNvSpPr/>
          <p:nvPr/>
        </p:nvSpPr>
        <p:spPr bwMode="auto">
          <a:xfrm>
            <a:off x="6995979" y="2113590"/>
            <a:ext cx="1625443" cy="1225958"/>
          </a:xfrm>
          <a:prstGeom prst="rect">
            <a:avLst/>
          </a:prstGeom>
          <a:solidFill>
            <a:schemeClr val="accent1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prod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workspace</a:t>
            </a:r>
          </a:p>
        </p:txBody>
      </p:sp>
      <p:sp>
        <p:nvSpPr>
          <p:cNvPr id="6" name="Arrow: Right 5">
            <a:extLst>
              <a:ext uri="{FF2B5EF4-FFF2-40B4-BE49-F238E27FC236}">
                <a16:creationId xmlns:a16="http://schemas.microsoft.com/office/drawing/2014/main" id="{25749CE5-BE50-45C7-AB51-976A6A8BE75C}"/>
              </a:ext>
            </a:extLst>
          </p:cNvPr>
          <p:cNvSpPr/>
          <p:nvPr/>
        </p:nvSpPr>
        <p:spPr bwMode="auto">
          <a:xfrm>
            <a:off x="6084285" y="2489290"/>
            <a:ext cx="879837" cy="377711"/>
          </a:xfrm>
          <a:prstGeom prst="rightArrow">
            <a:avLst>
              <a:gd name="adj1" fmla="val 61383"/>
              <a:gd name="adj2" fmla="val 50000"/>
            </a:avLst>
          </a:prstGeom>
          <a:solidFill>
            <a:srgbClr val="C00000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1100" b="1" dirty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  <p:pic>
        <p:nvPicPr>
          <p:cNvPr id="11" name="Graphic 10" descr="Database with solid fill">
            <a:extLst>
              <a:ext uri="{FF2B5EF4-FFF2-40B4-BE49-F238E27FC236}">
                <a16:creationId xmlns:a16="http://schemas.microsoft.com/office/drawing/2014/main" id="{1EB11C1E-650E-D561-CC26-EA7B7C4736A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122399" y="3916017"/>
            <a:ext cx="914400" cy="587721"/>
          </a:xfrm>
          <a:prstGeom prst="rect">
            <a:avLst/>
          </a:prstGeom>
        </p:spPr>
      </p:pic>
      <p:pic>
        <p:nvPicPr>
          <p:cNvPr id="13" name="Graphic 12" descr="Database outline">
            <a:extLst>
              <a:ext uri="{FF2B5EF4-FFF2-40B4-BE49-F238E27FC236}">
                <a16:creationId xmlns:a16="http://schemas.microsoft.com/office/drawing/2014/main" id="{0274E0E5-2194-0DB1-EA46-B717AFE8404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594644" y="3806169"/>
            <a:ext cx="1185548" cy="708026"/>
          </a:xfrm>
          <a:prstGeom prst="rect">
            <a:avLst/>
          </a:prstGeom>
        </p:spPr>
      </p:pic>
      <p:pic>
        <p:nvPicPr>
          <p:cNvPr id="14" name="Graphic 13" descr="Database outline">
            <a:extLst>
              <a:ext uri="{FF2B5EF4-FFF2-40B4-BE49-F238E27FC236}">
                <a16:creationId xmlns:a16="http://schemas.microsoft.com/office/drawing/2014/main" id="{6BF15019-DA71-DB66-A01E-86779A61078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010359" y="3793467"/>
            <a:ext cx="1625443" cy="806383"/>
          </a:xfrm>
          <a:prstGeom prst="rect">
            <a:avLst/>
          </a:prstGeom>
        </p:spPr>
      </p:pic>
      <p:sp>
        <p:nvSpPr>
          <p:cNvPr id="15" name="Arrow: Right 14">
            <a:extLst>
              <a:ext uri="{FF2B5EF4-FFF2-40B4-BE49-F238E27FC236}">
                <a16:creationId xmlns:a16="http://schemas.microsoft.com/office/drawing/2014/main" id="{2ADC86ED-0D20-0559-3154-EF9A107C860E}"/>
              </a:ext>
            </a:extLst>
          </p:cNvPr>
          <p:cNvSpPr/>
          <p:nvPr/>
        </p:nvSpPr>
        <p:spPr bwMode="auto">
          <a:xfrm rot="5400000">
            <a:off x="2291365" y="3438927"/>
            <a:ext cx="576468" cy="377711"/>
          </a:xfrm>
          <a:prstGeom prst="rightArrow">
            <a:avLst>
              <a:gd name="adj1" fmla="val 61383"/>
              <a:gd name="adj2" fmla="val 50000"/>
            </a:avLst>
          </a:prstGeom>
          <a:solidFill>
            <a:schemeClr val="tx1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1100" b="1" dirty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16" name="Arrow: Right 15">
            <a:extLst>
              <a:ext uri="{FF2B5EF4-FFF2-40B4-BE49-F238E27FC236}">
                <a16:creationId xmlns:a16="http://schemas.microsoft.com/office/drawing/2014/main" id="{EE0BD12D-627A-E3BA-E877-45EEBC3DDBC7}"/>
              </a:ext>
            </a:extLst>
          </p:cNvPr>
          <p:cNvSpPr/>
          <p:nvPr/>
        </p:nvSpPr>
        <p:spPr bwMode="auto">
          <a:xfrm rot="5400000">
            <a:off x="4936453" y="3389834"/>
            <a:ext cx="501930" cy="377711"/>
          </a:xfrm>
          <a:prstGeom prst="rightArrow">
            <a:avLst>
              <a:gd name="adj1" fmla="val 61383"/>
              <a:gd name="adj2" fmla="val 50000"/>
            </a:avLst>
          </a:prstGeom>
          <a:solidFill>
            <a:schemeClr val="bg1"/>
          </a:solidFill>
          <a:ln w="19050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1100" b="1" dirty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54554338"/>
      </p:ext>
    </p:extLst>
  </p:cSld>
  <p:clrMapOvr>
    <a:masterClrMapping/>
  </p:clrMapOvr>
  <p:transition>
    <p:fade/>
  </p:transition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10CF8D9D-4981-2158-E260-5A58588EEB5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4493" y="1901602"/>
            <a:ext cx="10307488" cy="3191320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136226808"/>
      </p:ext>
    </p:extLst>
  </p:cSld>
  <p:clrMapOvr>
    <a:masterClrMapping/>
  </p:clrMapOvr>
  <p:transition>
    <p:fade/>
  </p:transition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A990B4B1-4927-ED10-E291-459DB7E0714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89054241"/>
              </p:ext>
            </p:extLst>
          </p:nvPr>
        </p:nvGraphicFramePr>
        <p:xfrm>
          <a:off x="938002" y="769646"/>
          <a:ext cx="6211793" cy="1112520"/>
        </p:xfrm>
        <a:graphic>
          <a:graphicData uri="http://schemas.openxmlformats.org/drawingml/2006/table">
            <a:tbl>
              <a:tblPr firstRow="1" bandRow="1">
                <a:tableStyleId>{7E9639D4-E3E2-4D34-9284-5A2195B3D0D7}</a:tableStyleId>
              </a:tblPr>
              <a:tblGrid>
                <a:gridCol w="1818698">
                  <a:extLst>
                    <a:ext uri="{9D8B030D-6E8A-4147-A177-3AD203B41FA5}">
                      <a16:colId xmlns:a16="http://schemas.microsoft.com/office/drawing/2014/main" val="2828518658"/>
                    </a:ext>
                  </a:extLst>
                </a:gridCol>
                <a:gridCol w="943951">
                  <a:extLst>
                    <a:ext uri="{9D8B030D-6E8A-4147-A177-3AD203B41FA5}">
                      <a16:colId xmlns:a16="http://schemas.microsoft.com/office/drawing/2014/main" val="374367942"/>
                    </a:ext>
                  </a:extLst>
                </a:gridCol>
                <a:gridCol w="3449144">
                  <a:extLst>
                    <a:ext uri="{9D8B030D-6E8A-4147-A177-3AD203B41FA5}">
                      <a16:colId xmlns:a16="http://schemas.microsoft.com/office/drawing/2014/main" val="105207162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1400" dirty="0"/>
                        <a:t>Variable Name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Type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Default Value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6327784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32742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kern="1200" noProof="1">
                          <a:solidFill>
                            <a:schemeClr val="dk1"/>
                          </a:solidFill>
                          <a:effectLst/>
                          <a:latin typeface="Lucida Console" panose="020B0609040504020204" pitchFamily="49" charset="0"/>
                          <a:ea typeface="+mn-ea"/>
                          <a:cs typeface="+mn-cs"/>
                        </a:rPr>
                        <a:t>database_server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noProof="1">
                          <a:latin typeface="Lucida Console" panose="020B0609040504020204" pitchFamily="49" charset="0"/>
                        </a:rPr>
                        <a:t>String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32742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kern="1200" noProof="1">
                          <a:solidFill>
                            <a:schemeClr val="tx1"/>
                          </a:solidFill>
                          <a:effectLst/>
                          <a:latin typeface="Lucida Console" panose="020B0609040504020204" pitchFamily="49" charset="0"/>
                          <a:ea typeface="+mn-ea"/>
                          <a:cs typeface="+mn-cs"/>
                        </a:rPr>
                        <a:t>devcamp.database.windows.net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750331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32742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kern="1200" noProof="1">
                          <a:solidFill>
                            <a:schemeClr val="dk1"/>
                          </a:solidFill>
                          <a:effectLst/>
                          <a:latin typeface="Lucida Console" panose="020B0609040504020204" pitchFamily="49" charset="0"/>
                        </a:rPr>
                        <a:t>database_name</a:t>
                      </a:r>
                      <a:endParaRPr lang="en-US" sz="1400" b="1" kern="1200" noProof="1">
                        <a:solidFill>
                          <a:schemeClr val="dk1"/>
                        </a:solidFill>
                        <a:effectLst/>
                        <a:latin typeface="Lucida Console" panose="020B0609040504020204" pitchFamily="49" charset="0"/>
                        <a:ea typeface="+mn-ea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noProof="1">
                          <a:latin typeface="Lucida Console" panose="020B0609040504020204" pitchFamily="49" charset="0"/>
                        </a:rPr>
                        <a:t>String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32742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kern="1200" noProof="1">
                          <a:solidFill>
                            <a:schemeClr val="tx1"/>
                          </a:solidFill>
                          <a:effectLst/>
                          <a:latin typeface="Lucida Console" panose="020B0609040504020204" pitchFamily="49" charset="0"/>
                          <a:ea typeface="+mn-ea"/>
                          <a:cs typeface="+mn-cs"/>
                        </a:rPr>
                        <a:t>product-sales-dev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2686857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556545251"/>
      </p:ext>
    </p:extLst>
  </p:cSld>
  <p:clrMapOvr>
    <a:masterClrMapping/>
  </p:clrMapOvr>
  <p:transition>
    <p:fade/>
  </p:transition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3BBBEE-745B-2785-F381-4F9608C8E4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FB327FB1-9162-9A00-B432-7F75D4063645}"/>
              </a:ext>
            </a:extLst>
          </p:cNvPr>
          <p:cNvSpPr/>
          <p:nvPr/>
        </p:nvSpPr>
        <p:spPr bwMode="auto">
          <a:xfrm>
            <a:off x="523888" y="904352"/>
            <a:ext cx="9001949" cy="2291024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600" b="1" dirty="0">
                <a:solidFill>
                  <a:schemeClr val="tx1"/>
                </a:solidFill>
                <a:ea typeface="Segoe UI" pitchFamily="34" charset="0"/>
                <a:cs typeface="Segoe UI" pitchFamily="34" charset="0"/>
              </a:rPr>
              <a:t>Variable Library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9A29033-571B-BAB1-DC72-DCFD70AED744}"/>
              </a:ext>
            </a:extLst>
          </p:cNvPr>
          <p:cNvSpPr/>
          <p:nvPr/>
        </p:nvSpPr>
        <p:spPr bwMode="auto">
          <a:xfrm>
            <a:off x="5351867" y="1316334"/>
            <a:ext cx="3949001" cy="164792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91440" rIns="182880" bIns="45720" numCol="1" spcCol="0" rtlCol="0" fromWordArt="0" anchor="b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i="1" dirty="0">
                <a:solidFill>
                  <a:schemeClr val="tx1"/>
                </a:solidFill>
                <a:ea typeface="Segoe UI" pitchFamily="34" charset="0"/>
                <a:cs typeface="Segoe UI" pitchFamily="34" charset="0"/>
              </a:rPr>
              <a:t>Value Sets</a:t>
            </a:r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5BCEA7F7-02CF-5F56-A6BD-59624063196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5094252"/>
              </p:ext>
            </p:extLst>
          </p:nvPr>
        </p:nvGraphicFramePr>
        <p:xfrm>
          <a:off x="5698762" y="1487447"/>
          <a:ext cx="1532101" cy="1112520"/>
        </p:xfrm>
        <a:graphic>
          <a:graphicData uri="http://schemas.openxmlformats.org/drawingml/2006/table">
            <a:tbl>
              <a:tblPr firstRow="1" bandRow="1">
                <a:tableStyleId>{7E9639D4-E3E2-4D34-9284-5A2195B3D0D7}</a:tableStyleId>
              </a:tblPr>
              <a:tblGrid>
                <a:gridCol w="1532101">
                  <a:extLst>
                    <a:ext uri="{9D8B030D-6E8A-4147-A177-3AD203B41FA5}">
                      <a16:colId xmlns:a16="http://schemas.microsoft.com/office/drawing/2014/main" val="105207162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test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6327784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932742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kern="1200" noProof="1">
                          <a:solidFill>
                            <a:schemeClr val="tx1"/>
                          </a:solidFill>
                          <a:effectLst/>
                          <a:latin typeface="Lucida Console" panose="020B0609040504020204" pitchFamily="49" charset="0"/>
                          <a:ea typeface="+mn-ea"/>
                          <a:cs typeface="+mn-cs"/>
                        </a:rPr>
                        <a:t>test value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750331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932742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kern="1200" noProof="1">
                          <a:solidFill>
                            <a:schemeClr val="tx1"/>
                          </a:solidFill>
                          <a:effectLst/>
                          <a:latin typeface="Lucida Console" panose="020B0609040504020204" pitchFamily="49" charset="0"/>
                          <a:ea typeface="+mn-ea"/>
                          <a:cs typeface="+mn-cs"/>
                        </a:rPr>
                        <a:t>test value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26868571"/>
                  </a:ext>
                </a:extLst>
              </a:tr>
            </a:tbl>
          </a:graphicData>
        </a:graphic>
      </p:graphicFrame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0DD42D2D-8C4F-B36D-3B19-2EA9993895E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61603789"/>
              </p:ext>
            </p:extLst>
          </p:nvPr>
        </p:nvGraphicFramePr>
        <p:xfrm>
          <a:off x="7589527" y="1497931"/>
          <a:ext cx="1532101" cy="1112520"/>
        </p:xfrm>
        <a:graphic>
          <a:graphicData uri="http://schemas.openxmlformats.org/drawingml/2006/table">
            <a:tbl>
              <a:tblPr firstRow="1" bandRow="1">
                <a:tableStyleId>{7E9639D4-E3E2-4D34-9284-5A2195B3D0D7}</a:tableStyleId>
              </a:tblPr>
              <a:tblGrid>
                <a:gridCol w="1532101">
                  <a:extLst>
                    <a:ext uri="{9D8B030D-6E8A-4147-A177-3AD203B41FA5}">
                      <a16:colId xmlns:a16="http://schemas.microsoft.com/office/drawing/2014/main" val="105207162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prod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6327784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932742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kern="1200" noProof="1">
                          <a:solidFill>
                            <a:schemeClr val="tx1"/>
                          </a:solidFill>
                          <a:effectLst/>
                          <a:latin typeface="Lucida Console" panose="020B0609040504020204" pitchFamily="49" charset="0"/>
                          <a:ea typeface="+mn-ea"/>
                          <a:cs typeface="+mn-cs"/>
                        </a:rPr>
                        <a:t>prod value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750331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932742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kern="1200" noProof="1">
                          <a:solidFill>
                            <a:schemeClr val="tx1"/>
                          </a:solidFill>
                          <a:effectLst/>
                          <a:latin typeface="Lucida Console" panose="020B0609040504020204" pitchFamily="49" charset="0"/>
                          <a:ea typeface="+mn-ea"/>
                          <a:cs typeface="+mn-cs"/>
                        </a:rPr>
                        <a:t>prod value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26868571"/>
                  </a:ext>
                </a:extLst>
              </a:tr>
            </a:tbl>
          </a:graphicData>
        </a:graphic>
      </p:graphicFrame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37F63ACF-DA37-0B04-2BA8-F496FBF0E08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69008420"/>
              </p:ext>
            </p:extLst>
          </p:nvPr>
        </p:nvGraphicFramePr>
        <p:xfrm>
          <a:off x="730675" y="1487447"/>
          <a:ext cx="4379433" cy="1112520"/>
        </p:xfrm>
        <a:graphic>
          <a:graphicData uri="http://schemas.openxmlformats.org/drawingml/2006/table">
            <a:tbl>
              <a:tblPr firstRow="1" bandRow="1">
                <a:tableStyleId>{7E9639D4-E3E2-4D34-9284-5A2195B3D0D7}</a:tableStyleId>
              </a:tblPr>
              <a:tblGrid>
                <a:gridCol w="2013920">
                  <a:extLst>
                    <a:ext uri="{9D8B030D-6E8A-4147-A177-3AD203B41FA5}">
                      <a16:colId xmlns:a16="http://schemas.microsoft.com/office/drawing/2014/main" val="2828518658"/>
                    </a:ext>
                  </a:extLst>
                </a:gridCol>
                <a:gridCol w="964096">
                  <a:extLst>
                    <a:ext uri="{9D8B030D-6E8A-4147-A177-3AD203B41FA5}">
                      <a16:colId xmlns:a16="http://schemas.microsoft.com/office/drawing/2014/main" val="374367942"/>
                    </a:ext>
                  </a:extLst>
                </a:gridCol>
                <a:gridCol w="1401417">
                  <a:extLst>
                    <a:ext uri="{9D8B030D-6E8A-4147-A177-3AD203B41FA5}">
                      <a16:colId xmlns:a16="http://schemas.microsoft.com/office/drawing/2014/main" val="105207162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1400" dirty="0"/>
                        <a:t>Variable Name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Type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Default Value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6327784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32742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kern="1200" noProof="1">
                          <a:solidFill>
                            <a:schemeClr val="dk1"/>
                          </a:solidFill>
                          <a:effectLst/>
                          <a:latin typeface="Lucida Console" panose="020B0609040504020204" pitchFamily="49" charset="0"/>
                          <a:ea typeface="+mn-ea"/>
                          <a:cs typeface="+mn-cs"/>
                        </a:rPr>
                        <a:t>database_server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noProof="1">
                          <a:latin typeface="Lucida Console" panose="020B0609040504020204" pitchFamily="49" charset="0"/>
                        </a:rPr>
                        <a:t>String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32742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kern="1200" noProof="1">
                          <a:solidFill>
                            <a:schemeClr val="tx1"/>
                          </a:solidFill>
                          <a:effectLst/>
                          <a:latin typeface="Lucida Console" panose="020B0609040504020204" pitchFamily="49" charset="0"/>
                          <a:ea typeface="+mn-ea"/>
                          <a:cs typeface="+mn-cs"/>
                        </a:rPr>
                        <a:t>dev value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750331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32742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kern="1200" noProof="1">
                          <a:solidFill>
                            <a:schemeClr val="dk1"/>
                          </a:solidFill>
                          <a:effectLst/>
                          <a:latin typeface="Lucida Console" panose="020B0609040504020204" pitchFamily="49" charset="0"/>
                        </a:rPr>
                        <a:t>database_name</a:t>
                      </a:r>
                      <a:endParaRPr lang="en-US" sz="1400" b="1" kern="1200" noProof="1">
                        <a:solidFill>
                          <a:schemeClr val="dk1"/>
                        </a:solidFill>
                        <a:effectLst/>
                        <a:latin typeface="Lucida Console" panose="020B0609040504020204" pitchFamily="49" charset="0"/>
                        <a:ea typeface="+mn-ea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noProof="1">
                          <a:latin typeface="Lucida Console" panose="020B0609040504020204" pitchFamily="49" charset="0"/>
                        </a:rPr>
                        <a:t>String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32742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kern="1200" noProof="1">
                          <a:solidFill>
                            <a:schemeClr val="tx1"/>
                          </a:solidFill>
                          <a:effectLst/>
                          <a:latin typeface="Lucida Console" panose="020B0609040504020204" pitchFamily="49" charset="0"/>
                          <a:ea typeface="+mn-ea"/>
                          <a:cs typeface="+mn-cs"/>
                        </a:rPr>
                        <a:t>dev value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2686857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520660620"/>
      </p:ext>
    </p:extLst>
  </p:cSld>
  <p:clrMapOvr>
    <a:masterClrMapping/>
  </p:clrMapOvr>
  <p:transition>
    <p:fade/>
  </p:transition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6A8C2D-FE3A-4701-1749-9C9F063B10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>
            <a:extLst>
              <a:ext uri="{FF2B5EF4-FFF2-40B4-BE49-F238E27FC236}">
                <a16:creationId xmlns:a16="http://schemas.microsoft.com/office/drawing/2014/main" id="{6F632949-FEEC-DEF6-1199-411E30FFD8E8}"/>
              </a:ext>
            </a:extLst>
          </p:cNvPr>
          <p:cNvGrpSpPr/>
          <p:nvPr/>
        </p:nvGrpSpPr>
        <p:grpSpPr>
          <a:xfrm>
            <a:off x="1351722" y="1182756"/>
            <a:ext cx="10183786" cy="1942281"/>
            <a:chOff x="1664104" y="1182756"/>
            <a:chExt cx="9871404" cy="1942281"/>
          </a:xfrm>
        </p:grpSpPr>
        <p:grpSp>
          <p:nvGrpSpPr>
            <p:cNvPr id="20" name="Group 19">
              <a:extLst>
                <a:ext uri="{FF2B5EF4-FFF2-40B4-BE49-F238E27FC236}">
                  <a16:creationId xmlns:a16="http://schemas.microsoft.com/office/drawing/2014/main" id="{1A3B698D-3A46-0F39-E8C3-EE0ED46C7609}"/>
                </a:ext>
              </a:extLst>
            </p:cNvPr>
            <p:cNvGrpSpPr/>
            <p:nvPr/>
          </p:nvGrpSpPr>
          <p:grpSpPr>
            <a:xfrm>
              <a:off x="1664104" y="1182756"/>
              <a:ext cx="9871404" cy="1942281"/>
              <a:chOff x="1664104" y="773980"/>
              <a:chExt cx="6857927" cy="1667072"/>
            </a:xfrm>
          </p:grpSpPr>
          <p:sp>
            <p:nvSpPr>
              <p:cNvPr id="2" name="Rectangle 1">
                <a:extLst>
                  <a:ext uri="{FF2B5EF4-FFF2-40B4-BE49-F238E27FC236}">
                    <a16:creationId xmlns:a16="http://schemas.microsoft.com/office/drawing/2014/main" id="{8BCB1775-D766-2154-B630-602CCBBBA5DB}"/>
                  </a:ext>
                </a:extLst>
              </p:cNvPr>
              <p:cNvSpPr/>
              <p:nvPr/>
            </p:nvSpPr>
            <p:spPr bwMode="auto">
              <a:xfrm>
                <a:off x="1664104" y="773980"/>
                <a:ext cx="1632212" cy="1667071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  <a:headEnd type="none" w="med" len="med"/>
                <a:tailEnd type="none" w="med" len="med"/>
              </a:ln>
              <a:effectLst/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182880" rIns="182880" bIns="18288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defTabSz="932472" fontAlgn="base">
                  <a:lnSpc>
                    <a:spcPct val="90000"/>
                  </a:lnSpc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sz="1400" b="1" dirty="0">
                    <a:solidFill>
                      <a:schemeClr val="tx1"/>
                    </a:solidFill>
                    <a:latin typeface="Lucida Console" panose="020B0609040504020204" pitchFamily="49" charset="0"/>
                    <a:ea typeface="Segoe UI" pitchFamily="34" charset="0"/>
                    <a:cs typeface="Segoe UI" pitchFamily="34" charset="0"/>
                  </a:rPr>
                  <a:t>dev workspace</a:t>
                </a:r>
              </a:p>
            </p:txBody>
          </p:sp>
          <p:sp>
            <p:nvSpPr>
              <p:cNvPr id="3" name="Rectangle 2">
                <a:extLst>
                  <a:ext uri="{FF2B5EF4-FFF2-40B4-BE49-F238E27FC236}">
                    <a16:creationId xmlns:a16="http://schemas.microsoft.com/office/drawing/2014/main" id="{EBAD41E3-23BF-CCC2-826E-F7CEB57CF786}"/>
                  </a:ext>
                </a:extLst>
              </p:cNvPr>
              <p:cNvSpPr/>
              <p:nvPr/>
            </p:nvSpPr>
            <p:spPr bwMode="auto">
              <a:xfrm>
                <a:off x="4275308" y="797714"/>
                <a:ext cx="1625443" cy="1643338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  <a:headEnd type="none" w="med" len="med"/>
                <a:tailEnd type="none" w="med" len="med"/>
              </a:ln>
              <a:effectLst/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182880" rIns="182880" bIns="18288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defTabSz="932472" fontAlgn="base">
                  <a:lnSpc>
                    <a:spcPct val="90000"/>
                  </a:lnSpc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sz="1400" b="1" dirty="0">
                    <a:solidFill>
                      <a:schemeClr val="tx1"/>
                    </a:solidFill>
                    <a:latin typeface="Lucida Console" panose="020B0609040504020204" pitchFamily="49" charset="0"/>
                    <a:ea typeface="Segoe UI" pitchFamily="34" charset="0"/>
                    <a:cs typeface="Segoe UI" pitchFamily="34" charset="0"/>
                  </a:rPr>
                  <a:t>test workspace</a:t>
                </a:r>
              </a:p>
            </p:txBody>
          </p:sp>
          <p:sp>
            <p:nvSpPr>
              <p:cNvPr id="4" name="Arrow: Right 3">
                <a:extLst>
                  <a:ext uri="{FF2B5EF4-FFF2-40B4-BE49-F238E27FC236}">
                    <a16:creationId xmlns:a16="http://schemas.microsoft.com/office/drawing/2014/main" id="{C557B895-DB1B-211E-1427-12E77D99C9CF}"/>
                  </a:ext>
                </a:extLst>
              </p:cNvPr>
              <p:cNvSpPr/>
              <p:nvPr/>
            </p:nvSpPr>
            <p:spPr bwMode="auto">
              <a:xfrm>
                <a:off x="3363614" y="1577301"/>
                <a:ext cx="879837" cy="506304"/>
              </a:xfrm>
              <a:prstGeom prst="rightArrow">
                <a:avLst>
                  <a:gd name="adj1" fmla="val 61383"/>
                  <a:gd name="adj2" fmla="val 50000"/>
                </a:avLst>
              </a:prstGeom>
              <a:solidFill>
                <a:srgbClr val="C00000"/>
              </a:solidFill>
              <a:ln>
                <a:noFill/>
                <a:headEnd type="none" w="med" len="med"/>
                <a:tailEnd type="none" w="med" len="med"/>
              </a:ln>
              <a:effectLst/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182880" rIns="182880" bIns="18288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defTabSz="932472" fontAlgn="base">
                  <a:lnSpc>
                    <a:spcPct val="90000"/>
                  </a:lnSpc>
                  <a:spcBef>
                    <a:spcPct val="0"/>
                  </a:spcBef>
                  <a:spcAft>
                    <a:spcPct val="0"/>
                  </a:spcAft>
                </a:pPr>
                <a:endParaRPr lang="en-US" sz="1100" b="1" dirty="0">
                  <a:gradFill>
                    <a:gsLst>
                      <a:gs pos="0">
                        <a:srgbClr val="FFFFFF"/>
                      </a:gs>
                      <a:gs pos="100000">
                        <a:srgbClr val="FFFFFF"/>
                      </a:gs>
                    </a:gsLst>
                    <a:lin ang="5400000" scaled="0"/>
                  </a:gra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endParaRPr>
              </a:p>
            </p:txBody>
          </p:sp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4BC67C6E-8CEA-495E-7ABE-6E35CD889B70}"/>
                  </a:ext>
                </a:extLst>
              </p:cNvPr>
              <p:cNvSpPr/>
              <p:nvPr/>
            </p:nvSpPr>
            <p:spPr bwMode="auto">
              <a:xfrm>
                <a:off x="6896588" y="797714"/>
                <a:ext cx="1625443" cy="1643338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  <a:headEnd type="none" w="med" len="med"/>
                <a:tailEnd type="none" w="med" len="med"/>
              </a:ln>
              <a:effectLst/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182880" rIns="182880" bIns="18288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defTabSz="932472" fontAlgn="base">
                  <a:lnSpc>
                    <a:spcPct val="90000"/>
                  </a:lnSpc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sz="1400" b="1" dirty="0">
                    <a:solidFill>
                      <a:schemeClr val="tx1"/>
                    </a:solidFill>
                    <a:latin typeface="Lucida Console" panose="020B0609040504020204" pitchFamily="49" charset="0"/>
                    <a:ea typeface="Segoe UI" pitchFamily="34" charset="0"/>
                    <a:cs typeface="Segoe UI" pitchFamily="34" charset="0"/>
                  </a:rPr>
                  <a:t>prod workspace</a:t>
                </a:r>
              </a:p>
            </p:txBody>
          </p:sp>
          <p:sp>
            <p:nvSpPr>
              <p:cNvPr id="6" name="Arrow: Right 5">
                <a:extLst>
                  <a:ext uri="{FF2B5EF4-FFF2-40B4-BE49-F238E27FC236}">
                    <a16:creationId xmlns:a16="http://schemas.microsoft.com/office/drawing/2014/main" id="{83E12C0A-64CB-6237-4D45-E6B2951781F4}"/>
                  </a:ext>
                </a:extLst>
              </p:cNvPr>
              <p:cNvSpPr/>
              <p:nvPr/>
            </p:nvSpPr>
            <p:spPr bwMode="auto">
              <a:xfrm>
                <a:off x="5984894" y="1577301"/>
                <a:ext cx="879837" cy="506304"/>
              </a:xfrm>
              <a:prstGeom prst="rightArrow">
                <a:avLst>
                  <a:gd name="adj1" fmla="val 61383"/>
                  <a:gd name="adj2" fmla="val 50000"/>
                </a:avLst>
              </a:prstGeom>
              <a:solidFill>
                <a:srgbClr val="C00000"/>
              </a:solidFill>
              <a:ln>
                <a:noFill/>
                <a:headEnd type="none" w="med" len="med"/>
                <a:tailEnd type="none" w="med" len="med"/>
              </a:ln>
              <a:effectLst/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182880" rIns="182880" bIns="18288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defTabSz="932472" fontAlgn="base">
                  <a:lnSpc>
                    <a:spcPct val="90000"/>
                  </a:lnSpc>
                  <a:spcBef>
                    <a:spcPct val="0"/>
                  </a:spcBef>
                  <a:spcAft>
                    <a:spcPct val="0"/>
                  </a:spcAft>
                </a:pPr>
                <a:endParaRPr lang="en-US" sz="1100" b="1" dirty="0">
                  <a:gradFill>
                    <a:gsLst>
                      <a:gs pos="0">
                        <a:srgbClr val="FFFFFF"/>
                      </a:gs>
                      <a:gs pos="100000">
                        <a:srgbClr val="FFFFFF"/>
                      </a:gs>
                    </a:gsLst>
                    <a:lin ang="5400000" scaled="0"/>
                  </a:gra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endParaRPr>
              </a:p>
            </p:txBody>
          </p:sp>
        </p:grpSp>
        <p:grpSp>
          <p:nvGrpSpPr>
            <p:cNvPr id="23" name="Group 22">
              <a:extLst>
                <a:ext uri="{FF2B5EF4-FFF2-40B4-BE49-F238E27FC236}">
                  <a16:creationId xmlns:a16="http://schemas.microsoft.com/office/drawing/2014/main" id="{EB9C09FA-DD35-2EAC-8E59-0E5A70EC18C9}"/>
                </a:ext>
              </a:extLst>
            </p:cNvPr>
            <p:cNvGrpSpPr/>
            <p:nvPr/>
          </p:nvGrpSpPr>
          <p:grpSpPr>
            <a:xfrm>
              <a:off x="1841151" y="1723984"/>
              <a:ext cx="1995335" cy="1045579"/>
              <a:chOff x="2480209" y="3989407"/>
              <a:chExt cx="2202323" cy="1173115"/>
            </a:xfrm>
          </p:grpSpPr>
          <p:sp>
            <p:nvSpPr>
              <p:cNvPr id="21" name="Rectangle 20">
                <a:extLst>
                  <a:ext uri="{FF2B5EF4-FFF2-40B4-BE49-F238E27FC236}">
                    <a16:creationId xmlns:a16="http://schemas.microsoft.com/office/drawing/2014/main" id="{E1514387-BC0A-085C-D194-378514904C10}"/>
                  </a:ext>
                </a:extLst>
              </p:cNvPr>
              <p:cNvSpPr/>
              <p:nvPr/>
            </p:nvSpPr>
            <p:spPr bwMode="auto">
              <a:xfrm>
                <a:off x="2480209" y="4267200"/>
                <a:ext cx="2202323" cy="895322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  <a:headEnd type="none" w="med" len="med"/>
                <a:tailEnd type="none" w="med" len="med"/>
              </a:ln>
              <a:effectLst/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91440" rIns="0" bIns="9144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111125" indent="-111125" defTabSz="932472" fontAlgn="base">
                  <a:lnSpc>
                    <a:spcPct val="90000"/>
                  </a:lnSpc>
                  <a:spcBef>
                    <a:spcPts val="600"/>
                  </a:spcBef>
                  <a:spcAft>
                    <a:spcPct val="0"/>
                  </a:spcAft>
                  <a:buFont typeface="Arial" panose="020B0604020202020204" pitchFamily="34" charset="0"/>
                  <a:buChar char="•"/>
                </a:pPr>
                <a:r>
                  <a:rPr lang="en-US" sz="900" b="1" dirty="0">
                    <a:solidFill>
                      <a:srgbClr val="8A0000"/>
                    </a:solidFill>
                    <a:latin typeface="Lucida Console" panose="020B0609040504020204" pitchFamily="49" charset="0"/>
                    <a:ea typeface="Segoe UI" pitchFamily="34" charset="0"/>
                    <a:cs typeface="Segoe UI" pitchFamily="34" charset="0"/>
                  </a:rPr>
                  <a:t>default value set (active)</a:t>
                </a:r>
              </a:p>
              <a:p>
                <a:pPr marL="111125" indent="-111125" defTabSz="932472" fontAlgn="base">
                  <a:lnSpc>
                    <a:spcPct val="90000"/>
                  </a:lnSpc>
                  <a:spcBef>
                    <a:spcPts val="600"/>
                  </a:spcBef>
                  <a:spcAft>
                    <a:spcPct val="0"/>
                  </a:spcAft>
                  <a:buFont typeface="Arial" panose="020B0604020202020204" pitchFamily="34" charset="0"/>
                  <a:buChar char="•"/>
                </a:pPr>
                <a:r>
                  <a:rPr lang="en-US" sz="900" dirty="0">
                    <a:solidFill>
                      <a:schemeClr val="tx1"/>
                    </a:solidFill>
                    <a:latin typeface="Lucida Console" panose="020B0609040504020204" pitchFamily="49" charset="0"/>
                    <a:ea typeface="Segoe UI" pitchFamily="34" charset="0"/>
                    <a:cs typeface="Segoe UI" pitchFamily="34" charset="0"/>
                  </a:rPr>
                  <a:t>test value set</a:t>
                </a:r>
              </a:p>
              <a:p>
                <a:pPr marL="111125" indent="-111125" defTabSz="932472" fontAlgn="base">
                  <a:lnSpc>
                    <a:spcPct val="90000"/>
                  </a:lnSpc>
                  <a:spcBef>
                    <a:spcPts val="600"/>
                  </a:spcBef>
                  <a:spcAft>
                    <a:spcPct val="0"/>
                  </a:spcAft>
                  <a:buFont typeface="Arial" panose="020B0604020202020204" pitchFamily="34" charset="0"/>
                  <a:buChar char="•"/>
                </a:pPr>
                <a:r>
                  <a:rPr lang="en-US" sz="900" dirty="0">
                    <a:solidFill>
                      <a:schemeClr val="tx1"/>
                    </a:solidFill>
                    <a:latin typeface="Lucida Console" panose="020B0609040504020204" pitchFamily="49" charset="0"/>
                    <a:ea typeface="Segoe UI" pitchFamily="34" charset="0"/>
                    <a:cs typeface="Segoe UI" pitchFamily="34" charset="0"/>
                  </a:rPr>
                  <a:t>prod value set</a:t>
                </a:r>
              </a:p>
            </p:txBody>
          </p:sp>
          <p:sp>
            <p:nvSpPr>
              <p:cNvPr id="22" name="Rectangle 21">
                <a:extLst>
                  <a:ext uri="{FF2B5EF4-FFF2-40B4-BE49-F238E27FC236}">
                    <a16:creationId xmlns:a16="http://schemas.microsoft.com/office/drawing/2014/main" id="{AF45B4D6-940B-3F86-C4C4-B0D9CACA6B70}"/>
                  </a:ext>
                </a:extLst>
              </p:cNvPr>
              <p:cNvSpPr/>
              <p:nvPr/>
            </p:nvSpPr>
            <p:spPr bwMode="auto">
              <a:xfrm>
                <a:off x="2480209" y="3989407"/>
                <a:ext cx="2202323" cy="277791"/>
              </a:xfrm>
              <a:prstGeom prst="rect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  <a:headEnd type="none" w="med" len="med"/>
                <a:tailEnd type="none" w="med" len="med"/>
              </a:ln>
              <a:effectLst/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defTabSz="932472" fontAlgn="base">
                  <a:lnSpc>
                    <a:spcPct val="90000"/>
                  </a:lnSpc>
                  <a:spcBef>
                    <a:spcPts val="600"/>
                  </a:spcBef>
                  <a:spcAft>
                    <a:spcPct val="0"/>
                  </a:spcAft>
                </a:pPr>
                <a:r>
                  <a:rPr lang="en-US" sz="1050" b="1" dirty="0">
                    <a:solidFill>
                      <a:schemeClr val="bg1"/>
                    </a:solidFill>
                    <a:latin typeface="Lucida Console" panose="020B0609040504020204" pitchFamily="49" charset="0"/>
                    <a:ea typeface="Segoe UI" pitchFamily="34" charset="0"/>
                    <a:cs typeface="Segoe UI" pitchFamily="34" charset="0"/>
                  </a:rPr>
                  <a:t>Variable Library</a:t>
                </a:r>
              </a:p>
            </p:txBody>
          </p:sp>
        </p:grpSp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CD5282BC-0D57-27BE-8B49-455E616E7092}"/>
                </a:ext>
              </a:extLst>
            </p:cNvPr>
            <p:cNvGrpSpPr/>
            <p:nvPr/>
          </p:nvGrpSpPr>
          <p:grpSpPr>
            <a:xfrm>
              <a:off x="5607010" y="1723984"/>
              <a:ext cx="1995335" cy="1045579"/>
              <a:chOff x="2480209" y="3989407"/>
              <a:chExt cx="2202323" cy="1173115"/>
            </a:xfrm>
          </p:grpSpPr>
          <p:sp>
            <p:nvSpPr>
              <p:cNvPr id="25" name="Rectangle 24">
                <a:extLst>
                  <a:ext uri="{FF2B5EF4-FFF2-40B4-BE49-F238E27FC236}">
                    <a16:creationId xmlns:a16="http://schemas.microsoft.com/office/drawing/2014/main" id="{4C7F5946-ADF8-8E8F-2285-71821DD4422D}"/>
                  </a:ext>
                </a:extLst>
              </p:cNvPr>
              <p:cNvSpPr/>
              <p:nvPr/>
            </p:nvSpPr>
            <p:spPr bwMode="auto">
              <a:xfrm>
                <a:off x="2480209" y="4267200"/>
                <a:ext cx="2202323" cy="895322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  <a:headEnd type="none" w="med" len="med"/>
                <a:tailEnd type="none" w="med" len="med"/>
              </a:ln>
              <a:effectLst/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91440" rIns="0" bIns="9144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111125" indent="-111125" defTabSz="932472" fontAlgn="base">
                  <a:lnSpc>
                    <a:spcPct val="90000"/>
                  </a:lnSpc>
                  <a:spcBef>
                    <a:spcPts val="600"/>
                  </a:spcBef>
                  <a:spcAft>
                    <a:spcPct val="0"/>
                  </a:spcAft>
                  <a:buFont typeface="Arial" panose="020B0604020202020204" pitchFamily="34" charset="0"/>
                  <a:buChar char="•"/>
                </a:pPr>
                <a:r>
                  <a:rPr lang="en-US" sz="900" dirty="0">
                    <a:solidFill>
                      <a:schemeClr val="tx1"/>
                    </a:solidFill>
                    <a:latin typeface="Lucida Console" panose="020B0609040504020204" pitchFamily="49" charset="0"/>
                    <a:ea typeface="Segoe UI" pitchFamily="34" charset="0"/>
                    <a:cs typeface="Segoe UI" pitchFamily="34" charset="0"/>
                  </a:rPr>
                  <a:t>default value set</a:t>
                </a:r>
                <a:endParaRPr lang="en-US" sz="900" dirty="0">
                  <a:solidFill>
                    <a:schemeClr val="accent5">
                      <a:lumMod val="75000"/>
                    </a:schemeClr>
                  </a:soli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endParaRPr>
              </a:p>
              <a:p>
                <a:pPr marL="111125" indent="-111125" defTabSz="932472" fontAlgn="base">
                  <a:lnSpc>
                    <a:spcPct val="90000"/>
                  </a:lnSpc>
                  <a:spcBef>
                    <a:spcPts val="600"/>
                  </a:spcBef>
                  <a:spcAft>
                    <a:spcPct val="0"/>
                  </a:spcAft>
                  <a:buFont typeface="Arial" panose="020B0604020202020204" pitchFamily="34" charset="0"/>
                  <a:buChar char="•"/>
                </a:pPr>
                <a:r>
                  <a:rPr lang="en-US" sz="900" b="1" dirty="0">
                    <a:solidFill>
                      <a:srgbClr val="8A0000"/>
                    </a:solidFill>
                    <a:latin typeface="Lucida Console" panose="020B0609040504020204" pitchFamily="49" charset="0"/>
                    <a:ea typeface="Segoe UI" pitchFamily="34" charset="0"/>
                    <a:cs typeface="Segoe UI" pitchFamily="34" charset="0"/>
                  </a:rPr>
                  <a:t>test value set (active)</a:t>
                </a:r>
                <a:endParaRPr lang="en-US" sz="900" dirty="0">
                  <a:solidFill>
                    <a:srgbClr val="8A0000"/>
                  </a:soli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endParaRPr>
              </a:p>
              <a:p>
                <a:pPr marL="111125" indent="-111125" defTabSz="932472" fontAlgn="base">
                  <a:lnSpc>
                    <a:spcPct val="90000"/>
                  </a:lnSpc>
                  <a:spcBef>
                    <a:spcPts val="600"/>
                  </a:spcBef>
                  <a:spcAft>
                    <a:spcPct val="0"/>
                  </a:spcAft>
                  <a:buFont typeface="Arial" panose="020B0604020202020204" pitchFamily="34" charset="0"/>
                  <a:buChar char="•"/>
                </a:pPr>
                <a:r>
                  <a:rPr lang="en-US" sz="900" dirty="0">
                    <a:solidFill>
                      <a:schemeClr val="tx1"/>
                    </a:solidFill>
                    <a:latin typeface="Lucida Console" panose="020B0609040504020204" pitchFamily="49" charset="0"/>
                    <a:ea typeface="Segoe UI" pitchFamily="34" charset="0"/>
                    <a:cs typeface="Segoe UI" pitchFamily="34" charset="0"/>
                  </a:rPr>
                  <a:t>prod value set</a:t>
                </a:r>
              </a:p>
            </p:txBody>
          </p:sp>
          <p:sp>
            <p:nvSpPr>
              <p:cNvPr id="26" name="Rectangle 25">
                <a:extLst>
                  <a:ext uri="{FF2B5EF4-FFF2-40B4-BE49-F238E27FC236}">
                    <a16:creationId xmlns:a16="http://schemas.microsoft.com/office/drawing/2014/main" id="{3625FED2-207E-64A8-A6BE-9F7432DEA38C}"/>
                  </a:ext>
                </a:extLst>
              </p:cNvPr>
              <p:cNvSpPr/>
              <p:nvPr/>
            </p:nvSpPr>
            <p:spPr bwMode="auto">
              <a:xfrm>
                <a:off x="2480209" y="3989407"/>
                <a:ext cx="2202323" cy="277791"/>
              </a:xfrm>
              <a:prstGeom prst="rect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  <a:headEnd type="none" w="med" len="med"/>
                <a:tailEnd type="none" w="med" len="med"/>
              </a:ln>
              <a:effectLst/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defTabSz="932472" fontAlgn="base">
                  <a:lnSpc>
                    <a:spcPct val="90000"/>
                  </a:lnSpc>
                  <a:spcBef>
                    <a:spcPts val="600"/>
                  </a:spcBef>
                  <a:spcAft>
                    <a:spcPct val="0"/>
                  </a:spcAft>
                </a:pPr>
                <a:r>
                  <a:rPr lang="en-US" sz="1050" b="1" dirty="0">
                    <a:solidFill>
                      <a:schemeClr val="bg1"/>
                    </a:solidFill>
                    <a:latin typeface="Lucida Console" panose="020B0609040504020204" pitchFamily="49" charset="0"/>
                    <a:ea typeface="Segoe UI" pitchFamily="34" charset="0"/>
                    <a:cs typeface="Segoe UI" pitchFamily="34" charset="0"/>
                  </a:rPr>
                  <a:t>Variable Library</a:t>
                </a:r>
              </a:p>
            </p:txBody>
          </p:sp>
        </p:grpSp>
        <p:grpSp>
          <p:nvGrpSpPr>
            <p:cNvPr id="27" name="Group 26">
              <a:extLst>
                <a:ext uri="{FF2B5EF4-FFF2-40B4-BE49-F238E27FC236}">
                  <a16:creationId xmlns:a16="http://schemas.microsoft.com/office/drawing/2014/main" id="{ACFF671F-371E-8446-56C0-81DBC5EF039C}"/>
                </a:ext>
              </a:extLst>
            </p:cNvPr>
            <p:cNvGrpSpPr/>
            <p:nvPr/>
          </p:nvGrpSpPr>
          <p:grpSpPr>
            <a:xfrm>
              <a:off x="9367996" y="1723984"/>
              <a:ext cx="1995335" cy="1045579"/>
              <a:chOff x="2480209" y="3989407"/>
              <a:chExt cx="2202323" cy="1173115"/>
            </a:xfrm>
          </p:grpSpPr>
          <p:sp>
            <p:nvSpPr>
              <p:cNvPr id="28" name="Rectangle 27">
                <a:extLst>
                  <a:ext uri="{FF2B5EF4-FFF2-40B4-BE49-F238E27FC236}">
                    <a16:creationId xmlns:a16="http://schemas.microsoft.com/office/drawing/2014/main" id="{80ACAFCD-D270-E16C-F9E8-B01D0DFD0947}"/>
                  </a:ext>
                </a:extLst>
              </p:cNvPr>
              <p:cNvSpPr/>
              <p:nvPr/>
            </p:nvSpPr>
            <p:spPr bwMode="auto">
              <a:xfrm>
                <a:off x="2480209" y="4267200"/>
                <a:ext cx="2202323" cy="895322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  <a:headEnd type="none" w="med" len="med"/>
                <a:tailEnd type="none" w="med" len="med"/>
              </a:ln>
              <a:effectLst/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91440" rIns="0" bIns="9144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111125" indent="-111125" defTabSz="932472" fontAlgn="base">
                  <a:lnSpc>
                    <a:spcPct val="90000"/>
                  </a:lnSpc>
                  <a:spcBef>
                    <a:spcPts val="600"/>
                  </a:spcBef>
                  <a:spcAft>
                    <a:spcPct val="0"/>
                  </a:spcAft>
                  <a:buFont typeface="Arial" panose="020B0604020202020204" pitchFamily="34" charset="0"/>
                  <a:buChar char="•"/>
                </a:pPr>
                <a:r>
                  <a:rPr lang="en-US" sz="900" dirty="0">
                    <a:solidFill>
                      <a:schemeClr val="tx1"/>
                    </a:solidFill>
                    <a:latin typeface="Lucida Console" panose="020B0609040504020204" pitchFamily="49" charset="0"/>
                    <a:ea typeface="Segoe UI" pitchFamily="34" charset="0"/>
                    <a:cs typeface="Segoe UI" pitchFamily="34" charset="0"/>
                  </a:rPr>
                  <a:t>default value set</a:t>
                </a:r>
                <a:endParaRPr lang="en-US" sz="900" dirty="0">
                  <a:solidFill>
                    <a:schemeClr val="accent5">
                      <a:lumMod val="75000"/>
                    </a:schemeClr>
                  </a:soli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endParaRPr>
              </a:p>
              <a:p>
                <a:pPr marL="111125" indent="-111125" defTabSz="932472" fontAlgn="base">
                  <a:lnSpc>
                    <a:spcPct val="90000"/>
                  </a:lnSpc>
                  <a:spcBef>
                    <a:spcPts val="600"/>
                  </a:spcBef>
                  <a:spcAft>
                    <a:spcPct val="0"/>
                  </a:spcAft>
                  <a:buFont typeface="Arial" panose="020B0604020202020204" pitchFamily="34" charset="0"/>
                  <a:buChar char="•"/>
                </a:pPr>
                <a:r>
                  <a:rPr lang="en-US" sz="900" dirty="0">
                    <a:solidFill>
                      <a:schemeClr val="tx1"/>
                    </a:solidFill>
                    <a:latin typeface="Lucida Console" panose="020B0609040504020204" pitchFamily="49" charset="0"/>
                    <a:ea typeface="Segoe UI" pitchFamily="34" charset="0"/>
                    <a:cs typeface="Segoe UI" pitchFamily="34" charset="0"/>
                  </a:rPr>
                  <a:t>test value set</a:t>
                </a:r>
              </a:p>
              <a:p>
                <a:pPr marL="111125" indent="-111125" defTabSz="932472" fontAlgn="base">
                  <a:lnSpc>
                    <a:spcPct val="90000"/>
                  </a:lnSpc>
                  <a:spcBef>
                    <a:spcPts val="600"/>
                  </a:spcBef>
                  <a:spcAft>
                    <a:spcPct val="0"/>
                  </a:spcAft>
                  <a:buFont typeface="Arial" panose="020B0604020202020204" pitchFamily="34" charset="0"/>
                  <a:buChar char="•"/>
                </a:pPr>
                <a:r>
                  <a:rPr lang="en-US" sz="900" b="1" dirty="0">
                    <a:solidFill>
                      <a:srgbClr val="8A0000"/>
                    </a:solidFill>
                    <a:latin typeface="Lucida Console" panose="020B0609040504020204" pitchFamily="49" charset="0"/>
                    <a:ea typeface="Segoe UI" pitchFamily="34" charset="0"/>
                    <a:cs typeface="Segoe UI" pitchFamily="34" charset="0"/>
                  </a:rPr>
                  <a:t>prod value set (active)</a:t>
                </a:r>
              </a:p>
            </p:txBody>
          </p:sp>
          <p:sp>
            <p:nvSpPr>
              <p:cNvPr id="29" name="Rectangle 28">
                <a:extLst>
                  <a:ext uri="{FF2B5EF4-FFF2-40B4-BE49-F238E27FC236}">
                    <a16:creationId xmlns:a16="http://schemas.microsoft.com/office/drawing/2014/main" id="{CCC425CB-05F8-A582-EA5F-D50237A5B1F7}"/>
                  </a:ext>
                </a:extLst>
              </p:cNvPr>
              <p:cNvSpPr/>
              <p:nvPr/>
            </p:nvSpPr>
            <p:spPr bwMode="auto">
              <a:xfrm>
                <a:off x="2480209" y="3989407"/>
                <a:ext cx="2202323" cy="277791"/>
              </a:xfrm>
              <a:prstGeom prst="rect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  <a:headEnd type="none" w="med" len="med"/>
                <a:tailEnd type="none" w="med" len="med"/>
              </a:ln>
              <a:effectLst/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defTabSz="932472" fontAlgn="base">
                  <a:lnSpc>
                    <a:spcPct val="90000"/>
                  </a:lnSpc>
                  <a:spcBef>
                    <a:spcPts val="600"/>
                  </a:spcBef>
                  <a:spcAft>
                    <a:spcPct val="0"/>
                  </a:spcAft>
                </a:pPr>
                <a:r>
                  <a:rPr lang="en-US" sz="1050" b="1" dirty="0">
                    <a:solidFill>
                      <a:schemeClr val="bg1"/>
                    </a:solidFill>
                    <a:latin typeface="Lucida Console" panose="020B0609040504020204" pitchFamily="49" charset="0"/>
                    <a:ea typeface="Segoe UI" pitchFamily="34" charset="0"/>
                    <a:cs typeface="Segoe UI" pitchFamily="34" charset="0"/>
                  </a:rPr>
                  <a:t>Variable Library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2422355693"/>
      </p:ext>
    </p:extLst>
  </p:cSld>
  <p:clrMapOvr>
    <a:masterClrMapping/>
  </p:clrMapOvr>
  <p:transition>
    <p:fade/>
  </p:transition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024C53AC-84B0-43CF-E373-F2E7FFC9CF3E}"/>
              </a:ext>
            </a:extLst>
          </p:cNvPr>
          <p:cNvSpPr/>
          <p:nvPr/>
        </p:nvSpPr>
        <p:spPr bwMode="auto">
          <a:xfrm>
            <a:off x="1687259" y="1087263"/>
            <a:ext cx="3969470" cy="1039078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82296" rIns="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800" b="1" dirty="0">
                <a:solidFill>
                  <a:schemeClr val="tx1"/>
                </a:solidFill>
                <a:latin typeface="Arial" panose="020B0604020202020204" pitchFamily="34" charset="0"/>
                <a:ea typeface="Segoe UI" pitchFamily="34" charset="0"/>
                <a:cs typeface="Arial" panose="020B0604020202020204" pitchFamily="34" charset="0"/>
              </a:rPr>
              <a:t>Fabric Solution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7FA8F121-49B8-7EDB-521B-435EC6A3B551}"/>
              </a:ext>
            </a:extLst>
          </p:cNvPr>
          <p:cNvGrpSpPr/>
          <p:nvPr/>
        </p:nvGrpSpPr>
        <p:grpSpPr>
          <a:xfrm>
            <a:off x="3330755" y="1353539"/>
            <a:ext cx="655911" cy="654509"/>
            <a:chOff x="6295914" y="1428878"/>
            <a:chExt cx="1693119" cy="1825354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17231FBD-030F-AEFF-DBB7-361376186B2D}"/>
                </a:ext>
              </a:extLst>
            </p:cNvPr>
            <p:cNvSpPr/>
            <p:nvPr/>
          </p:nvSpPr>
          <p:spPr bwMode="auto">
            <a:xfrm>
              <a:off x="6295914" y="1428878"/>
              <a:ext cx="1693119" cy="1825354"/>
            </a:xfrm>
            <a:prstGeom prst="rect">
              <a:avLst/>
            </a:prstGeom>
            <a:solidFill>
              <a:schemeClr val="bg1">
                <a:alpha val="45000"/>
              </a:schemeClr>
            </a:solidFill>
            <a:ln w="12700">
              <a:solidFill>
                <a:schemeClr val="tx1"/>
              </a:solidFill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146304" rIns="0" bIns="45720" numCol="1" spcCol="0" rtlCol="0" fromWordArt="0" anchor="b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600" b="1" dirty="0">
                  <a:solidFill>
                    <a:schemeClr val="tx1"/>
                  </a:solidFill>
                  <a:latin typeface="Arial" panose="020B0604020202020204" pitchFamily="34" charset="0"/>
                  <a:ea typeface="Segoe UI" pitchFamily="34" charset="0"/>
                  <a:cs typeface="Arial" panose="020B0604020202020204" pitchFamily="34" charset="0"/>
                </a:rPr>
                <a:t>Semantic Model</a:t>
              </a:r>
            </a:p>
          </p:txBody>
        </p:sp>
        <p:pic>
          <p:nvPicPr>
            <p:cNvPr id="15" name="Picture 14" descr="A white square with purple dots&#10;&#10;Description automatically generated">
              <a:extLst>
                <a:ext uri="{FF2B5EF4-FFF2-40B4-BE49-F238E27FC236}">
                  <a16:creationId xmlns:a16="http://schemas.microsoft.com/office/drawing/2014/main" id="{6B41BEDF-C5B7-E371-C150-6F03E7DAAE2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486779" y="1536648"/>
              <a:ext cx="1311387" cy="1300896"/>
            </a:xfrm>
            <a:prstGeom prst="rect">
              <a:avLst/>
            </a:prstGeom>
          </p:spPr>
        </p:pic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D429B994-E364-1FBC-4BEC-B464A0229BAC}"/>
              </a:ext>
            </a:extLst>
          </p:cNvPr>
          <p:cNvGrpSpPr/>
          <p:nvPr/>
        </p:nvGrpSpPr>
        <p:grpSpPr>
          <a:xfrm>
            <a:off x="4089715" y="1353539"/>
            <a:ext cx="657835" cy="654509"/>
            <a:chOff x="6503915" y="831583"/>
            <a:chExt cx="1229935" cy="1325994"/>
          </a:xfrm>
        </p:grpSpPr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BC0E4FA9-9874-0421-00A7-094E40E45F4A}"/>
                </a:ext>
              </a:extLst>
            </p:cNvPr>
            <p:cNvSpPr/>
            <p:nvPr/>
          </p:nvSpPr>
          <p:spPr bwMode="auto">
            <a:xfrm>
              <a:off x="6503915" y="831583"/>
              <a:ext cx="1229935" cy="1325994"/>
            </a:xfrm>
            <a:prstGeom prst="rect">
              <a:avLst/>
            </a:prstGeom>
            <a:solidFill>
              <a:schemeClr val="bg1">
                <a:alpha val="45000"/>
              </a:schemeClr>
            </a:solidFill>
            <a:ln w="12700">
              <a:solidFill>
                <a:schemeClr val="bg1">
                  <a:lumMod val="50000"/>
                </a:schemeClr>
              </a:solidFill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146304" rIns="0" bIns="45720" numCol="1" spcCol="0" rtlCol="0" fromWordArt="0" anchor="b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600" b="1" dirty="0">
                  <a:solidFill>
                    <a:schemeClr val="tx1"/>
                  </a:solidFill>
                  <a:latin typeface="Arial" panose="020B0604020202020204" pitchFamily="34" charset="0"/>
                  <a:ea typeface="Segoe UI" pitchFamily="34" charset="0"/>
                  <a:cs typeface="Arial" panose="020B0604020202020204" pitchFamily="34" charset="0"/>
                </a:rPr>
                <a:t>Report</a:t>
              </a:r>
            </a:p>
          </p:txBody>
        </p:sp>
        <p:pic>
          <p:nvPicPr>
            <p:cNvPr id="18" name="Picture 17" descr="A white square with a graph&#10;&#10;Description automatically generated">
              <a:extLst>
                <a:ext uri="{FF2B5EF4-FFF2-40B4-BE49-F238E27FC236}">
                  <a16:creationId xmlns:a16="http://schemas.microsoft.com/office/drawing/2014/main" id="{1A32AF3E-612A-DB91-644A-24DB597D060C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642565" y="904155"/>
              <a:ext cx="952633" cy="948822"/>
            </a:xfrm>
            <a:prstGeom prst="rect">
              <a:avLst/>
            </a:prstGeom>
          </p:spPr>
        </p:pic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65A92DD1-3300-EDFB-AFC6-9495E4C269EF}"/>
              </a:ext>
            </a:extLst>
          </p:cNvPr>
          <p:cNvGrpSpPr/>
          <p:nvPr/>
        </p:nvGrpSpPr>
        <p:grpSpPr>
          <a:xfrm>
            <a:off x="2568018" y="1353539"/>
            <a:ext cx="659688" cy="658278"/>
            <a:chOff x="1943154" y="2871362"/>
            <a:chExt cx="1229935" cy="1325994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1CF3EFBF-FC88-E9E9-D520-FAA3C58CD650}"/>
                </a:ext>
              </a:extLst>
            </p:cNvPr>
            <p:cNvSpPr/>
            <p:nvPr/>
          </p:nvSpPr>
          <p:spPr bwMode="auto">
            <a:xfrm>
              <a:off x="1943154" y="2871362"/>
              <a:ext cx="1229935" cy="1325994"/>
            </a:xfrm>
            <a:prstGeom prst="rect">
              <a:avLst/>
            </a:prstGeom>
            <a:solidFill>
              <a:schemeClr val="bg1">
                <a:alpha val="45000"/>
              </a:schemeClr>
            </a:solidFill>
            <a:ln w="12700">
              <a:solidFill>
                <a:schemeClr val="tx1"/>
              </a:solidFill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146304" rIns="0" bIns="45720" numCol="1" spcCol="0" rtlCol="0" fromWordArt="0" anchor="b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600" b="1" dirty="0">
                  <a:solidFill>
                    <a:schemeClr val="tx1"/>
                  </a:solidFill>
                  <a:latin typeface="Arial" panose="020B0604020202020204" pitchFamily="34" charset="0"/>
                  <a:ea typeface="Segoe UI" pitchFamily="34" charset="0"/>
                  <a:cs typeface="Arial" panose="020B0604020202020204" pitchFamily="34" charset="0"/>
                </a:rPr>
                <a:t>Notebook</a:t>
              </a:r>
              <a:endParaRPr lang="en-US" sz="1100" b="1" dirty="0">
                <a:solidFill>
                  <a:schemeClr val="tx1"/>
                </a:solidFill>
                <a:latin typeface="Arial" panose="020B0604020202020204" pitchFamily="34" charset="0"/>
                <a:ea typeface="Segoe UI" pitchFamily="34" charset="0"/>
                <a:cs typeface="Arial" panose="020B0604020202020204" pitchFamily="34" charset="0"/>
              </a:endParaRPr>
            </a:p>
          </p:txBody>
        </p:sp>
        <p:pic>
          <p:nvPicPr>
            <p:cNvPr id="21" name="Picture 20" descr="A white book with a green symbol&#10;&#10;Description automatically generated">
              <a:extLst>
                <a:ext uri="{FF2B5EF4-FFF2-40B4-BE49-F238E27FC236}">
                  <a16:creationId xmlns:a16="http://schemas.microsoft.com/office/drawing/2014/main" id="{AB9A7A44-E49B-8A50-9FA3-D22D9703F82E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126583" y="3033143"/>
              <a:ext cx="838189" cy="834835"/>
            </a:xfrm>
            <a:prstGeom prst="rect">
              <a:avLst/>
            </a:prstGeom>
          </p:spPr>
        </p:pic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677EC404-EBA5-2E5E-1CEE-0B19E6008845}"/>
              </a:ext>
            </a:extLst>
          </p:cNvPr>
          <p:cNvGrpSpPr/>
          <p:nvPr/>
        </p:nvGrpSpPr>
        <p:grpSpPr>
          <a:xfrm>
            <a:off x="1809058" y="1353539"/>
            <a:ext cx="655911" cy="654509"/>
            <a:chOff x="540799" y="2865453"/>
            <a:chExt cx="1229935" cy="1325994"/>
          </a:xfrm>
        </p:grpSpPr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90ACF54E-DF94-8A04-BCCD-0ACB270425F3}"/>
                </a:ext>
              </a:extLst>
            </p:cNvPr>
            <p:cNvSpPr/>
            <p:nvPr/>
          </p:nvSpPr>
          <p:spPr bwMode="auto">
            <a:xfrm>
              <a:off x="540799" y="2865453"/>
              <a:ext cx="1229935" cy="1325994"/>
            </a:xfrm>
            <a:prstGeom prst="rect">
              <a:avLst/>
            </a:prstGeom>
            <a:solidFill>
              <a:schemeClr val="bg1">
                <a:alpha val="45000"/>
              </a:schemeClr>
            </a:solidFill>
            <a:ln w="12700">
              <a:solidFill>
                <a:schemeClr val="tx1"/>
              </a:solidFill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146304" rIns="0" bIns="45720" numCol="1" spcCol="0" rtlCol="0" fromWordArt="0" anchor="b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600" b="1" dirty="0">
                  <a:solidFill>
                    <a:schemeClr val="tx1"/>
                  </a:solidFill>
                  <a:latin typeface="Arial" panose="020B0604020202020204" pitchFamily="34" charset="0"/>
                  <a:ea typeface="Segoe UI" pitchFamily="34" charset="0"/>
                  <a:cs typeface="Arial" panose="020B0604020202020204" pitchFamily="34" charset="0"/>
                </a:rPr>
                <a:t>Lakehouse</a:t>
              </a:r>
            </a:p>
          </p:txBody>
        </p:sp>
        <p:pic>
          <p:nvPicPr>
            <p:cNvPr id="24" name="Picture 23" descr="A blue and white sign with waves&#10;&#10;Description automatically generated">
              <a:extLst>
                <a:ext uri="{FF2B5EF4-FFF2-40B4-BE49-F238E27FC236}">
                  <a16:creationId xmlns:a16="http://schemas.microsoft.com/office/drawing/2014/main" id="{669F21DF-6B63-E20B-E993-410F040F2C69}"/>
                </a:ext>
              </a:extLst>
            </p:cNvPr>
            <p:cNvPicPr>
              <a:picLocks noChangeAspect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2453" y="2962982"/>
              <a:ext cx="908459" cy="904825"/>
            </a:xfrm>
            <a:prstGeom prst="rect">
              <a:avLst/>
            </a:prstGeom>
          </p:spPr>
        </p:pic>
      </p:grpSp>
      <p:pic>
        <p:nvPicPr>
          <p:cNvPr id="3" name="Picture 2">
            <a:extLst>
              <a:ext uri="{FF2B5EF4-FFF2-40B4-BE49-F238E27FC236}">
                <a16:creationId xmlns:a16="http://schemas.microsoft.com/office/drawing/2014/main" id="{EC54E8B4-09E1-FD08-8D18-7B240CA9141F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l="18026" t="13870" r="5038" b="6019"/>
          <a:stretch>
            <a:fillRect/>
          </a:stretch>
        </p:blipFill>
        <p:spPr>
          <a:xfrm>
            <a:off x="4959479" y="1414647"/>
            <a:ext cx="440073" cy="432285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2823282D-B074-5213-F6AE-13DB249FC0E3}"/>
              </a:ext>
            </a:extLst>
          </p:cNvPr>
          <p:cNvSpPr/>
          <p:nvPr/>
        </p:nvSpPr>
        <p:spPr bwMode="auto">
          <a:xfrm>
            <a:off x="4850599" y="1353539"/>
            <a:ext cx="657835" cy="654509"/>
          </a:xfrm>
          <a:prstGeom prst="rect">
            <a:avLst/>
          </a:prstGeom>
          <a:solidFill>
            <a:schemeClr val="bg1">
              <a:alpha val="45000"/>
            </a:schemeClr>
          </a:solidFill>
          <a:ln w="12700">
            <a:solidFill>
              <a:schemeClr val="bg1">
                <a:lumMod val="50000"/>
              </a:schemeClr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146304" rIns="0" bIns="45720" numCol="1" spcCol="0" rtlCol="0" fromWordArt="0" anchor="b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600" b="1" dirty="0">
                <a:solidFill>
                  <a:schemeClr val="tx1"/>
                </a:solidFill>
                <a:latin typeface="Arial" panose="020B0604020202020204" pitchFamily="34" charset="0"/>
                <a:ea typeface="Segoe UI" pitchFamily="34" charset="0"/>
                <a:cs typeface="Arial" panose="020B0604020202020204" pitchFamily="34" charset="0"/>
              </a:rPr>
              <a:t>Variable Library</a:t>
            </a:r>
          </a:p>
        </p:txBody>
      </p:sp>
    </p:spTree>
    <p:extLst>
      <p:ext uri="{BB962C8B-B14F-4D97-AF65-F5344CB8AC3E}">
        <p14:creationId xmlns:p14="http://schemas.microsoft.com/office/powerpoint/2010/main" val="444921670"/>
      </p:ext>
    </p:extLst>
  </p:cSld>
  <p:clrMapOvr>
    <a:masterClrMapping/>
  </p:clrMapOvr>
  <p:transition>
    <p:fade/>
  </p:transition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9586AF28-9D48-821A-1CBE-49EFC8CCFFE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830" y="1060766"/>
            <a:ext cx="4156671" cy="2129473"/>
          </a:xfrm>
          <a:prstGeom prst="rect">
            <a:avLst/>
          </a:prstGeom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A437BFD1-D7BA-B06C-5D50-A5E3CEBBB7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Images need to be recreated in PPT objects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DC8A7C0-F1DC-65D8-72E8-AD5EFA5E69A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4830" y="3497262"/>
            <a:ext cx="7170709" cy="31450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68740875"/>
      </p:ext>
    </p:extLst>
  </p:cSld>
  <p:clrMapOvr>
    <a:masterClrMapping/>
  </p:clrMapOvr>
  <p:transition>
    <p:fade/>
  </p:transition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26E42FD6-2E77-96C8-9E00-9558CDB4E16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77553" y="509531"/>
            <a:ext cx="7778207" cy="2246525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278745845"/>
      </p:ext>
    </p:extLst>
  </p:cSld>
  <p:clrMapOvr>
    <a:masterClrMapping/>
  </p:clrMapOvr>
  <p:transition>
    <p:fade/>
  </p:transition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BA146060-8D0C-2C06-0CDC-EC0F093D213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0978" y="2230272"/>
            <a:ext cx="2915057" cy="1533739"/>
          </a:xfrm>
          <a:prstGeom prst="rect">
            <a:avLst/>
          </a:prstGeom>
          <a:ln>
            <a:solidFill>
              <a:schemeClr val="accent5">
                <a:lumMod val="75000"/>
              </a:schemeClr>
            </a:solidFill>
          </a:ln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0D4C8E71-CEE0-50C1-645B-CA765C17A86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0978" y="612844"/>
            <a:ext cx="3562847" cy="1152686"/>
          </a:xfrm>
          <a:prstGeom prst="rect">
            <a:avLst/>
          </a:prstGeom>
          <a:ln>
            <a:solidFill>
              <a:schemeClr val="accent5">
                <a:lumMod val="75000"/>
              </a:schemeClr>
            </a:solidFill>
          </a:ln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B8B5D4DE-87E8-EA2A-3760-AC40184D0F4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35233" y="521404"/>
            <a:ext cx="4744112" cy="565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16797157"/>
      </p:ext>
    </p:extLst>
  </p:cSld>
  <p:clrMapOvr>
    <a:masterClrMapping/>
  </p:clrMapOvr>
  <p:transition>
    <p:fade/>
  </p:transition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8E2E86-1D04-C845-5544-2808F3F876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2F11B423-3E41-6DF2-E34B-F4A2299BEA37}"/>
              </a:ext>
            </a:extLst>
          </p:cNvPr>
          <p:cNvSpPr/>
          <p:nvPr/>
        </p:nvSpPr>
        <p:spPr bwMode="auto">
          <a:xfrm>
            <a:off x="819247" y="817606"/>
            <a:ext cx="4148993" cy="2911114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1400" b="1" dirty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C0AFE0DB-ACED-2EEA-C8E1-012D44295367}"/>
              </a:ext>
            </a:extLst>
          </p:cNvPr>
          <p:cNvSpPr/>
          <p:nvPr/>
        </p:nvSpPr>
        <p:spPr bwMode="auto">
          <a:xfrm>
            <a:off x="951745" y="2553106"/>
            <a:ext cx="1261062" cy="1048437"/>
          </a:xfrm>
          <a:prstGeom prst="rect">
            <a:avLst/>
          </a:prstGeom>
          <a:solidFill>
            <a:schemeClr val="accent2">
              <a:lumMod val="50000"/>
            </a:schemeClr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feature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branch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AEBFF8DA-B89C-278A-BEBE-CB9DB020B673}"/>
              </a:ext>
            </a:extLst>
          </p:cNvPr>
          <p:cNvSpPr/>
          <p:nvPr/>
        </p:nvSpPr>
        <p:spPr bwMode="auto">
          <a:xfrm>
            <a:off x="951745" y="952845"/>
            <a:ext cx="1261062" cy="853809"/>
          </a:xfrm>
          <a:prstGeom prst="rect">
            <a:avLst/>
          </a:prstGeom>
          <a:solidFill>
            <a:schemeClr val="bg1"/>
          </a:solidFill>
          <a:ln>
            <a:solidFill>
              <a:schemeClr val="tx1">
                <a:lumMod val="75000"/>
              </a:schemeClr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feature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workspace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5BB1AE1A-7300-9C18-30E8-B9FDC3256020}"/>
              </a:ext>
            </a:extLst>
          </p:cNvPr>
          <p:cNvSpPr/>
          <p:nvPr/>
        </p:nvSpPr>
        <p:spPr bwMode="auto">
          <a:xfrm>
            <a:off x="3560908" y="2553106"/>
            <a:ext cx="1261062" cy="1048437"/>
          </a:xfrm>
          <a:prstGeom prst="rect">
            <a:avLst/>
          </a:prstGeom>
          <a:solidFill>
            <a:schemeClr val="accent1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main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branch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5F8E38F6-4E04-3A20-4441-3F159F07C268}"/>
              </a:ext>
            </a:extLst>
          </p:cNvPr>
          <p:cNvSpPr/>
          <p:nvPr/>
        </p:nvSpPr>
        <p:spPr bwMode="auto">
          <a:xfrm>
            <a:off x="3538940" y="952845"/>
            <a:ext cx="1261062" cy="853809"/>
          </a:xfrm>
          <a:prstGeom prst="rect">
            <a:avLst/>
          </a:prstGeom>
          <a:solidFill>
            <a:schemeClr val="bg1"/>
          </a:solidFill>
          <a:ln>
            <a:solidFill>
              <a:schemeClr val="tx1">
                <a:lumMod val="75000"/>
              </a:schemeClr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Prod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workspace</a:t>
            </a:r>
          </a:p>
        </p:txBody>
      </p:sp>
      <p:sp>
        <p:nvSpPr>
          <p:cNvPr id="26" name="Arrow: Up 25">
            <a:extLst>
              <a:ext uri="{FF2B5EF4-FFF2-40B4-BE49-F238E27FC236}">
                <a16:creationId xmlns:a16="http://schemas.microsoft.com/office/drawing/2014/main" id="{C9610086-4CF5-B98D-2D3B-F81FE90CEE11}"/>
              </a:ext>
            </a:extLst>
          </p:cNvPr>
          <p:cNvSpPr/>
          <p:nvPr/>
        </p:nvSpPr>
        <p:spPr bwMode="auto">
          <a:xfrm>
            <a:off x="3863235" y="1818126"/>
            <a:ext cx="612472" cy="734980"/>
          </a:xfrm>
          <a:prstGeom prst="upArrow">
            <a:avLst>
              <a:gd name="adj1" fmla="val 64325"/>
              <a:gd name="adj2" fmla="val 42415"/>
            </a:avLst>
          </a:prstGeom>
          <a:solidFill>
            <a:srgbClr val="C00000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1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GIT</a:t>
            </a:r>
            <a:br>
              <a:rPr lang="en-US" sz="11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</a:br>
            <a:r>
              <a:rPr lang="en-US" sz="11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Sync</a:t>
            </a:r>
          </a:p>
        </p:txBody>
      </p:sp>
      <p:sp>
        <p:nvSpPr>
          <p:cNvPr id="29" name="Arrow: Right 28">
            <a:extLst>
              <a:ext uri="{FF2B5EF4-FFF2-40B4-BE49-F238E27FC236}">
                <a16:creationId xmlns:a16="http://schemas.microsoft.com/office/drawing/2014/main" id="{DDE565B7-2844-58F6-93CE-44AE9AB2997B}"/>
              </a:ext>
            </a:extLst>
          </p:cNvPr>
          <p:cNvSpPr/>
          <p:nvPr/>
        </p:nvSpPr>
        <p:spPr bwMode="auto">
          <a:xfrm>
            <a:off x="2241993" y="2819227"/>
            <a:ext cx="1261061" cy="516193"/>
          </a:xfrm>
          <a:prstGeom prst="rightArrow">
            <a:avLst>
              <a:gd name="adj1" fmla="val 61383"/>
              <a:gd name="adj2" fmla="val 60168"/>
            </a:avLst>
          </a:prstGeom>
          <a:solidFill>
            <a:srgbClr val="C00000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0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Pull Request</a:t>
            </a:r>
          </a:p>
        </p:txBody>
      </p:sp>
      <p:sp>
        <p:nvSpPr>
          <p:cNvPr id="4" name="Arrow: Down 3">
            <a:extLst>
              <a:ext uri="{FF2B5EF4-FFF2-40B4-BE49-F238E27FC236}">
                <a16:creationId xmlns:a16="http://schemas.microsoft.com/office/drawing/2014/main" id="{508CD9DF-19FD-D646-A8A6-AC102BABD03C}"/>
              </a:ext>
            </a:extLst>
          </p:cNvPr>
          <p:cNvSpPr/>
          <p:nvPr/>
        </p:nvSpPr>
        <p:spPr bwMode="auto">
          <a:xfrm>
            <a:off x="1276040" y="1806653"/>
            <a:ext cx="612472" cy="734980"/>
          </a:xfrm>
          <a:prstGeom prst="downArrow">
            <a:avLst>
              <a:gd name="adj1" fmla="val 64151"/>
              <a:gd name="adj2" fmla="val 42217"/>
            </a:avLst>
          </a:prstGeom>
          <a:solidFill>
            <a:srgbClr val="C00000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1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GIT</a:t>
            </a:r>
            <a:br>
              <a:rPr lang="en-US" sz="11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</a:br>
            <a:r>
              <a:rPr lang="en-US" sz="11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Sync</a:t>
            </a:r>
          </a:p>
        </p:txBody>
      </p:sp>
    </p:spTree>
    <p:extLst>
      <p:ext uri="{BB962C8B-B14F-4D97-AF65-F5344CB8AC3E}">
        <p14:creationId xmlns:p14="http://schemas.microsoft.com/office/powerpoint/2010/main" val="1518445950"/>
      </p:ext>
    </p:extLst>
  </p:cSld>
  <p:clrMapOvr>
    <a:masterClrMapping/>
  </p:clrMapOvr>
  <p:transition>
    <p:fade/>
  </p:transition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4606FE-4E5B-8171-CEC6-FC35AA6609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549891EC-2CDF-2A6F-BD16-17EFB5BA890A}"/>
              </a:ext>
            </a:extLst>
          </p:cNvPr>
          <p:cNvSpPr/>
          <p:nvPr/>
        </p:nvSpPr>
        <p:spPr bwMode="auto">
          <a:xfrm>
            <a:off x="215155" y="1371600"/>
            <a:ext cx="12102352" cy="3639671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2400" dirty="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27BB8096-7BCC-E92B-DE55-AC7F259FA1D6}"/>
              </a:ext>
            </a:extLst>
          </p:cNvPr>
          <p:cNvSpPr/>
          <p:nvPr/>
        </p:nvSpPr>
        <p:spPr bwMode="auto">
          <a:xfrm>
            <a:off x="367171" y="1550894"/>
            <a:ext cx="3695245" cy="3305144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137160" rIns="0" bIns="13716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600" b="1" dirty="0">
                <a:solidFill>
                  <a:schemeClr val="bg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dev environment</a:t>
            </a:r>
          </a:p>
        </p:txBody>
      </p:sp>
      <p:sp>
        <p:nvSpPr>
          <p:cNvPr id="35" name="Arrow: Right 34">
            <a:extLst>
              <a:ext uri="{FF2B5EF4-FFF2-40B4-BE49-F238E27FC236}">
                <a16:creationId xmlns:a16="http://schemas.microsoft.com/office/drawing/2014/main" id="{89796D99-F212-4D66-0957-576930CBC505}"/>
              </a:ext>
            </a:extLst>
          </p:cNvPr>
          <p:cNvSpPr/>
          <p:nvPr/>
        </p:nvSpPr>
        <p:spPr bwMode="auto">
          <a:xfrm rot="16200000">
            <a:off x="556244" y="2148994"/>
            <a:ext cx="332167" cy="282097"/>
          </a:xfrm>
          <a:prstGeom prst="rightArrow">
            <a:avLst>
              <a:gd name="adj1" fmla="val 61383"/>
              <a:gd name="adj2" fmla="val 50000"/>
            </a:avLst>
          </a:prstGeom>
          <a:solidFill>
            <a:schemeClr val="bg1"/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1200" b="1" dirty="0">
              <a:solidFill>
                <a:schemeClr val="tx1"/>
              </a:soli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81BA4DAB-12F7-6729-5AF5-BB410B9CAD1A}"/>
              </a:ext>
            </a:extLst>
          </p:cNvPr>
          <p:cNvSpPr/>
          <p:nvPr/>
        </p:nvSpPr>
        <p:spPr bwMode="auto">
          <a:xfrm>
            <a:off x="581279" y="2785019"/>
            <a:ext cx="3267030" cy="56755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Fabric capacity (F4)</a:t>
            </a:r>
            <a:endParaRPr lang="en-US" sz="1400" dirty="0">
              <a:solidFill>
                <a:schemeClr val="tx1"/>
              </a:soli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F99CE39-BC5E-C848-82AC-DF831E0493AA}"/>
              </a:ext>
            </a:extLst>
          </p:cNvPr>
          <p:cNvSpPr/>
          <p:nvPr/>
        </p:nvSpPr>
        <p:spPr bwMode="auto">
          <a:xfrm>
            <a:off x="581279" y="2078602"/>
            <a:ext cx="3267031" cy="56755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Azure Storage Account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05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used to store dev data files</a:t>
            </a:r>
            <a:endParaRPr lang="en-US" sz="1050" dirty="0">
              <a:solidFill>
                <a:schemeClr val="tx1"/>
              </a:soli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A8B8DF5-BE5F-038D-B61E-4C5C31075991}"/>
              </a:ext>
            </a:extLst>
          </p:cNvPr>
          <p:cNvSpPr/>
          <p:nvPr/>
        </p:nvSpPr>
        <p:spPr bwMode="auto">
          <a:xfrm>
            <a:off x="581279" y="3440232"/>
            <a:ext cx="3267030" cy="56755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Fabric Workspace</a:t>
            </a:r>
            <a:endParaRPr lang="en-US" sz="1400" dirty="0">
              <a:solidFill>
                <a:schemeClr val="tx1"/>
              </a:soli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DE7E152-FCFC-E1F4-5F63-76EAAE2CC7A7}"/>
              </a:ext>
            </a:extLst>
          </p:cNvPr>
          <p:cNvSpPr/>
          <p:nvPr/>
        </p:nvSpPr>
        <p:spPr bwMode="auto">
          <a:xfrm>
            <a:off x="581279" y="4095445"/>
            <a:ext cx="3267030" cy="56755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Fabric Connection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0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connects to dev storage account</a:t>
            </a:r>
            <a:endParaRPr lang="en-US" sz="1000" dirty="0">
              <a:solidFill>
                <a:schemeClr val="tx1"/>
              </a:soli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D4EF8610-3DC5-CC16-2CB2-84D4197818B7}"/>
              </a:ext>
            </a:extLst>
          </p:cNvPr>
          <p:cNvSpPr/>
          <p:nvPr/>
        </p:nvSpPr>
        <p:spPr bwMode="auto">
          <a:xfrm>
            <a:off x="4441331" y="1550894"/>
            <a:ext cx="3695245" cy="3305144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137160" rIns="0" bIns="13716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600" b="1" dirty="0">
                <a:solidFill>
                  <a:schemeClr val="bg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test environment</a:t>
            </a:r>
          </a:p>
        </p:txBody>
      </p:sp>
      <p:sp>
        <p:nvSpPr>
          <p:cNvPr id="12" name="Arrow: Right 11">
            <a:extLst>
              <a:ext uri="{FF2B5EF4-FFF2-40B4-BE49-F238E27FC236}">
                <a16:creationId xmlns:a16="http://schemas.microsoft.com/office/drawing/2014/main" id="{D724660B-888A-DA3A-D8F3-0FD866916CBE}"/>
              </a:ext>
            </a:extLst>
          </p:cNvPr>
          <p:cNvSpPr/>
          <p:nvPr/>
        </p:nvSpPr>
        <p:spPr bwMode="auto">
          <a:xfrm rot="16200000">
            <a:off x="4630404" y="2148994"/>
            <a:ext cx="332167" cy="282097"/>
          </a:xfrm>
          <a:prstGeom prst="rightArrow">
            <a:avLst>
              <a:gd name="adj1" fmla="val 61383"/>
              <a:gd name="adj2" fmla="val 50000"/>
            </a:avLst>
          </a:prstGeom>
          <a:solidFill>
            <a:schemeClr val="bg1"/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1200" b="1" dirty="0">
              <a:solidFill>
                <a:schemeClr val="tx1"/>
              </a:soli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BE49C4A3-4EA5-1A11-6F63-C66BE8C4C214}"/>
              </a:ext>
            </a:extLst>
          </p:cNvPr>
          <p:cNvSpPr/>
          <p:nvPr/>
        </p:nvSpPr>
        <p:spPr bwMode="auto">
          <a:xfrm>
            <a:off x="4655439" y="2785019"/>
            <a:ext cx="3267030" cy="56755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Fabric capacity (F16)</a:t>
            </a:r>
            <a:endParaRPr lang="en-US" sz="1400" dirty="0">
              <a:solidFill>
                <a:schemeClr val="tx1"/>
              </a:soli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38C28760-2580-5927-0523-511926C7E694}"/>
              </a:ext>
            </a:extLst>
          </p:cNvPr>
          <p:cNvSpPr/>
          <p:nvPr/>
        </p:nvSpPr>
        <p:spPr bwMode="auto">
          <a:xfrm>
            <a:off x="4655439" y="2078602"/>
            <a:ext cx="3267031" cy="56755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Azure Storage Account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05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used to store test data files</a:t>
            </a:r>
            <a:endParaRPr lang="en-US" sz="1050" dirty="0">
              <a:solidFill>
                <a:schemeClr val="tx1"/>
              </a:soli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09913558-5CB8-5B12-B07F-C81BC5E9A719}"/>
              </a:ext>
            </a:extLst>
          </p:cNvPr>
          <p:cNvSpPr/>
          <p:nvPr/>
        </p:nvSpPr>
        <p:spPr bwMode="auto">
          <a:xfrm>
            <a:off x="4655439" y="3440232"/>
            <a:ext cx="3267030" cy="56755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Fabric Workspace</a:t>
            </a:r>
            <a:endParaRPr lang="en-US" sz="1400" dirty="0">
              <a:solidFill>
                <a:schemeClr val="tx1"/>
              </a:soli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3CA7EE67-EEBC-4B3F-1335-08363A20F6E8}"/>
              </a:ext>
            </a:extLst>
          </p:cNvPr>
          <p:cNvSpPr/>
          <p:nvPr/>
        </p:nvSpPr>
        <p:spPr bwMode="auto">
          <a:xfrm>
            <a:off x="4655439" y="4095445"/>
            <a:ext cx="3267030" cy="56755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Fabric Connection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0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connects to test storage account</a:t>
            </a:r>
            <a:endParaRPr lang="en-US" sz="1000" dirty="0">
              <a:solidFill>
                <a:schemeClr val="tx1"/>
              </a:soli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074E7D38-5D16-3F7B-A4A5-B6CD4A179864}"/>
              </a:ext>
            </a:extLst>
          </p:cNvPr>
          <p:cNvSpPr/>
          <p:nvPr/>
        </p:nvSpPr>
        <p:spPr bwMode="auto">
          <a:xfrm>
            <a:off x="8472873" y="1550894"/>
            <a:ext cx="3695245" cy="3305144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137160" rIns="0" bIns="13716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600" b="1" dirty="0">
                <a:solidFill>
                  <a:schemeClr val="bg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prod environment</a:t>
            </a:r>
          </a:p>
        </p:txBody>
      </p:sp>
      <p:sp>
        <p:nvSpPr>
          <p:cNvPr id="41" name="Arrow: Right 40">
            <a:extLst>
              <a:ext uri="{FF2B5EF4-FFF2-40B4-BE49-F238E27FC236}">
                <a16:creationId xmlns:a16="http://schemas.microsoft.com/office/drawing/2014/main" id="{7D4C24F6-2454-46DD-C538-DF4AE3C2E4F7}"/>
              </a:ext>
            </a:extLst>
          </p:cNvPr>
          <p:cNvSpPr/>
          <p:nvPr/>
        </p:nvSpPr>
        <p:spPr bwMode="auto">
          <a:xfrm rot="16200000">
            <a:off x="8661946" y="2148994"/>
            <a:ext cx="332167" cy="282097"/>
          </a:xfrm>
          <a:prstGeom prst="rightArrow">
            <a:avLst>
              <a:gd name="adj1" fmla="val 61383"/>
              <a:gd name="adj2" fmla="val 50000"/>
            </a:avLst>
          </a:prstGeom>
          <a:solidFill>
            <a:schemeClr val="bg1"/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1200" b="1" dirty="0">
              <a:solidFill>
                <a:schemeClr val="tx1"/>
              </a:soli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E337624F-F018-6717-6544-A6529659A05D}"/>
              </a:ext>
            </a:extLst>
          </p:cNvPr>
          <p:cNvSpPr/>
          <p:nvPr/>
        </p:nvSpPr>
        <p:spPr bwMode="auto">
          <a:xfrm>
            <a:off x="8686981" y="2785019"/>
            <a:ext cx="3267030" cy="56755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Fabric capacity (F64)</a:t>
            </a:r>
            <a:endParaRPr lang="en-US" sz="1400" dirty="0">
              <a:solidFill>
                <a:schemeClr val="tx1"/>
              </a:soli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5026E45D-5A68-66F9-64E5-489BF5265106}"/>
              </a:ext>
            </a:extLst>
          </p:cNvPr>
          <p:cNvSpPr/>
          <p:nvPr/>
        </p:nvSpPr>
        <p:spPr bwMode="auto">
          <a:xfrm>
            <a:off x="8686981" y="2078602"/>
            <a:ext cx="3267031" cy="56755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Azure Storage Account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05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used to store prod data files</a:t>
            </a:r>
            <a:endParaRPr lang="en-US" sz="1050" dirty="0">
              <a:solidFill>
                <a:schemeClr val="tx1"/>
              </a:soli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66753AA2-EB4A-7801-1477-807FA126C32A}"/>
              </a:ext>
            </a:extLst>
          </p:cNvPr>
          <p:cNvSpPr/>
          <p:nvPr/>
        </p:nvSpPr>
        <p:spPr bwMode="auto">
          <a:xfrm>
            <a:off x="8686981" y="3440232"/>
            <a:ext cx="3267030" cy="56755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Fabric Workspace</a:t>
            </a:r>
            <a:endParaRPr lang="en-US" sz="1400" dirty="0">
              <a:solidFill>
                <a:schemeClr val="tx1"/>
              </a:soli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0176E9F3-003D-3C3D-8FD1-81D7818147F0}"/>
              </a:ext>
            </a:extLst>
          </p:cNvPr>
          <p:cNvSpPr/>
          <p:nvPr/>
        </p:nvSpPr>
        <p:spPr bwMode="auto">
          <a:xfrm>
            <a:off x="8686981" y="4095445"/>
            <a:ext cx="3267030" cy="56755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Fabric Connection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0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connects to prod storage account</a:t>
            </a:r>
            <a:endParaRPr lang="en-US" sz="1000" dirty="0">
              <a:solidFill>
                <a:schemeClr val="tx1"/>
              </a:soli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70694079"/>
      </p:ext>
    </p:extLst>
  </p:cSld>
  <p:clrMapOvr>
    <a:masterClrMapping/>
  </p:clrMapOvr>
  <p:transition>
    <p:fade/>
  </p:transition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378374-6D93-DE30-C294-CAB3A37D25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Rectangle 31">
            <a:extLst>
              <a:ext uri="{FF2B5EF4-FFF2-40B4-BE49-F238E27FC236}">
                <a16:creationId xmlns:a16="http://schemas.microsoft.com/office/drawing/2014/main" id="{21ECCAD9-6A29-E075-CA34-9A2388C8D4A2}"/>
              </a:ext>
            </a:extLst>
          </p:cNvPr>
          <p:cNvSpPr/>
          <p:nvPr/>
        </p:nvSpPr>
        <p:spPr bwMode="auto">
          <a:xfrm>
            <a:off x="1102660" y="217216"/>
            <a:ext cx="9739598" cy="2754583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1400" b="1" dirty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9B9E129A-F40B-78A4-043F-1056A6D0C222}"/>
              </a:ext>
            </a:extLst>
          </p:cNvPr>
          <p:cNvSpPr/>
          <p:nvPr/>
        </p:nvSpPr>
        <p:spPr bwMode="auto">
          <a:xfrm>
            <a:off x="8395478" y="359323"/>
            <a:ext cx="2306563" cy="2472518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6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Fabric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6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REST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6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APIs</a:t>
            </a:r>
          </a:p>
        </p:txBody>
      </p:sp>
      <p:sp>
        <p:nvSpPr>
          <p:cNvPr id="5" name="Arrow: Right 4">
            <a:extLst>
              <a:ext uri="{FF2B5EF4-FFF2-40B4-BE49-F238E27FC236}">
                <a16:creationId xmlns:a16="http://schemas.microsoft.com/office/drawing/2014/main" id="{AB6F30E5-16DC-279A-BDDC-0611B6C67311}"/>
              </a:ext>
            </a:extLst>
          </p:cNvPr>
          <p:cNvSpPr/>
          <p:nvPr/>
        </p:nvSpPr>
        <p:spPr bwMode="auto">
          <a:xfrm>
            <a:off x="5017089" y="487447"/>
            <a:ext cx="3338635" cy="493519"/>
          </a:xfrm>
          <a:prstGeom prst="rightArrow">
            <a:avLst>
              <a:gd name="adj1" fmla="val 65947"/>
              <a:gd name="adj2" fmla="val 50000"/>
            </a:avLst>
          </a:prstGeom>
          <a:solidFill>
            <a:srgbClr val="C00000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6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Create Item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E4ABE7D-AAC0-AFB8-9310-162C1BFC9235}"/>
              </a:ext>
            </a:extLst>
          </p:cNvPr>
          <p:cNvSpPr/>
          <p:nvPr/>
        </p:nvSpPr>
        <p:spPr bwMode="auto">
          <a:xfrm>
            <a:off x="3756027" y="359323"/>
            <a:ext cx="1261062" cy="713771"/>
          </a:xfrm>
          <a:prstGeom prst="rect">
            <a:avLst/>
          </a:prstGeom>
          <a:solidFill>
            <a:schemeClr val="bg1"/>
          </a:solidFill>
          <a:ln>
            <a:solidFill>
              <a:schemeClr val="tx1">
                <a:lumMod val="75000"/>
              </a:schemeClr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Item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Definition</a:t>
            </a:r>
          </a:p>
        </p:txBody>
      </p:sp>
      <p:sp>
        <p:nvSpPr>
          <p:cNvPr id="2" name="Arrow: Right 1">
            <a:extLst>
              <a:ext uri="{FF2B5EF4-FFF2-40B4-BE49-F238E27FC236}">
                <a16:creationId xmlns:a16="http://schemas.microsoft.com/office/drawing/2014/main" id="{965275D0-E57E-F23F-150C-87A4131E1139}"/>
              </a:ext>
            </a:extLst>
          </p:cNvPr>
          <p:cNvSpPr/>
          <p:nvPr/>
        </p:nvSpPr>
        <p:spPr bwMode="auto">
          <a:xfrm>
            <a:off x="5017088" y="1333212"/>
            <a:ext cx="3338635" cy="493519"/>
          </a:xfrm>
          <a:prstGeom prst="rightArrow">
            <a:avLst>
              <a:gd name="adj1" fmla="val 65947"/>
              <a:gd name="adj2" fmla="val 50000"/>
            </a:avLst>
          </a:prstGeom>
          <a:solidFill>
            <a:srgbClr val="C00000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6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Update Item Definition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E951EE0-647B-370E-0532-777F5D9ED590}"/>
              </a:ext>
            </a:extLst>
          </p:cNvPr>
          <p:cNvSpPr/>
          <p:nvPr/>
        </p:nvSpPr>
        <p:spPr bwMode="auto">
          <a:xfrm>
            <a:off x="3756027" y="1223087"/>
            <a:ext cx="1261062" cy="713771"/>
          </a:xfrm>
          <a:prstGeom prst="rect">
            <a:avLst/>
          </a:prstGeom>
          <a:solidFill>
            <a:schemeClr val="bg1"/>
          </a:solidFill>
          <a:ln>
            <a:solidFill>
              <a:schemeClr val="tx1">
                <a:lumMod val="75000"/>
              </a:schemeClr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Item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Definition</a:t>
            </a:r>
          </a:p>
        </p:txBody>
      </p:sp>
      <p:sp>
        <p:nvSpPr>
          <p:cNvPr id="7" name="Arrow: Right 6">
            <a:extLst>
              <a:ext uri="{FF2B5EF4-FFF2-40B4-BE49-F238E27FC236}">
                <a16:creationId xmlns:a16="http://schemas.microsoft.com/office/drawing/2014/main" id="{51A651E6-CB03-ACCC-5C30-1A32B01C2494}"/>
              </a:ext>
            </a:extLst>
          </p:cNvPr>
          <p:cNvSpPr/>
          <p:nvPr/>
        </p:nvSpPr>
        <p:spPr bwMode="auto">
          <a:xfrm flipH="1">
            <a:off x="3756026" y="2086847"/>
            <a:ext cx="4493451" cy="493519"/>
          </a:xfrm>
          <a:prstGeom prst="rightArrow">
            <a:avLst>
              <a:gd name="adj1" fmla="val 65947"/>
              <a:gd name="adj2" fmla="val 50000"/>
            </a:avLst>
          </a:prstGeom>
          <a:solidFill>
            <a:srgbClr val="C00000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6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Get Item Definition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2F1E8C06-1A67-530B-739A-5B8C2D07F5F2}"/>
              </a:ext>
            </a:extLst>
          </p:cNvPr>
          <p:cNvSpPr/>
          <p:nvPr/>
        </p:nvSpPr>
        <p:spPr bwMode="auto">
          <a:xfrm>
            <a:off x="6988414" y="1972632"/>
            <a:ext cx="1261062" cy="713771"/>
          </a:xfrm>
          <a:prstGeom prst="rect">
            <a:avLst/>
          </a:prstGeom>
          <a:solidFill>
            <a:schemeClr val="bg1"/>
          </a:solidFill>
          <a:ln>
            <a:solidFill>
              <a:schemeClr val="tx1">
                <a:lumMod val="75000"/>
              </a:schemeClr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Item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Definition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5CFD038-1BA4-BB33-13D9-8532F83DF339}"/>
              </a:ext>
            </a:extLst>
          </p:cNvPr>
          <p:cNvSpPr/>
          <p:nvPr/>
        </p:nvSpPr>
        <p:spPr bwMode="auto">
          <a:xfrm>
            <a:off x="1303462" y="343712"/>
            <a:ext cx="2306563" cy="2472518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6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Your Code</a:t>
            </a:r>
          </a:p>
        </p:txBody>
      </p:sp>
    </p:spTree>
    <p:extLst>
      <p:ext uri="{BB962C8B-B14F-4D97-AF65-F5344CB8AC3E}">
        <p14:creationId xmlns:p14="http://schemas.microsoft.com/office/powerpoint/2010/main" val="3515172411"/>
      </p:ext>
    </p:extLst>
  </p:cSld>
  <p:clrMapOvr>
    <a:masterClrMapping/>
  </p:clrMapOvr>
  <p:transition>
    <p:fade/>
  </p:transition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042EC8-C543-B01B-255A-8274FCD1E8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B5B3CE59-91FB-FD1E-5254-1F02B3829DB1}"/>
              </a:ext>
            </a:extLst>
          </p:cNvPr>
          <p:cNvSpPr/>
          <p:nvPr/>
        </p:nvSpPr>
        <p:spPr bwMode="auto">
          <a:xfrm>
            <a:off x="2698376" y="2481404"/>
            <a:ext cx="6171304" cy="1263275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1400" b="1" dirty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EA716621-77CA-1DAA-EF81-07D7C1ABA7AB}"/>
              </a:ext>
            </a:extLst>
          </p:cNvPr>
          <p:cNvSpPr/>
          <p:nvPr/>
        </p:nvSpPr>
        <p:spPr bwMode="auto">
          <a:xfrm>
            <a:off x="2841812" y="2591375"/>
            <a:ext cx="1951490" cy="1043333"/>
          </a:xfrm>
          <a:prstGeom prst="rect">
            <a:avLst/>
          </a:prstGeom>
          <a:solidFill>
            <a:schemeClr val="accent1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custom code for 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release process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83547F79-CF55-3D8C-A6B1-2E81F1B66ED9}"/>
              </a:ext>
            </a:extLst>
          </p:cNvPr>
          <p:cNvSpPr/>
          <p:nvPr/>
        </p:nvSpPr>
        <p:spPr bwMode="auto">
          <a:xfrm>
            <a:off x="7475325" y="2591375"/>
            <a:ext cx="1261061" cy="1043333"/>
          </a:xfrm>
          <a:prstGeom prst="rect">
            <a:avLst/>
          </a:prstGeom>
          <a:solidFill>
            <a:schemeClr val="bg1"/>
          </a:solidFill>
          <a:ln>
            <a:solidFill>
              <a:schemeClr val="tx1">
                <a:lumMod val="75000"/>
              </a:schemeClr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Prod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workspace</a:t>
            </a: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F8F8A8BF-6BD4-B004-BED9-AEA6A1A60FC8}"/>
              </a:ext>
            </a:extLst>
          </p:cNvPr>
          <p:cNvGrpSpPr/>
          <p:nvPr/>
        </p:nvGrpSpPr>
        <p:grpSpPr>
          <a:xfrm>
            <a:off x="4912660" y="2722880"/>
            <a:ext cx="2493980" cy="804862"/>
            <a:chOff x="4862504" y="2833855"/>
            <a:chExt cx="2033199" cy="663407"/>
          </a:xfrm>
        </p:grpSpPr>
        <p:sp>
          <p:nvSpPr>
            <p:cNvPr id="29" name="Arrow: Right 28">
              <a:extLst>
                <a:ext uri="{FF2B5EF4-FFF2-40B4-BE49-F238E27FC236}">
                  <a16:creationId xmlns:a16="http://schemas.microsoft.com/office/drawing/2014/main" id="{D8CB168B-B7ED-3D89-588F-7132701DE342}"/>
                </a:ext>
              </a:extLst>
            </p:cNvPr>
            <p:cNvSpPr/>
            <p:nvPr/>
          </p:nvSpPr>
          <p:spPr bwMode="auto">
            <a:xfrm>
              <a:off x="4862504" y="2833855"/>
              <a:ext cx="2021254" cy="279187"/>
            </a:xfrm>
            <a:prstGeom prst="rightArrow">
              <a:avLst>
                <a:gd name="adj1" fmla="val 73858"/>
                <a:gd name="adj2" fmla="val 77367"/>
              </a:avLst>
            </a:prstGeom>
            <a:solidFill>
              <a:srgbClr val="C00000"/>
            </a:solidFill>
            <a:ln>
              <a:noFill/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73152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1000" b="1" dirty="0">
                  <a:gradFill>
                    <a:gsLst>
                      <a:gs pos="0">
                        <a:srgbClr val="FFFFFF"/>
                      </a:gs>
                      <a:gs pos="100000">
                        <a:srgbClr val="FFFFFF"/>
                      </a:gs>
                    </a:gsLst>
                    <a:lin ang="5400000" scaled="0"/>
                  </a:gra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rPr>
                <a:t>1. Call Update from GIT</a:t>
              </a:r>
            </a:p>
          </p:txBody>
        </p:sp>
        <p:sp>
          <p:nvSpPr>
            <p:cNvPr id="3" name="Arrow: Right 2">
              <a:extLst>
                <a:ext uri="{FF2B5EF4-FFF2-40B4-BE49-F238E27FC236}">
                  <a16:creationId xmlns:a16="http://schemas.microsoft.com/office/drawing/2014/main" id="{510EFE0B-5866-86CE-1CFB-519ED5BD9E1D}"/>
                </a:ext>
              </a:extLst>
            </p:cNvPr>
            <p:cNvSpPr/>
            <p:nvPr/>
          </p:nvSpPr>
          <p:spPr bwMode="auto">
            <a:xfrm>
              <a:off x="4874449" y="3218075"/>
              <a:ext cx="2021254" cy="279187"/>
            </a:xfrm>
            <a:prstGeom prst="rightArrow">
              <a:avLst>
                <a:gd name="adj1" fmla="val 73858"/>
                <a:gd name="adj2" fmla="val 76355"/>
              </a:avLst>
            </a:prstGeom>
            <a:solidFill>
              <a:srgbClr val="C00000"/>
            </a:solidFill>
            <a:ln>
              <a:noFill/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73152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1000" b="1" dirty="0">
                  <a:gradFill>
                    <a:gsLst>
                      <a:gs pos="0">
                        <a:srgbClr val="FFFFFF"/>
                      </a:gs>
                      <a:gs pos="100000">
                        <a:srgbClr val="FFFFFF"/>
                      </a:gs>
                    </a:gsLst>
                    <a:lin ang="5400000" scaled="0"/>
                  </a:gra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rPr>
                <a:t>2. Run post-sync operations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648239690"/>
      </p:ext>
    </p:extLst>
  </p:cSld>
  <p:clrMapOvr>
    <a:masterClrMapping/>
  </p:clrMapOvr>
  <p:transition>
    <p:fade/>
  </p:transition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55E951C4-C2FF-92FC-22F4-14F6824C4CD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6290" t="38099" r="29504" b="22737"/>
          <a:stretch>
            <a:fillRect/>
          </a:stretch>
        </p:blipFill>
        <p:spPr>
          <a:xfrm>
            <a:off x="2483224" y="2922494"/>
            <a:ext cx="5486400" cy="1891553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51605428"/>
      </p:ext>
    </p:extLst>
  </p:cSld>
  <p:clrMapOvr>
    <a:masterClrMapping/>
  </p:clrMapOvr>
  <p:transition>
    <p:fade/>
  </p:transition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19F193DB-5FDC-723C-D2DF-E2F27B0D6A5C}"/>
              </a:ext>
            </a:extLst>
          </p:cNvPr>
          <p:cNvSpPr/>
          <p:nvPr/>
        </p:nvSpPr>
        <p:spPr bwMode="auto">
          <a:xfrm>
            <a:off x="783570" y="806385"/>
            <a:ext cx="8919230" cy="2810576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1400" b="1" dirty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24B877A-65A5-93DF-3498-B3703CBB131E}"/>
              </a:ext>
            </a:extLst>
          </p:cNvPr>
          <p:cNvSpPr/>
          <p:nvPr/>
        </p:nvSpPr>
        <p:spPr bwMode="auto">
          <a:xfrm>
            <a:off x="948467" y="970615"/>
            <a:ext cx="2952973" cy="2526647"/>
          </a:xfrm>
          <a:prstGeom prst="rect">
            <a:avLst/>
          </a:prstGeom>
          <a:solidFill>
            <a:schemeClr val="accent1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91440" rIns="0" bIns="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GIT branch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1E8EA83-5A03-5784-E1C2-A3E36509060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7736" y="1262953"/>
            <a:ext cx="2754433" cy="2061668"/>
          </a:xfrm>
          <a:prstGeom prst="rect">
            <a:avLst/>
          </a:prstGeom>
        </p:spPr>
      </p:pic>
      <p:sp>
        <p:nvSpPr>
          <p:cNvPr id="13" name="Arrow: Right 12">
            <a:extLst>
              <a:ext uri="{FF2B5EF4-FFF2-40B4-BE49-F238E27FC236}">
                <a16:creationId xmlns:a16="http://schemas.microsoft.com/office/drawing/2014/main" id="{1B60D661-BBD1-FA4C-9264-98EC813BFC4F}"/>
              </a:ext>
            </a:extLst>
          </p:cNvPr>
          <p:cNvSpPr/>
          <p:nvPr/>
        </p:nvSpPr>
        <p:spPr bwMode="auto">
          <a:xfrm>
            <a:off x="3901438" y="1996608"/>
            <a:ext cx="2133600" cy="635525"/>
          </a:xfrm>
          <a:prstGeom prst="rightArrow">
            <a:avLst>
              <a:gd name="adj1" fmla="val 73858"/>
              <a:gd name="adj2" fmla="val 77367"/>
            </a:avLst>
          </a:prstGeom>
          <a:solidFill>
            <a:srgbClr val="C00000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API-driven 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release process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B3F2B241-309C-EC20-83ED-0FE4555D610E}"/>
              </a:ext>
            </a:extLst>
          </p:cNvPr>
          <p:cNvSpPr/>
          <p:nvPr/>
        </p:nvSpPr>
        <p:spPr bwMode="auto">
          <a:xfrm>
            <a:off x="6035038" y="970614"/>
            <a:ext cx="3454402" cy="2526647"/>
          </a:xfrm>
          <a:prstGeom prst="rect">
            <a:avLst/>
          </a:prstGeom>
          <a:solidFill>
            <a:schemeClr val="accent2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91440" rIns="0" bIns="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target workspace</a:t>
            </a: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77C88C79-09FB-F3D1-803F-DB897C26BB9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60972" y="1254771"/>
            <a:ext cx="3163577" cy="20698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69383652"/>
      </p:ext>
    </p:extLst>
  </p:cSld>
  <p:clrMapOvr>
    <a:masterClrMapping/>
  </p:clrMapOvr>
  <p:transition>
    <p:fade/>
  </p:transition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48C79D-BF78-AC57-3E27-8FA378FD1B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3B21A243-9727-9F05-65D5-228F2C85169F}"/>
              </a:ext>
            </a:extLst>
          </p:cNvPr>
          <p:cNvSpPr/>
          <p:nvPr/>
        </p:nvSpPr>
        <p:spPr bwMode="auto">
          <a:xfrm>
            <a:off x="708135" y="465608"/>
            <a:ext cx="8120905" cy="2273601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1400" b="1" dirty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2" name="Rectangle: Top Corners Rounded 1">
            <a:extLst>
              <a:ext uri="{FF2B5EF4-FFF2-40B4-BE49-F238E27FC236}">
                <a16:creationId xmlns:a16="http://schemas.microsoft.com/office/drawing/2014/main" id="{6CA6B813-D356-65B8-CB63-AC2BFC4D741E}"/>
              </a:ext>
            </a:extLst>
          </p:cNvPr>
          <p:cNvSpPr/>
          <p:nvPr/>
        </p:nvSpPr>
        <p:spPr bwMode="auto">
          <a:xfrm>
            <a:off x="4260604" y="632613"/>
            <a:ext cx="2038595" cy="1980230"/>
          </a:xfrm>
          <a:prstGeom prst="round2SameRect">
            <a:avLst>
              <a:gd name="adj1" fmla="val 8009"/>
              <a:gd name="adj2" fmla="val 0"/>
            </a:avLst>
          </a:prstGeom>
          <a:solidFill>
            <a:schemeClr val="bg1"/>
          </a:solidFill>
          <a:ln>
            <a:solidFill>
              <a:schemeClr val="accent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73152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000" b="1" dirty="0">
                <a:solidFill>
                  <a:schemeClr val="tx1"/>
                </a:solidFill>
                <a:ea typeface="Segoe UI" pitchFamily="34" charset="0"/>
                <a:cs typeface="Segoe UI" pitchFamily="34" charset="0"/>
              </a:rPr>
              <a:t>fabric-cicd </a:t>
            </a:r>
            <a:r>
              <a:rPr lang="en-US" sz="1000" dirty="0">
                <a:solidFill>
                  <a:schemeClr val="tx1"/>
                </a:solidFill>
                <a:ea typeface="Segoe UI" pitchFamily="34" charset="0"/>
                <a:cs typeface="Segoe UI" pitchFamily="34" charset="0"/>
              </a:rPr>
              <a:t>processing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C2A0C0A-88F9-5B96-6542-E1E12CAAA8E7}"/>
              </a:ext>
            </a:extLst>
          </p:cNvPr>
          <p:cNvSpPr/>
          <p:nvPr/>
        </p:nvSpPr>
        <p:spPr bwMode="auto">
          <a:xfrm>
            <a:off x="6404073" y="599319"/>
            <a:ext cx="2259959" cy="2004747"/>
          </a:xfrm>
          <a:prstGeom prst="rect">
            <a:avLst/>
          </a:prstGeom>
          <a:solidFill>
            <a:schemeClr val="accent2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91440" rIns="0" bIns="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target workspace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FA39AA3D-26A3-3237-9A9B-1ABE3EF5F6E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2584" r="39007" b="16195"/>
          <a:stretch>
            <a:fillRect/>
          </a:stretch>
        </p:blipFill>
        <p:spPr>
          <a:xfrm>
            <a:off x="6501093" y="941935"/>
            <a:ext cx="1996252" cy="1525126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37890D58-3EED-7469-67F4-88B905EA479E}"/>
              </a:ext>
            </a:extLst>
          </p:cNvPr>
          <p:cNvSpPr/>
          <p:nvPr/>
        </p:nvSpPr>
        <p:spPr bwMode="auto">
          <a:xfrm>
            <a:off x="807978" y="618120"/>
            <a:ext cx="3365767" cy="1989009"/>
          </a:xfrm>
          <a:prstGeom prst="rect">
            <a:avLst/>
          </a:prstGeom>
          <a:solidFill>
            <a:schemeClr val="accent1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91440" rIns="0" bIns="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Folder with Item Definitions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0566F4C-DA4B-08EF-C3E5-E8490785AE7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-1" b="18154"/>
          <a:stretch>
            <a:fillRect/>
          </a:stretch>
        </p:blipFill>
        <p:spPr>
          <a:xfrm>
            <a:off x="945276" y="962002"/>
            <a:ext cx="3091173" cy="1505059"/>
          </a:xfrm>
          <a:prstGeom prst="rect">
            <a:avLst/>
          </a:prstGeom>
        </p:spPr>
      </p:pic>
      <p:sp>
        <p:nvSpPr>
          <p:cNvPr id="8" name="Arrow: Right 7">
            <a:extLst>
              <a:ext uri="{FF2B5EF4-FFF2-40B4-BE49-F238E27FC236}">
                <a16:creationId xmlns:a16="http://schemas.microsoft.com/office/drawing/2014/main" id="{6291F422-9C48-A878-D325-883A7785C9C5}"/>
              </a:ext>
            </a:extLst>
          </p:cNvPr>
          <p:cNvSpPr/>
          <p:nvPr/>
        </p:nvSpPr>
        <p:spPr bwMode="auto">
          <a:xfrm>
            <a:off x="4358220" y="997861"/>
            <a:ext cx="1839814" cy="214718"/>
          </a:xfrm>
          <a:prstGeom prst="rightArrow">
            <a:avLst>
              <a:gd name="adj1" fmla="val 73858"/>
              <a:gd name="adj2" fmla="val 77367"/>
            </a:avLst>
          </a:prstGeom>
          <a:solidFill>
            <a:srgbClr val="C00000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Create or Update Item</a:t>
            </a:r>
          </a:p>
        </p:txBody>
      </p:sp>
      <p:sp>
        <p:nvSpPr>
          <p:cNvPr id="16" name="Arrow: Right 15">
            <a:extLst>
              <a:ext uri="{FF2B5EF4-FFF2-40B4-BE49-F238E27FC236}">
                <a16:creationId xmlns:a16="http://schemas.microsoft.com/office/drawing/2014/main" id="{E83B46A8-6969-267F-DCE3-8EA464EFDFE9}"/>
              </a:ext>
            </a:extLst>
          </p:cNvPr>
          <p:cNvSpPr/>
          <p:nvPr/>
        </p:nvSpPr>
        <p:spPr bwMode="auto">
          <a:xfrm>
            <a:off x="4358220" y="1311482"/>
            <a:ext cx="1839814" cy="214718"/>
          </a:xfrm>
          <a:prstGeom prst="rightArrow">
            <a:avLst>
              <a:gd name="adj1" fmla="val 73858"/>
              <a:gd name="adj2" fmla="val 77367"/>
            </a:avLst>
          </a:prstGeom>
          <a:solidFill>
            <a:srgbClr val="C00000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Create or Update Item</a:t>
            </a:r>
          </a:p>
        </p:txBody>
      </p:sp>
      <p:sp>
        <p:nvSpPr>
          <p:cNvPr id="17" name="Arrow: Right 16">
            <a:extLst>
              <a:ext uri="{FF2B5EF4-FFF2-40B4-BE49-F238E27FC236}">
                <a16:creationId xmlns:a16="http://schemas.microsoft.com/office/drawing/2014/main" id="{70A7F71E-E129-BCCD-923B-EA88E74719DB}"/>
              </a:ext>
            </a:extLst>
          </p:cNvPr>
          <p:cNvSpPr/>
          <p:nvPr/>
        </p:nvSpPr>
        <p:spPr bwMode="auto">
          <a:xfrm>
            <a:off x="4358220" y="1625103"/>
            <a:ext cx="1839814" cy="214718"/>
          </a:xfrm>
          <a:prstGeom prst="rightArrow">
            <a:avLst>
              <a:gd name="adj1" fmla="val 73858"/>
              <a:gd name="adj2" fmla="val 77367"/>
            </a:avLst>
          </a:prstGeom>
          <a:solidFill>
            <a:srgbClr val="C00000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Create or Update Item</a:t>
            </a:r>
          </a:p>
        </p:txBody>
      </p:sp>
      <p:sp>
        <p:nvSpPr>
          <p:cNvPr id="19" name="Arrow: Right 18">
            <a:extLst>
              <a:ext uri="{FF2B5EF4-FFF2-40B4-BE49-F238E27FC236}">
                <a16:creationId xmlns:a16="http://schemas.microsoft.com/office/drawing/2014/main" id="{BFE54A35-9C90-F51E-75F3-914880EC1ED8}"/>
              </a:ext>
            </a:extLst>
          </p:cNvPr>
          <p:cNvSpPr/>
          <p:nvPr/>
        </p:nvSpPr>
        <p:spPr bwMode="auto">
          <a:xfrm>
            <a:off x="4358220" y="1938724"/>
            <a:ext cx="1839814" cy="214718"/>
          </a:xfrm>
          <a:prstGeom prst="rightArrow">
            <a:avLst>
              <a:gd name="adj1" fmla="val 73858"/>
              <a:gd name="adj2" fmla="val 77367"/>
            </a:avLst>
          </a:prstGeom>
          <a:solidFill>
            <a:srgbClr val="C00000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Create or Update Item</a:t>
            </a:r>
          </a:p>
        </p:txBody>
      </p:sp>
      <p:sp>
        <p:nvSpPr>
          <p:cNvPr id="21" name="Arrow: Right 20">
            <a:extLst>
              <a:ext uri="{FF2B5EF4-FFF2-40B4-BE49-F238E27FC236}">
                <a16:creationId xmlns:a16="http://schemas.microsoft.com/office/drawing/2014/main" id="{08F56CC5-A4EC-B30F-F68A-AC29DD67FFB5}"/>
              </a:ext>
            </a:extLst>
          </p:cNvPr>
          <p:cNvSpPr/>
          <p:nvPr/>
        </p:nvSpPr>
        <p:spPr bwMode="auto">
          <a:xfrm>
            <a:off x="4358220" y="2252343"/>
            <a:ext cx="1839814" cy="214718"/>
          </a:xfrm>
          <a:prstGeom prst="rightArrow">
            <a:avLst>
              <a:gd name="adj1" fmla="val 73858"/>
              <a:gd name="adj2" fmla="val 77367"/>
            </a:avLst>
          </a:prstGeom>
          <a:solidFill>
            <a:srgbClr val="C00000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Create or Update Item</a:t>
            </a:r>
          </a:p>
        </p:txBody>
      </p:sp>
    </p:spTree>
    <p:extLst>
      <p:ext uri="{BB962C8B-B14F-4D97-AF65-F5344CB8AC3E}">
        <p14:creationId xmlns:p14="http://schemas.microsoft.com/office/powerpoint/2010/main" val="1783259338"/>
      </p:ext>
    </p:extLst>
  </p:cSld>
  <p:clrMapOvr>
    <a:masterClrMapping/>
  </p:clrMapOvr>
  <p:transition>
    <p:fade/>
  </p:transition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3BFCB159-38E7-96CC-1742-12A4A7A17566}"/>
              </a:ext>
            </a:extLst>
          </p:cNvPr>
          <p:cNvSpPr/>
          <p:nvPr/>
        </p:nvSpPr>
        <p:spPr bwMode="auto">
          <a:xfrm>
            <a:off x="780440" y="880560"/>
            <a:ext cx="4194971" cy="3458358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1400" b="1" dirty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2E9F250-624B-F6C4-CC97-F964E9677E47}"/>
              </a:ext>
            </a:extLst>
          </p:cNvPr>
          <p:cNvSpPr/>
          <p:nvPr/>
        </p:nvSpPr>
        <p:spPr bwMode="auto">
          <a:xfrm>
            <a:off x="921927" y="2492755"/>
            <a:ext cx="1261062" cy="1756516"/>
          </a:xfrm>
          <a:prstGeom prst="rect">
            <a:avLst/>
          </a:prstGeom>
          <a:solidFill>
            <a:schemeClr val="accent2">
              <a:lumMod val="50000"/>
            </a:schemeClr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release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branch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7F1FD56A-5CAF-8C13-5FF0-F155E1438F0F}"/>
              </a:ext>
            </a:extLst>
          </p:cNvPr>
          <p:cNvSpPr/>
          <p:nvPr/>
        </p:nvSpPr>
        <p:spPr bwMode="auto">
          <a:xfrm>
            <a:off x="921927" y="1032978"/>
            <a:ext cx="1261062" cy="744053"/>
          </a:xfrm>
          <a:prstGeom prst="rect">
            <a:avLst/>
          </a:prstGeom>
          <a:solidFill>
            <a:schemeClr val="bg1"/>
          </a:solidFill>
          <a:ln>
            <a:solidFill>
              <a:schemeClr val="tx1">
                <a:lumMod val="75000"/>
              </a:schemeClr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dev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workspace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EA298BB-E057-804E-5B43-B1B7F300EF2B}"/>
              </a:ext>
            </a:extLst>
          </p:cNvPr>
          <p:cNvSpPr/>
          <p:nvPr/>
        </p:nvSpPr>
        <p:spPr bwMode="auto">
          <a:xfrm>
            <a:off x="3567681" y="2573440"/>
            <a:ext cx="1261062" cy="744053"/>
          </a:xfrm>
          <a:prstGeom prst="rect">
            <a:avLst/>
          </a:prstGeom>
          <a:solidFill>
            <a:schemeClr val="bg1"/>
          </a:solidFill>
          <a:ln>
            <a:solidFill>
              <a:schemeClr val="tx1">
                <a:lumMod val="75000"/>
              </a:schemeClr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test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workspace</a:t>
            </a:r>
          </a:p>
        </p:txBody>
      </p:sp>
      <p:sp>
        <p:nvSpPr>
          <p:cNvPr id="11" name="Arrow: Right 10">
            <a:extLst>
              <a:ext uri="{FF2B5EF4-FFF2-40B4-BE49-F238E27FC236}">
                <a16:creationId xmlns:a16="http://schemas.microsoft.com/office/drawing/2014/main" id="{892D57F7-84D1-03BD-D959-22CE7D8938B4}"/>
              </a:ext>
            </a:extLst>
          </p:cNvPr>
          <p:cNvSpPr/>
          <p:nvPr/>
        </p:nvSpPr>
        <p:spPr bwMode="auto">
          <a:xfrm>
            <a:off x="2276436" y="2770689"/>
            <a:ext cx="1249708" cy="383871"/>
          </a:xfrm>
          <a:prstGeom prst="rightArrow">
            <a:avLst>
              <a:gd name="adj1" fmla="val 61383"/>
              <a:gd name="adj2" fmla="val 59341"/>
            </a:avLst>
          </a:prstGeom>
          <a:solidFill>
            <a:srgbClr val="C00000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b="1" noProof="1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fabric-cicd</a:t>
            </a:r>
            <a:endParaRPr lang="en-US" sz="1000" b="1" dirty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12" name="Arrow: Down 11">
            <a:extLst>
              <a:ext uri="{FF2B5EF4-FFF2-40B4-BE49-F238E27FC236}">
                <a16:creationId xmlns:a16="http://schemas.microsoft.com/office/drawing/2014/main" id="{32E039CF-D10D-1B9A-2B15-2B6A1918167A}"/>
              </a:ext>
            </a:extLst>
          </p:cNvPr>
          <p:cNvSpPr/>
          <p:nvPr/>
        </p:nvSpPr>
        <p:spPr bwMode="auto">
          <a:xfrm>
            <a:off x="1206882" y="1777031"/>
            <a:ext cx="691152" cy="690715"/>
          </a:xfrm>
          <a:prstGeom prst="downArrow">
            <a:avLst>
              <a:gd name="adj1" fmla="val 64151"/>
              <a:gd name="adj2" fmla="val 42217"/>
            </a:avLst>
          </a:prstGeom>
          <a:solidFill>
            <a:srgbClr val="C00000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GIT</a:t>
            </a:r>
            <a:br>
              <a:rPr lang="en-US" sz="12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</a:br>
            <a:r>
              <a:rPr lang="en-US" sz="12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Sync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9E98D3F6-CC81-FD23-E0D7-3F12180A2274}"/>
              </a:ext>
            </a:extLst>
          </p:cNvPr>
          <p:cNvSpPr/>
          <p:nvPr/>
        </p:nvSpPr>
        <p:spPr bwMode="auto">
          <a:xfrm>
            <a:off x="3580062" y="3465148"/>
            <a:ext cx="1261062" cy="744053"/>
          </a:xfrm>
          <a:prstGeom prst="rect">
            <a:avLst/>
          </a:prstGeom>
          <a:solidFill>
            <a:schemeClr val="bg1"/>
          </a:solidFill>
          <a:ln>
            <a:solidFill>
              <a:schemeClr val="tx1">
                <a:lumMod val="75000"/>
              </a:schemeClr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prod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workspace</a:t>
            </a:r>
          </a:p>
        </p:txBody>
      </p:sp>
      <p:sp>
        <p:nvSpPr>
          <p:cNvPr id="14" name="Arrow: Right 13">
            <a:extLst>
              <a:ext uri="{FF2B5EF4-FFF2-40B4-BE49-F238E27FC236}">
                <a16:creationId xmlns:a16="http://schemas.microsoft.com/office/drawing/2014/main" id="{696F8A8B-3683-E5D0-E7ED-24A7A82C6A0B}"/>
              </a:ext>
            </a:extLst>
          </p:cNvPr>
          <p:cNvSpPr/>
          <p:nvPr/>
        </p:nvSpPr>
        <p:spPr bwMode="auto">
          <a:xfrm>
            <a:off x="2294494" y="3611814"/>
            <a:ext cx="1249708" cy="383871"/>
          </a:xfrm>
          <a:prstGeom prst="rightArrow">
            <a:avLst>
              <a:gd name="adj1" fmla="val 61383"/>
              <a:gd name="adj2" fmla="val 59341"/>
            </a:avLst>
          </a:prstGeom>
          <a:solidFill>
            <a:srgbClr val="C00000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b="1" noProof="1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fabric-cicd</a:t>
            </a:r>
            <a:endParaRPr lang="en-US" sz="1000" b="1" noProof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03770261"/>
      </p:ext>
    </p:extLst>
  </p:cSld>
  <p:clrMapOvr>
    <a:masterClrMapping/>
  </p:clrMapOvr>
  <p:transition>
    <p:fade/>
  </p:transition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235D4F04-13B2-73A5-76FF-D5264DE0863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5276" y="962001"/>
            <a:ext cx="3091173" cy="1838885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619123483"/>
      </p:ext>
    </p:extLst>
  </p:cSld>
  <p:clrMapOvr>
    <a:masterClrMapping/>
  </p:clrMapOvr>
  <p:transition>
    <p:fade/>
  </p:transition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51BCC36B-13B7-308D-5CE2-436D5116C59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2908" y="358379"/>
            <a:ext cx="7373379" cy="5668166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2083112187"/>
      </p:ext>
    </p:extLst>
  </p:cSld>
  <p:clrMapOvr>
    <a:masterClrMapping/>
  </p:clrMapOvr>
  <p:transition>
    <p:fade/>
  </p:transition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2F62AF20-7495-721F-2F6E-7E59BFFF890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4522" y="939416"/>
            <a:ext cx="8935278" cy="3789745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774043978"/>
      </p:ext>
    </p:extLst>
  </p:cSld>
  <p:clrMapOvr>
    <a:masterClrMapping/>
  </p:clrMapOvr>
  <p:transition>
    <p:fade/>
  </p:transition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4EFD4667-A9C6-C6C6-5B08-6DBFBB40FD3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8967"/>
          <a:stretch>
            <a:fillRect/>
          </a:stretch>
        </p:blipFill>
        <p:spPr>
          <a:xfrm>
            <a:off x="494131" y="428887"/>
            <a:ext cx="4514716" cy="2832473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6D124EC3-66F9-F096-52F7-0E801B6EBE3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85296" y="428887"/>
            <a:ext cx="4117893" cy="2832473"/>
          </a:xfrm>
          <a:prstGeom prst="rect">
            <a:avLst/>
          </a:prstGeom>
          <a:ln>
            <a:solidFill>
              <a:schemeClr val="tx1"/>
            </a:solidFill>
          </a:ln>
        </p:spPr>
      </p:pic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5BDD000D-2265-C42F-BAB9-7016DA6D5B2E}"/>
              </a:ext>
            </a:extLst>
          </p:cNvPr>
          <p:cNvCxnSpPr>
            <a:cxnSpLocks/>
          </p:cNvCxnSpPr>
          <p:nvPr/>
        </p:nvCxnSpPr>
        <p:spPr>
          <a:xfrm>
            <a:off x="3810000" y="1933481"/>
            <a:ext cx="1808480" cy="0"/>
          </a:xfrm>
          <a:prstGeom prst="straightConnector1">
            <a:avLst/>
          </a:prstGeom>
          <a:ln w="57150">
            <a:solidFill>
              <a:srgbClr val="EE0000"/>
            </a:solidFill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19241603"/>
      </p:ext>
    </p:extLst>
  </p:cSld>
  <p:clrMapOvr>
    <a:masterClrMapping/>
  </p:clrMapOvr>
  <p:transition>
    <p:fade/>
  </p:transition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01331110-5413-7009-35C6-AE5897A1985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6983" y="778995"/>
            <a:ext cx="9697803" cy="4020111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4020952068"/>
      </p:ext>
    </p:extLst>
  </p:cSld>
  <p:clrMapOvr>
    <a:masterClrMapping/>
  </p:clrMapOvr>
  <p:transition>
    <p:fade/>
  </p:transition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1B92654F-B93D-DC3A-EBC5-23D16FB3A3F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8960" y="766267"/>
            <a:ext cx="11044555" cy="4575601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4195108337"/>
      </p:ext>
    </p:extLst>
  </p:cSld>
  <p:clrMapOvr>
    <a:masterClrMapping/>
  </p:clrMapOvr>
  <p:transition>
    <p:fade/>
  </p:transition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DFB95F66-9CD1-A3E6-142E-0BBFD0E6FBB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9316" y="489239"/>
            <a:ext cx="7629811" cy="33572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07727211"/>
      </p:ext>
    </p:extLst>
  </p:cSld>
  <p:clrMapOvr>
    <a:masterClrMapping/>
  </p:clrMapOvr>
  <p:transition>
    <p:fade/>
  </p:transition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8B794D19-378E-08ED-3FBC-5E4D99773D4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74429" y="969617"/>
            <a:ext cx="5430742" cy="44074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2845727"/>
      </p:ext>
    </p:extLst>
  </p:cSld>
  <p:clrMapOvr>
    <a:masterClrMapping/>
  </p:clrMapOvr>
  <p:transition>
    <p:fade/>
  </p:transition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89208BD1-97C7-3E4C-1108-B120C3D9148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3572" y="2254076"/>
            <a:ext cx="10069330" cy="2486372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2996629105"/>
      </p:ext>
    </p:extLst>
  </p:cSld>
  <p:clrMapOvr>
    <a:masterClrMapping/>
  </p:clrMapOvr>
  <p:transition>
    <p:fade/>
  </p:transition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1A974CD2-6211-1219-8E01-BDBEF292001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5595" y="868440"/>
            <a:ext cx="8478433" cy="4820323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210849097"/>
      </p:ext>
    </p:extLst>
  </p:cSld>
  <p:clrMapOvr>
    <a:masterClrMapping/>
  </p:clrMapOvr>
  <p:transition>
    <p:fade/>
  </p:transition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51D2A8E2-B35E-6464-2B99-6444D98B361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3762" y="999396"/>
            <a:ext cx="10631384" cy="3524742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186910088"/>
      </p:ext>
    </p:extLst>
  </p:cSld>
  <p:clrMapOvr>
    <a:masterClrMapping/>
  </p:clrMapOvr>
  <p:transition>
    <p:fade/>
  </p:transition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2886B019-F44B-0CCB-46D3-037548512D8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07758" y="1101390"/>
            <a:ext cx="7220958" cy="4791744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283614765"/>
      </p:ext>
    </p:extLst>
  </p:cSld>
  <p:clrMapOvr>
    <a:masterClrMapping/>
  </p:clrMapOvr>
  <p:transition>
    <p:fade/>
  </p:transition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945F5A-9845-5E89-E5FD-D047C1CAB1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98FDBD1B-880F-663B-D471-B2DE746562A6}"/>
              </a:ext>
            </a:extLst>
          </p:cNvPr>
          <p:cNvSpPr/>
          <p:nvPr/>
        </p:nvSpPr>
        <p:spPr bwMode="auto">
          <a:xfrm>
            <a:off x="1941885" y="1047507"/>
            <a:ext cx="1742421" cy="1914354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91440" rIns="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b="1" dirty="0">
                <a:solidFill>
                  <a:schemeClr val="tx1"/>
                </a:solidFill>
                <a:latin typeface="Arial" panose="020B0604020202020204" pitchFamily="34" charset="0"/>
                <a:ea typeface="Segoe UI" pitchFamily="34" charset="0"/>
                <a:cs typeface="Arial" panose="020B0604020202020204" pitchFamily="34" charset="0"/>
              </a:rPr>
              <a:t>Dev Workspace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78EBC1AE-8902-6432-81F3-4746F893F8DF}"/>
              </a:ext>
            </a:extLst>
          </p:cNvPr>
          <p:cNvGrpSpPr/>
          <p:nvPr/>
        </p:nvGrpSpPr>
        <p:grpSpPr>
          <a:xfrm>
            <a:off x="2131875" y="1353539"/>
            <a:ext cx="655911" cy="654509"/>
            <a:chOff x="6295914" y="1428878"/>
            <a:chExt cx="1693119" cy="1825354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F8FB22A1-9162-7D2F-D3AC-5B725D7D1805}"/>
                </a:ext>
              </a:extLst>
            </p:cNvPr>
            <p:cNvSpPr/>
            <p:nvPr/>
          </p:nvSpPr>
          <p:spPr bwMode="auto">
            <a:xfrm>
              <a:off x="6295914" y="1428878"/>
              <a:ext cx="1693119" cy="1825354"/>
            </a:xfrm>
            <a:prstGeom prst="rect">
              <a:avLst/>
            </a:prstGeom>
            <a:solidFill>
              <a:schemeClr val="bg1">
                <a:alpha val="45000"/>
              </a:schemeClr>
            </a:solidFill>
            <a:ln w="12700">
              <a:solidFill>
                <a:schemeClr val="tx1"/>
              </a:solidFill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146304" rIns="0" bIns="45720" numCol="1" spcCol="0" rtlCol="0" fromWordArt="0" anchor="b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600" b="1" dirty="0">
                  <a:solidFill>
                    <a:schemeClr val="tx1"/>
                  </a:solidFill>
                  <a:latin typeface="Arial" panose="020B0604020202020204" pitchFamily="34" charset="0"/>
                  <a:ea typeface="Segoe UI" pitchFamily="34" charset="0"/>
                  <a:cs typeface="Arial" panose="020B0604020202020204" pitchFamily="34" charset="0"/>
                </a:rPr>
                <a:t>Semantic Model</a:t>
              </a:r>
            </a:p>
          </p:txBody>
        </p:sp>
        <p:pic>
          <p:nvPicPr>
            <p:cNvPr id="15" name="Picture 14" descr="A white square with purple dots&#10;&#10;Description automatically generated">
              <a:extLst>
                <a:ext uri="{FF2B5EF4-FFF2-40B4-BE49-F238E27FC236}">
                  <a16:creationId xmlns:a16="http://schemas.microsoft.com/office/drawing/2014/main" id="{8E0BC2AE-3AE0-E094-5105-C43E6044210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486779" y="1536648"/>
              <a:ext cx="1311387" cy="1300896"/>
            </a:xfrm>
            <a:prstGeom prst="rect">
              <a:avLst/>
            </a:prstGeom>
          </p:spPr>
        </p:pic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BBEC2ACE-4FF2-B20F-0061-D40090714EA0}"/>
              </a:ext>
            </a:extLst>
          </p:cNvPr>
          <p:cNvGrpSpPr/>
          <p:nvPr/>
        </p:nvGrpSpPr>
        <p:grpSpPr>
          <a:xfrm>
            <a:off x="2890835" y="1353539"/>
            <a:ext cx="657835" cy="654509"/>
            <a:chOff x="6503915" y="831583"/>
            <a:chExt cx="1229935" cy="1325994"/>
          </a:xfrm>
        </p:grpSpPr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06A22345-4A0D-F77F-4FFF-B49051C7FE3A}"/>
                </a:ext>
              </a:extLst>
            </p:cNvPr>
            <p:cNvSpPr/>
            <p:nvPr/>
          </p:nvSpPr>
          <p:spPr bwMode="auto">
            <a:xfrm>
              <a:off x="6503915" y="831583"/>
              <a:ext cx="1229935" cy="1325994"/>
            </a:xfrm>
            <a:prstGeom prst="rect">
              <a:avLst/>
            </a:prstGeom>
            <a:solidFill>
              <a:schemeClr val="bg1">
                <a:alpha val="45000"/>
              </a:schemeClr>
            </a:solidFill>
            <a:ln w="12700">
              <a:solidFill>
                <a:schemeClr val="bg1">
                  <a:lumMod val="50000"/>
                </a:schemeClr>
              </a:solidFill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146304" rIns="0" bIns="45720" numCol="1" spcCol="0" rtlCol="0" fromWordArt="0" anchor="b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600" b="1" dirty="0">
                  <a:solidFill>
                    <a:schemeClr val="tx1"/>
                  </a:solidFill>
                  <a:latin typeface="Arial" panose="020B0604020202020204" pitchFamily="34" charset="0"/>
                  <a:ea typeface="Segoe UI" pitchFamily="34" charset="0"/>
                  <a:cs typeface="Arial" panose="020B0604020202020204" pitchFamily="34" charset="0"/>
                </a:rPr>
                <a:t>Report</a:t>
              </a:r>
            </a:p>
          </p:txBody>
        </p:sp>
        <p:pic>
          <p:nvPicPr>
            <p:cNvPr id="18" name="Picture 17" descr="A white square with a graph&#10;&#10;Description automatically generated">
              <a:extLst>
                <a:ext uri="{FF2B5EF4-FFF2-40B4-BE49-F238E27FC236}">
                  <a16:creationId xmlns:a16="http://schemas.microsoft.com/office/drawing/2014/main" id="{0C5E69C6-9E50-4738-D020-CCF27398AE8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642565" y="904155"/>
              <a:ext cx="952633" cy="948822"/>
            </a:xfrm>
            <a:prstGeom prst="rect">
              <a:avLst/>
            </a:prstGeom>
          </p:spPr>
        </p:pic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188090DA-2D75-CF9E-0A43-21DD6DA266BC}"/>
              </a:ext>
            </a:extLst>
          </p:cNvPr>
          <p:cNvGrpSpPr/>
          <p:nvPr/>
        </p:nvGrpSpPr>
        <p:grpSpPr>
          <a:xfrm>
            <a:off x="2879884" y="2168548"/>
            <a:ext cx="659688" cy="658278"/>
            <a:chOff x="1943154" y="2871362"/>
            <a:chExt cx="1229935" cy="1325994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4A8DC213-1BAE-A9EB-9781-A4B1C96CD859}"/>
                </a:ext>
              </a:extLst>
            </p:cNvPr>
            <p:cNvSpPr/>
            <p:nvPr/>
          </p:nvSpPr>
          <p:spPr bwMode="auto">
            <a:xfrm>
              <a:off x="1943154" y="2871362"/>
              <a:ext cx="1229935" cy="1325994"/>
            </a:xfrm>
            <a:prstGeom prst="rect">
              <a:avLst/>
            </a:prstGeom>
            <a:solidFill>
              <a:schemeClr val="bg1">
                <a:alpha val="45000"/>
              </a:schemeClr>
            </a:solidFill>
            <a:ln w="12700">
              <a:solidFill>
                <a:schemeClr val="tx1"/>
              </a:solidFill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146304" rIns="0" bIns="45720" numCol="1" spcCol="0" rtlCol="0" fromWordArt="0" anchor="b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600" b="1" dirty="0">
                  <a:solidFill>
                    <a:schemeClr val="tx1"/>
                  </a:solidFill>
                  <a:latin typeface="Arial" panose="020B0604020202020204" pitchFamily="34" charset="0"/>
                  <a:ea typeface="Segoe UI" pitchFamily="34" charset="0"/>
                  <a:cs typeface="Arial" panose="020B0604020202020204" pitchFamily="34" charset="0"/>
                </a:rPr>
                <a:t>Notebook</a:t>
              </a:r>
              <a:endParaRPr lang="en-US" sz="1100" b="1" dirty="0">
                <a:solidFill>
                  <a:schemeClr val="tx1"/>
                </a:solidFill>
                <a:latin typeface="Arial" panose="020B0604020202020204" pitchFamily="34" charset="0"/>
                <a:ea typeface="Segoe UI" pitchFamily="34" charset="0"/>
                <a:cs typeface="Arial" panose="020B0604020202020204" pitchFamily="34" charset="0"/>
              </a:endParaRPr>
            </a:p>
          </p:txBody>
        </p:sp>
        <p:pic>
          <p:nvPicPr>
            <p:cNvPr id="21" name="Picture 20" descr="A white book with a green symbol&#10;&#10;Description automatically generated">
              <a:extLst>
                <a:ext uri="{FF2B5EF4-FFF2-40B4-BE49-F238E27FC236}">
                  <a16:creationId xmlns:a16="http://schemas.microsoft.com/office/drawing/2014/main" id="{CE0FF270-E74F-A8BB-1B64-C2BAFBBE21B9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126583" y="3033143"/>
              <a:ext cx="838189" cy="834835"/>
            </a:xfrm>
            <a:prstGeom prst="rect">
              <a:avLst/>
            </a:prstGeom>
          </p:spPr>
        </p:pic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2A3B1245-6D16-29CB-E15E-6C96F7FE0039}"/>
              </a:ext>
            </a:extLst>
          </p:cNvPr>
          <p:cNvGrpSpPr/>
          <p:nvPr/>
        </p:nvGrpSpPr>
        <p:grpSpPr>
          <a:xfrm>
            <a:off x="2120924" y="2168548"/>
            <a:ext cx="655911" cy="654509"/>
            <a:chOff x="540799" y="2865453"/>
            <a:chExt cx="1229935" cy="1325994"/>
          </a:xfrm>
        </p:grpSpPr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5723B5B3-3B57-713C-71B4-7DCF9D2593CA}"/>
                </a:ext>
              </a:extLst>
            </p:cNvPr>
            <p:cNvSpPr/>
            <p:nvPr/>
          </p:nvSpPr>
          <p:spPr bwMode="auto">
            <a:xfrm>
              <a:off x="540799" y="2865453"/>
              <a:ext cx="1229935" cy="1325994"/>
            </a:xfrm>
            <a:prstGeom prst="rect">
              <a:avLst/>
            </a:prstGeom>
            <a:solidFill>
              <a:schemeClr val="bg1">
                <a:alpha val="45000"/>
              </a:schemeClr>
            </a:solidFill>
            <a:ln w="12700">
              <a:solidFill>
                <a:schemeClr val="tx1"/>
              </a:solidFill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146304" rIns="0" bIns="45720" numCol="1" spcCol="0" rtlCol="0" fromWordArt="0" anchor="b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600" b="1" dirty="0">
                  <a:solidFill>
                    <a:schemeClr val="tx1"/>
                  </a:solidFill>
                  <a:latin typeface="Arial" panose="020B0604020202020204" pitchFamily="34" charset="0"/>
                  <a:ea typeface="Segoe UI" pitchFamily="34" charset="0"/>
                  <a:cs typeface="Arial" panose="020B0604020202020204" pitchFamily="34" charset="0"/>
                </a:rPr>
                <a:t>Lakehouse</a:t>
              </a:r>
            </a:p>
          </p:txBody>
        </p:sp>
        <p:pic>
          <p:nvPicPr>
            <p:cNvPr id="24" name="Picture 23" descr="A blue and white sign with waves&#10;&#10;Description automatically generated">
              <a:extLst>
                <a:ext uri="{FF2B5EF4-FFF2-40B4-BE49-F238E27FC236}">
                  <a16:creationId xmlns:a16="http://schemas.microsoft.com/office/drawing/2014/main" id="{73011EC3-7B80-6FC6-092D-FFED5B6CAA30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2453" y="2962982"/>
              <a:ext cx="908459" cy="904825"/>
            </a:xfrm>
            <a:prstGeom prst="rect">
              <a:avLst/>
            </a:prstGeom>
          </p:spPr>
        </p:pic>
      </p:grpSp>
      <p:sp>
        <p:nvSpPr>
          <p:cNvPr id="2" name="Rectangle 1">
            <a:extLst>
              <a:ext uri="{FF2B5EF4-FFF2-40B4-BE49-F238E27FC236}">
                <a16:creationId xmlns:a16="http://schemas.microsoft.com/office/drawing/2014/main" id="{22DE4400-1AB0-E791-E22A-64C96E8DA711}"/>
              </a:ext>
            </a:extLst>
          </p:cNvPr>
          <p:cNvSpPr/>
          <p:nvPr/>
        </p:nvSpPr>
        <p:spPr bwMode="auto">
          <a:xfrm>
            <a:off x="5017936" y="1050871"/>
            <a:ext cx="1742421" cy="1914354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91440" rIns="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b="1" dirty="0">
                <a:solidFill>
                  <a:schemeClr val="tx1"/>
                </a:solidFill>
                <a:latin typeface="Arial" panose="020B0604020202020204" pitchFamily="34" charset="0"/>
                <a:ea typeface="Segoe UI" pitchFamily="34" charset="0"/>
                <a:cs typeface="Arial" panose="020B0604020202020204" pitchFamily="34" charset="0"/>
              </a:rPr>
              <a:t>Test Workspace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221F0DE3-6E73-8747-35DD-67168F67775B}"/>
              </a:ext>
            </a:extLst>
          </p:cNvPr>
          <p:cNvGrpSpPr/>
          <p:nvPr/>
        </p:nvGrpSpPr>
        <p:grpSpPr>
          <a:xfrm>
            <a:off x="5207926" y="1356903"/>
            <a:ext cx="655911" cy="654509"/>
            <a:chOff x="6295914" y="1428878"/>
            <a:chExt cx="1693119" cy="1825354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CEEB100B-36B3-A710-58FD-EA24EAEF893D}"/>
                </a:ext>
              </a:extLst>
            </p:cNvPr>
            <p:cNvSpPr/>
            <p:nvPr/>
          </p:nvSpPr>
          <p:spPr bwMode="auto">
            <a:xfrm>
              <a:off x="6295914" y="1428878"/>
              <a:ext cx="1693119" cy="1825354"/>
            </a:xfrm>
            <a:prstGeom prst="rect">
              <a:avLst/>
            </a:prstGeom>
            <a:solidFill>
              <a:schemeClr val="bg1">
                <a:alpha val="45000"/>
              </a:schemeClr>
            </a:solidFill>
            <a:ln w="12700">
              <a:solidFill>
                <a:schemeClr val="tx1"/>
              </a:solidFill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146304" rIns="0" bIns="45720" numCol="1" spcCol="0" rtlCol="0" fromWordArt="0" anchor="b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600" b="1" dirty="0">
                  <a:solidFill>
                    <a:schemeClr val="tx1"/>
                  </a:solidFill>
                  <a:latin typeface="Arial" panose="020B0604020202020204" pitchFamily="34" charset="0"/>
                  <a:ea typeface="Segoe UI" pitchFamily="34" charset="0"/>
                  <a:cs typeface="Arial" panose="020B0604020202020204" pitchFamily="34" charset="0"/>
                </a:rPr>
                <a:t>Semantic Model</a:t>
              </a:r>
            </a:p>
          </p:txBody>
        </p:sp>
        <p:pic>
          <p:nvPicPr>
            <p:cNvPr id="5" name="Picture 4" descr="A white square with purple dots&#10;&#10;Description automatically generated">
              <a:extLst>
                <a:ext uri="{FF2B5EF4-FFF2-40B4-BE49-F238E27FC236}">
                  <a16:creationId xmlns:a16="http://schemas.microsoft.com/office/drawing/2014/main" id="{EBBAF3A1-2229-B561-E426-084D23527FB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486779" y="1536648"/>
              <a:ext cx="1311387" cy="1300896"/>
            </a:xfrm>
            <a:prstGeom prst="rect">
              <a:avLst/>
            </a:prstGeom>
          </p:spPr>
        </p:pic>
      </p:grpSp>
      <p:grpSp>
        <p:nvGrpSpPr>
          <p:cNvPr id="6" name="Group 5">
            <a:extLst>
              <a:ext uri="{FF2B5EF4-FFF2-40B4-BE49-F238E27FC236}">
                <a16:creationId xmlns:a16="http://schemas.microsoft.com/office/drawing/2014/main" id="{56CD15EF-B23B-B857-28D7-A22A65D8066E}"/>
              </a:ext>
            </a:extLst>
          </p:cNvPr>
          <p:cNvGrpSpPr/>
          <p:nvPr/>
        </p:nvGrpSpPr>
        <p:grpSpPr>
          <a:xfrm>
            <a:off x="5966886" y="1356903"/>
            <a:ext cx="657835" cy="654509"/>
            <a:chOff x="6503915" y="831583"/>
            <a:chExt cx="1229935" cy="1325994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3F6BA4F5-69D8-D752-9A5B-B8EDEC7A4A8E}"/>
                </a:ext>
              </a:extLst>
            </p:cNvPr>
            <p:cNvSpPr/>
            <p:nvPr/>
          </p:nvSpPr>
          <p:spPr bwMode="auto">
            <a:xfrm>
              <a:off x="6503915" y="831583"/>
              <a:ext cx="1229935" cy="1325994"/>
            </a:xfrm>
            <a:prstGeom prst="rect">
              <a:avLst/>
            </a:prstGeom>
            <a:solidFill>
              <a:schemeClr val="bg1">
                <a:alpha val="45000"/>
              </a:schemeClr>
            </a:solidFill>
            <a:ln w="12700">
              <a:solidFill>
                <a:schemeClr val="bg1">
                  <a:lumMod val="50000"/>
                </a:schemeClr>
              </a:solidFill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146304" rIns="0" bIns="45720" numCol="1" spcCol="0" rtlCol="0" fromWordArt="0" anchor="b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600" b="1" dirty="0">
                  <a:solidFill>
                    <a:schemeClr val="tx1"/>
                  </a:solidFill>
                  <a:latin typeface="Arial" panose="020B0604020202020204" pitchFamily="34" charset="0"/>
                  <a:ea typeface="Segoe UI" pitchFamily="34" charset="0"/>
                  <a:cs typeface="Arial" panose="020B0604020202020204" pitchFamily="34" charset="0"/>
                </a:rPr>
                <a:t>Report</a:t>
              </a:r>
            </a:p>
          </p:txBody>
        </p:sp>
        <p:pic>
          <p:nvPicPr>
            <p:cNvPr id="8" name="Picture 7" descr="A white square with a graph&#10;&#10;Description automatically generated">
              <a:extLst>
                <a:ext uri="{FF2B5EF4-FFF2-40B4-BE49-F238E27FC236}">
                  <a16:creationId xmlns:a16="http://schemas.microsoft.com/office/drawing/2014/main" id="{92936BCB-5EA4-5D97-DF48-34C6AD6FEB6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642565" y="904155"/>
              <a:ext cx="952633" cy="948822"/>
            </a:xfrm>
            <a:prstGeom prst="rect">
              <a:avLst/>
            </a:prstGeom>
          </p:spPr>
        </p:pic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52593E4A-4ECF-8327-45DF-BAE074105A24}"/>
              </a:ext>
            </a:extLst>
          </p:cNvPr>
          <p:cNvGrpSpPr/>
          <p:nvPr/>
        </p:nvGrpSpPr>
        <p:grpSpPr>
          <a:xfrm>
            <a:off x="5955935" y="2171912"/>
            <a:ext cx="659688" cy="658278"/>
            <a:chOff x="1943154" y="2871362"/>
            <a:chExt cx="1229935" cy="1325994"/>
          </a:xfrm>
        </p:grpSpPr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CBABA33C-D171-BE59-D5A7-0DFDA6B24DFF}"/>
                </a:ext>
              </a:extLst>
            </p:cNvPr>
            <p:cNvSpPr/>
            <p:nvPr/>
          </p:nvSpPr>
          <p:spPr bwMode="auto">
            <a:xfrm>
              <a:off x="1943154" y="2871362"/>
              <a:ext cx="1229935" cy="1325994"/>
            </a:xfrm>
            <a:prstGeom prst="rect">
              <a:avLst/>
            </a:prstGeom>
            <a:solidFill>
              <a:schemeClr val="bg1">
                <a:alpha val="45000"/>
              </a:schemeClr>
            </a:solidFill>
            <a:ln w="12700">
              <a:solidFill>
                <a:schemeClr val="tx1"/>
              </a:solidFill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146304" rIns="0" bIns="45720" numCol="1" spcCol="0" rtlCol="0" fromWordArt="0" anchor="b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600" b="1" dirty="0">
                  <a:solidFill>
                    <a:schemeClr val="tx1"/>
                  </a:solidFill>
                  <a:latin typeface="Arial" panose="020B0604020202020204" pitchFamily="34" charset="0"/>
                  <a:ea typeface="Segoe UI" pitchFamily="34" charset="0"/>
                  <a:cs typeface="Arial" panose="020B0604020202020204" pitchFamily="34" charset="0"/>
                </a:rPr>
                <a:t>Notebook</a:t>
              </a:r>
              <a:endParaRPr lang="en-US" sz="1100" b="1" dirty="0">
                <a:solidFill>
                  <a:schemeClr val="tx1"/>
                </a:solidFill>
                <a:latin typeface="Arial" panose="020B0604020202020204" pitchFamily="34" charset="0"/>
                <a:ea typeface="Segoe UI" pitchFamily="34" charset="0"/>
                <a:cs typeface="Arial" panose="020B0604020202020204" pitchFamily="34" charset="0"/>
              </a:endParaRPr>
            </a:p>
          </p:txBody>
        </p:sp>
        <p:pic>
          <p:nvPicPr>
            <p:cNvPr id="11" name="Picture 10" descr="A white book with a green symbol&#10;&#10;Description automatically generated">
              <a:extLst>
                <a:ext uri="{FF2B5EF4-FFF2-40B4-BE49-F238E27FC236}">
                  <a16:creationId xmlns:a16="http://schemas.microsoft.com/office/drawing/2014/main" id="{75042CEC-DA51-7C65-F730-D9EB8933F660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126583" y="3033143"/>
              <a:ext cx="838189" cy="834835"/>
            </a:xfrm>
            <a:prstGeom prst="rect">
              <a:avLst/>
            </a:prstGeom>
          </p:spPr>
        </p:pic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671EEB7C-83B2-21A6-D906-F632A34437A0}"/>
              </a:ext>
            </a:extLst>
          </p:cNvPr>
          <p:cNvGrpSpPr/>
          <p:nvPr/>
        </p:nvGrpSpPr>
        <p:grpSpPr>
          <a:xfrm>
            <a:off x="5196975" y="2171912"/>
            <a:ext cx="655911" cy="654509"/>
            <a:chOff x="540799" y="2865453"/>
            <a:chExt cx="1229935" cy="1325994"/>
          </a:xfrm>
        </p:grpSpPr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B203EB38-93B3-2810-7528-A1E3D440A81A}"/>
                </a:ext>
              </a:extLst>
            </p:cNvPr>
            <p:cNvSpPr/>
            <p:nvPr/>
          </p:nvSpPr>
          <p:spPr bwMode="auto">
            <a:xfrm>
              <a:off x="540799" y="2865453"/>
              <a:ext cx="1229935" cy="1325994"/>
            </a:xfrm>
            <a:prstGeom prst="rect">
              <a:avLst/>
            </a:prstGeom>
            <a:solidFill>
              <a:schemeClr val="bg1">
                <a:alpha val="45000"/>
              </a:schemeClr>
            </a:solidFill>
            <a:ln w="12700">
              <a:solidFill>
                <a:schemeClr val="tx1"/>
              </a:solidFill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146304" rIns="0" bIns="45720" numCol="1" spcCol="0" rtlCol="0" fromWordArt="0" anchor="b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600" b="1" dirty="0">
                  <a:solidFill>
                    <a:schemeClr val="tx1"/>
                  </a:solidFill>
                  <a:latin typeface="Arial" panose="020B0604020202020204" pitchFamily="34" charset="0"/>
                  <a:ea typeface="Segoe UI" pitchFamily="34" charset="0"/>
                  <a:cs typeface="Arial" panose="020B0604020202020204" pitchFamily="34" charset="0"/>
                </a:rPr>
                <a:t>Lakehouse</a:t>
              </a:r>
            </a:p>
          </p:txBody>
        </p:sp>
        <p:pic>
          <p:nvPicPr>
            <p:cNvPr id="27" name="Picture 26" descr="A blue and white sign with waves&#10;&#10;Description automatically generated">
              <a:extLst>
                <a:ext uri="{FF2B5EF4-FFF2-40B4-BE49-F238E27FC236}">
                  <a16:creationId xmlns:a16="http://schemas.microsoft.com/office/drawing/2014/main" id="{04671681-8833-6786-CE6A-05A866D3ED73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2453" y="2962982"/>
              <a:ext cx="908459" cy="904825"/>
            </a:xfrm>
            <a:prstGeom prst="rect">
              <a:avLst/>
            </a:prstGeom>
          </p:spPr>
        </p:pic>
      </p:grpSp>
      <p:sp>
        <p:nvSpPr>
          <p:cNvPr id="28" name="Rectangle 27">
            <a:extLst>
              <a:ext uri="{FF2B5EF4-FFF2-40B4-BE49-F238E27FC236}">
                <a16:creationId xmlns:a16="http://schemas.microsoft.com/office/drawing/2014/main" id="{14DB4231-7106-4165-0076-7D46A9055C3D}"/>
              </a:ext>
            </a:extLst>
          </p:cNvPr>
          <p:cNvSpPr/>
          <p:nvPr/>
        </p:nvSpPr>
        <p:spPr bwMode="auto">
          <a:xfrm>
            <a:off x="8104147" y="1047507"/>
            <a:ext cx="1742421" cy="1914354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91440" rIns="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b="1" dirty="0">
                <a:solidFill>
                  <a:schemeClr val="tx1"/>
                </a:solidFill>
                <a:latin typeface="Arial" panose="020B0604020202020204" pitchFamily="34" charset="0"/>
                <a:ea typeface="Segoe UI" pitchFamily="34" charset="0"/>
                <a:cs typeface="Arial" panose="020B0604020202020204" pitchFamily="34" charset="0"/>
              </a:rPr>
              <a:t>Prod Workspace</a:t>
            </a:r>
          </a:p>
        </p:txBody>
      </p:sp>
      <p:grpSp>
        <p:nvGrpSpPr>
          <p:cNvPr id="29" name="Group 28">
            <a:extLst>
              <a:ext uri="{FF2B5EF4-FFF2-40B4-BE49-F238E27FC236}">
                <a16:creationId xmlns:a16="http://schemas.microsoft.com/office/drawing/2014/main" id="{29C755D2-DC79-DB88-7955-A368BA8361F3}"/>
              </a:ext>
            </a:extLst>
          </p:cNvPr>
          <p:cNvGrpSpPr/>
          <p:nvPr/>
        </p:nvGrpSpPr>
        <p:grpSpPr>
          <a:xfrm>
            <a:off x="8294137" y="1353539"/>
            <a:ext cx="655911" cy="654509"/>
            <a:chOff x="6295914" y="1428878"/>
            <a:chExt cx="1693119" cy="1825354"/>
          </a:xfrm>
        </p:grpSpPr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AAC2A7C3-A0F5-B1F8-BF38-16E0A928668D}"/>
                </a:ext>
              </a:extLst>
            </p:cNvPr>
            <p:cNvSpPr/>
            <p:nvPr/>
          </p:nvSpPr>
          <p:spPr bwMode="auto">
            <a:xfrm>
              <a:off x="6295914" y="1428878"/>
              <a:ext cx="1693119" cy="1825354"/>
            </a:xfrm>
            <a:prstGeom prst="rect">
              <a:avLst/>
            </a:prstGeom>
            <a:solidFill>
              <a:schemeClr val="bg1">
                <a:alpha val="45000"/>
              </a:schemeClr>
            </a:solidFill>
            <a:ln w="12700">
              <a:solidFill>
                <a:schemeClr val="tx1"/>
              </a:solidFill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146304" rIns="0" bIns="45720" numCol="1" spcCol="0" rtlCol="0" fromWordArt="0" anchor="b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600" b="1" dirty="0">
                  <a:solidFill>
                    <a:schemeClr val="tx1"/>
                  </a:solidFill>
                  <a:latin typeface="Arial" panose="020B0604020202020204" pitchFamily="34" charset="0"/>
                  <a:ea typeface="Segoe UI" pitchFamily="34" charset="0"/>
                  <a:cs typeface="Arial" panose="020B0604020202020204" pitchFamily="34" charset="0"/>
                </a:rPr>
                <a:t>Semantic Model</a:t>
              </a:r>
            </a:p>
          </p:txBody>
        </p:sp>
        <p:pic>
          <p:nvPicPr>
            <p:cNvPr id="31" name="Picture 30" descr="A white square with purple dots&#10;&#10;Description automatically generated">
              <a:extLst>
                <a:ext uri="{FF2B5EF4-FFF2-40B4-BE49-F238E27FC236}">
                  <a16:creationId xmlns:a16="http://schemas.microsoft.com/office/drawing/2014/main" id="{A140B9E2-27C9-89DC-705B-F1348C972C51}"/>
                </a:ext>
              </a:extLst>
            </p:cNvPr>
            <p:cNvPicPr>
              <a:picLocks noChangeAspect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486779" y="1536648"/>
              <a:ext cx="1311387" cy="1300896"/>
            </a:xfrm>
            <a:prstGeom prst="rect">
              <a:avLst/>
            </a:prstGeom>
          </p:spPr>
        </p:pic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EC8694A7-9840-00B5-D659-30BD4055B85B}"/>
              </a:ext>
            </a:extLst>
          </p:cNvPr>
          <p:cNvGrpSpPr/>
          <p:nvPr/>
        </p:nvGrpSpPr>
        <p:grpSpPr>
          <a:xfrm>
            <a:off x="9053097" y="1353539"/>
            <a:ext cx="657835" cy="654509"/>
            <a:chOff x="6503915" y="831583"/>
            <a:chExt cx="1229935" cy="1325994"/>
          </a:xfrm>
        </p:grpSpPr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AE11D1F1-ED0A-220C-11E7-FB376654D3C7}"/>
                </a:ext>
              </a:extLst>
            </p:cNvPr>
            <p:cNvSpPr/>
            <p:nvPr/>
          </p:nvSpPr>
          <p:spPr bwMode="auto">
            <a:xfrm>
              <a:off x="6503915" y="831583"/>
              <a:ext cx="1229935" cy="1325994"/>
            </a:xfrm>
            <a:prstGeom prst="rect">
              <a:avLst/>
            </a:prstGeom>
            <a:solidFill>
              <a:schemeClr val="bg1">
                <a:alpha val="45000"/>
              </a:schemeClr>
            </a:solidFill>
            <a:ln w="12700">
              <a:solidFill>
                <a:schemeClr val="bg1">
                  <a:lumMod val="50000"/>
                </a:schemeClr>
              </a:solidFill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146304" rIns="0" bIns="45720" numCol="1" spcCol="0" rtlCol="0" fromWordArt="0" anchor="b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600" b="1" dirty="0">
                  <a:solidFill>
                    <a:schemeClr val="tx1"/>
                  </a:solidFill>
                  <a:latin typeface="Arial" panose="020B0604020202020204" pitchFamily="34" charset="0"/>
                  <a:ea typeface="Segoe UI" pitchFamily="34" charset="0"/>
                  <a:cs typeface="Arial" panose="020B0604020202020204" pitchFamily="34" charset="0"/>
                </a:rPr>
                <a:t>Report</a:t>
              </a:r>
            </a:p>
          </p:txBody>
        </p:sp>
        <p:pic>
          <p:nvPicPr>
            <p:cNvPr id="34" name="Picture 33" descr="A white square with a graph&#10;&#10;Description automatically generated">
              <a:extLst>
                <a:ext uri="{FF2B5EF4-FFF2-40B4-BE49-F238E27FC236}">
                  <a16:creationId xmlns:a16="http://schemas.microsoft.com/office/drawing/2014/main" id="{2C0FD1C6-9C1C-8079-AC50-091835B0864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642565" y="904155"/>
              <a:ext cx="952633" cy="948822"/>
            </a:xfrm>
            <a:prstGeom prst="rect">
              <a:avLst/>
            </a:prstGeom>
          </p:spPr>
        </p:pic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F8326EE7-39D9-58D7-1768-F66F78865F6F}"/>
              </a:ext>
            </a:extLst>
          </p:cNvPr>
          <p:cNvGrpSpPr/>
          <p:nvPr/>
        </p:nvGrpSpPr>
        <p:grpSpPr>
          <a:xfrm>
            <a:off x="9042146" y="2168548"/>
            <a:ext cx="659688" cy="658278"/>
            <a:chOff x="1943154" y="2871362"/>
            <a:chExt cx="1229935" cy="1325994"/>
          </a:xfrm>
        </p:grpSpPr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F384C313-AAB7-9247-F7C3-348D4BB6EFD8}"/>
                </a:ext>
              </a:extLst>
            </p:cNvPr>
            <p:cNvSpPr/>
            <p:nvPr/>
          </p:nvSpPr>
          <p:spPr bwMode="auto">
            <a:xfrm>
              <a:off x="1943154" y="2871362"/>
              <a:ext cx="1229935" cy="1325994"/>
            </a:xfrm>
            <a:prstGeom prst="rect">
              <a:avLst/>
            </a:prstGeom>
            <a:solidFill>
              <a:schemeClr val="bg1">
                <a:alpha val="45000"/>
              </a:schemeClr>
            </a:solidFill>
            <a:ln w="12700">
              <a:solidFill>
                <a:schemeClr val="tx1"/>
              </a:solidFill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146304" rIns="0" bIns="45720" numCol="1" spcCol="0" rtlCol="0" fromWordArt="0" anchor="b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600" b="1" dirty="0">
                  <a:solidFill>
                    <a:schemeClr val="tx1"/>
                  </a:solidFill>
                  <a:latin typeface="Arial" panose="020B0604020202020204" pitchFamily="34" charset="0"/>
                  <a:ea typeface="Segoe UI" pitchFamily="34" charset="0"/>
                  <a:cs typeface="Arial" panose="020B0604020202020204" pitchFamily="34" charset="0"/>
                </a:rPr>
                <a:t>Notebook</a:t>
              </a:r>
              <a:endParaRPr lang="en-US" sz="1100" b="1" dirty="0">
                <a:solidFill>
                  <a:schemeClr val="tx1"/>
                </a:solidFill>
                <a:latin typeface="Arial" panose="020B0604020202020204" pitchFamily="34" charset="0"/>
                <a:ea typeface="Segoe UI" pitchFamily="34" charset="0"/>
                <a:cs typeface="Arial" panose="020B0604020202020204" pitchFamily="34" charset="0"/>
              </a:endParaRPr>
            </a:p>
          </p:txBody>
        </p:sp>
        <p:pic>
          <p:nvPicPr>
            <p:cNvPr id="37" name="Picture 36" descr="A white book with a green symbol&#10;&#10;Description automatically generated">
              <a:extLst>
                <a:ext uri="{FF2B5EF4-FFF2-40B4-BE49-F238E27FC236}">
                  <a16:creationId xmlns:a16="http://schemas.microsoft.com/office/drawing/2014/main" id="{2BE7ACA8-3994-8662-88FE-C64F7BFA3629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126583" y="3033143"/>
              <a:ext cx="838189" cy="834835"/>
            </a:xfrm>
            <a:prstGeom prst="rect">
              <a:avLst/>
            </a:prstGeom>
          </p:spPr>
        </p:pic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F78737FB-EA6B-193B-4C43-25712BA4DF65}"/>
              </a:ext>
            </a:extLst>
          </p:cNvPr>
          <p:cNvGrpSpPr/>
          <p:nvPr/>
        </p:nvGrpSpPr>
        <p:grpSpPr>
          <a:xfrm>
            <a:off x="8283186" y="2168548"/>
            <a:ext cx="655911" cy="654509"/>
            <a:chOff x="540799" y="2865453"/>
            <a:chExt cx="1229935" cy="1325994"/>
          </a:xfrm>
        </p:grpSpPr>
        <p:sp>
          <p:nvSpPr>
            <p:cNvPr id="39" name="Rectangle 38">
              <a:extLst>
                <a:ext uri="{FF2B5EF4-FFF2-40B4-BE49-F238E27FC236}">
                  <a16:creationId xmlns:a16="http://schemas.microsoft.com/office/drawing/2014/main" id="{D86AF671-8B85-05C1-1778-0603DE3E3B0B}"/>
                </a:ext>
              </a:extLst>
            </p:cNvPr>
            <p:cNvSpPr/>
            <p:nvPr/>
          </p:nvSpPr>
          <p:spPr bwMode="auto">
            <a:xfrm>
              <a:off x="540799" y="2865453"/>
              <a:ext cx="1229935" cy="1325994"/>
            </a:xfrm>
            <a:prstGeom prst="rect">
              <a:avLst/>
            </a:prstGeom>
            <a:solidFill>
              <a:schemeClr val="bg1">
                <a:alpha val="45000"/>
              </a:schemeClr>
            </a:solidFill>
            <a:ln w="12700">
              <a:solidFill>
                <a:schemeClr val="tx1"/>
              </a:solidFill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146304" rIns="0" bIns="45720" numCol="1" spcCol="0" rtlCol="0" fromWordArt="0" anchor="b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600" b="1" dirty="0">
                  <a:solidFill>
                    <a:schemeClr val="tx1"/>
                  </a:solidFill>
                  <a:latin typeface="Arial" panose="020B0604020202020204" pitchFamily="34" charset="0"/>
                  <a:ea typeface="Segoe UI" pitchFamily="34" charset="0"/>
                  <a:cs typeface="Arial" panose="020B0604020202020204" pitchFamily="34" charset="0"/>
                </a:rPr>
                <a:t>Lakehouse</a:t>
              </a:r>
            </a:p>
          </p:txBody>
        </p:sp>
        <p:pic>
          <p:nvPicPr>
            <p:cNvPr id="40" name="Picture 39" descr="A blue and white sign with waves&#10;&#10;Description automatically generated">
              <a:extLst>
                <a:ext uri="{FF2B5EF4-FFF2-40B4-BE49-F238E27FC236}">
                  <a16:creationId xmlns:a16="http://schemas.microsoft.com/office/drawing/2014/main" id="{7D9C4484-2301-DC95-08DD-C3DFDA67026E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2453" y="2962982"/>
              <a:ext cx="908459" cy="904825"/>
            </a:xfrm>
            <a:prstGeom prst="rect">
              <a:avLst/>
            </a:prstGeom>
          </p:spPr>
        </p:pic>
      </p:grpSp>
      <p:sp>
        <p:nvSpPr>
          <p:cNvPr id="41" name="Arrow: Right 40">
            <a:extLst>
              <a:ext uri="{FF2B5EF4-FFF2-40B4-BE49-F238E27FC236}">
                <a16:creationId xmlns:a16="http://schemas.microsoft.com/office/drawing/2014/main" id="{302BE8EE-2C7D-03A6-2772-69DFA7FD869A}"/>
              </a:ext>
            </a:extLst>
          </p:cNvPr>
          <p:cNvSpPr/>
          <p:nvPr/>
        </p:nvSpPr>
        <p:spPr bwMode="auto">
          <a:xfrm>
            <a:off x="3793951" y="1635844"/>
            <a:ext cx="1174127" cy="751136"/>
          </a:xfrm>
          <a:prstGeom prst="rightArrow">
            <a:avLst>
              <a:gd name="adj1" fmla="val 61383"/>
              <a:gd name="adj2" fmla="val 50000"/>
            </a:avLst>
          </a:prstGeom>
          <a:solidFill>
            <a:srgbClr val="C00000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1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Deploy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1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changes</a:t>
            </a:r>
          </a:p>
        </p:txBody>
      </p:sp>
      <p:sp>
        <p:nvSpPr>
          <p:cNvPr id="42" name="Arrow: Right 41">
            <a:extLst>
              <a:ext uri="{FF2B5EF4-FFF2-40B4-BE49-F238E27FC236}">
                <a16:creationId xmlns:a16="http://schemas.microsoft.com/office/drawing/2014/main" id="{491C9813-958B-F335-9A87-9343D5D35CA4}"/>
              </a:ext>
            </a:extLst>
          </p:cNvPr>
          <p:cNvSpPr/>
          <p:nvPr/>
        </p:nvSpPr>
        <p:spPr bwMode="auto">
          <a:xfrm>
            <a:off x="6872431" y="1635844"/>
            <a:ext cx="1174127" cy="751136"/>
          </a:xfrm>
          <a:prstGeom prst="rightArrow">
            <a:avLst>
              <a:gd name="adj1" fmla="val 61383"/>
              <a:gd name="adj2" fmla="val 50000"/>
            </a:avLst>
          </a:prstGeom>
          <a:solidFill>
            <a:srgbClr val="C00000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1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Deploy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1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changes</a:t>
            </a:r>
          </a:p>
        </p:txBody>
      </p:sp>
    </p:spTree>
    <p:extLst>
      <p:ext uri="{BB962C8B-B14F-4D97-AF65-F5344CB8AC3E}">
        <p14:creationId xmlns:p14="http://schemas.microsoft.com/office/powerpoint/2010/main" val="2516019051"/>
      </p:ext>
    </p:extLst>
  </p:cSld>
  <p:clrMapOvr>
    <a:masterClrMapping/>
  </p:clrMapOvr>
  <p:transition>
    <p:fade/>
  </p:transition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881075-D850-9317-DD2F-7327A9A331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>
            <a:extLst>
              <a:ext uri="{FF2B5EF4-FFF2-40B4-BE49-F238E27FC236}">
                <a16:creationId xmlns:a16="http://schemas.microsoft.com/office/drawing/2014/main" id="{32C65CC7-7B4E-E704-28B0-67313FBE9FBC}"/>
              </a:ext>
            </a:extLst>
          </p:cNvPr>
          <p:cNvSpPr/>
          <p:nvPr/>
        </p:nvSpPr>
        <p:spPr bwMode="auto">
          <a:xfrm>
            <a:off x="240883" y="3395448"/>
            <a:ext cx="3581050" cy="1870203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91440" rIns="182880" bIns="18288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feature workspace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25F9E2E5-BAF2-7D61-3F15-DB0841EB7AB3}"/>
              </a:ext>
            </a:extLst>
          </p:cNvPr>
          <p:cNvSpPr/>
          <p:nvPr/>
        </p:nvSpPr>
        <p:spPr bwMode="auto">
          <a:xfrm>
            <a:off x="4399396" y="3395447"/>
            <a:ext cx="3562811" cy="1870203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91440" rIns="182880" bIns="18288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dev workspace</a:t>
            </a:r>
          </a:p>
        </p:txBody>
      </p:sp>
      <p:sp>
        <p:nvSpPr>
          <p:cNvPr id="27" name="Arrow: Right 26">
            <a:extLst>
              <a:ext uri="{FF2B5EF4-FFF2-40B4-BE49-F238E27FC236}">
                <a16:creationId xmlns:a16="http://schemas.microsoft.com/office/drawing/2014/main" id="{AC3D105B-3470-8B36-4C3B-5F5E0061B2F3}"/>
              </a:ext>
            </a:extLst>
          </p:cNvPr>
          <p:cNvSpPr/>
          <p:nvPr/>
        </p:nvSpPr>
        <p:spPr bwMode="auto">
          <a:xfrm>
            <a:off x="3832093" y="3688847"/>
            <a:ext cx="602852" cy="589887"/>
          </a:xfrm>
          <a:prstGeom prst="rightArrow">
            <a:avLst>
              <a:gd name="adj1" fmla="val 61383"/>
              <a:gd name="adj2" fmla="val 50000"/>
            </a:avLst>
          </a:prstGeom>
          <a:solidFill>
            <a:schemeClr val="tx1">
              <a:lumMod val="40000"/>
              <a:lumOff val="60000"/>
            </a:schemeClr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182880" rIns="182880" bIns="18288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1100" b="1" dirty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132760DE-724B-9D79-5792-CC63CCB121F6}"/>
              </a:ext>
            </a:extLst>
          </p:cNvPr>
          <p:cNvSpPr/>
          <p:nvPr/>
        </p:nvSpPr>
        <p:spPr bwMode="auto">
          <a:xfrm>
            <a:off x="8571317" y="3395447"/>
            <a:ext cx="3581049" cy="1870204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91440" rIns="182880" bIns="18288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prod workspace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7E7483D0-A50A-1877-0B22-999049351619}"/>
              </a:ext>
            </a:extLst>
          </p:cNvPr>
          <p:cNvSpPr/>
          <p:nvPr/>
        </p:nvSpPr>
        <p:spPr bwMode="auto">
          <a:xfrm>
            <a:off x="352613" y="3718095"/>
            <a:ext cx="3296631" cy="227753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ts val="600"/>
              </a:spcBef>
              <a:spcAft>
                <a:spcPct val="0"/>
              </a:spcAft>
            </a:pPr>
            <a:r>
              <a:rPr lang="en-US" sz="900" b="1" dirty="0">
                <a:solidFill>
                  <a:schemeClr val="bg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Workspace Item</a:t>
            </a:r>
          </a:p>
        </p:txBody>
      </p:sp>
      <p:graphicFrame>
        <p:nvGraphicFramePr>
          <p:cNvPr id="30" name="Table 29">
            <a:extLst>
              <a:ext uri="{FF2B5EF4-FFF2-40B4-BE49-F238E27FC236}">
                <a16:creationId xmlns:a16="http://schemas.microsoft.com/office/drawing/2014/main" id="{272691AE-C066-77EE-E0FA-C0E0C766E92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50752772"/>
              </p:ext>
            </p:extLst>
          </p:nvPr>
        </p:nvGraphicFramePr>
        <p:xfrm>
          <a:off x="352614" y="3945848"/>
          <a:ext cx="3296632" cy="109728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819541">
                  <a:extLst>
                    <a:ext uri="{9D8B030D-6E8A-4147-A177-3AD203B41FA5}">
                      <a16:colId xmlns:a16="http://schemas.microsoft.com/office/drawing/2014/main" val="2332736309"/>
                    </a:ext>
                  </a:extLst>
                </a:gridCol>
                <a:gridCol w="2477091">
                  <a:extLst>
                    <a:ext uri="{9D8B030D-6E8A-4147-A177-3AD203B41FA5}">
                      <a16:colId xmlns:a16="http://schemas.microsoft.com/office/drawing/2014/main" val="79788393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algn="r"/>
                      <a:r>
                        <a:rPr lang="en-US" sz="800" b="1" dirty="0"/>
                        <a:t>displayName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800" b="1" dirty="0">
                          <a:latin typeface="Lucida Console" panose="020B0609040504020204" pitchFamily="49" charset="0"/>
                        </a:rPr>
                        <a:t>sales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7070587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r"/>
                      <a:r>
                        <a:rPr lang="en-US" sz="800" b="1" dirty="0"/>
                        <a:t>type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800" b="1" dirty="0">
                          <a:latin typeface="Lucida Console" panose="020B0609040504020204" pitchFamily="49" charset="0"/>
                        </a:rPr>
                        <a:t>Lakehouse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5053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r"/>
                      <a:r>
                        <a:rPr lang="en-US" sz="800" b="1" dirty="0"/>
                        <a:t>id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800" b="1" dirty="0">
                          <a:solidFill>
                            <a:schemeClr val="tx1"/>
                          </a:solidFill>
                          <a:latin typeface="Lucida Console" panose="020B0609040504020204" pitchFamily="49" charset="0"/>
                          <a:ea typeface="Segoe UI" pitchFamily="34" charset="0"/>
                          <a:cs typeface="Segoe UI" pitchFamily="34" charset="0"/>
                        </a:rPr>
                        <a:t>11111111-1111-1111-1111-111111111111</a:t>
                      </a:r>
                      <a:endParaRPr lang="en-US" sz="800" b="1" dirty="0">
                        <a:latin typeface="Lucida Console" panose="020B06090405040202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0791627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r"/>
                      <a:r>
                        <a:rPr lang="en-US" sz="800" b="1" dirty="0"/>
                        <a:t>logicalId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800" b="1" dirty="0">
                          <a:solidFill>
                            <a:schemeClr val="tx1"/>
                          </a:solidFill>
                          <a:latin typeface="Lucida Console" panose="020B0609040504020204" pitchFamily="49" charset="0"/>
                          <a:ea typeface="Segoe UI" pitchFamily="34" charset="0"/>
                          <a:cs typeface="Segoe UI" pitchFamily="34" charset="0"/>
                        </a:rPr>
                        <a:t>AAAAAAAA-AAAA-AAAA-AAAA-AAAAAAAAAAAA</a:t>
                      </a:r>
                      <a:endParaRPr lang="en-US" sz="800" b="1" dirty="0">
                        <a:latin typeface="Lucida Console" panose="020B06090405040202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44630371"/>
                  </a:ext>
                </a:extLst>
              </a:tr>
            </a:tbl>
          </a:graphicData>
        </a:graphic>
      </p:graphicFrame>
      <p:sp>
        <p:nvSpPr>
          <p:cNvPr id="31" name="Arrow: Right 30">
            <a:extLst>
              <a:ext uri="{FF2B5EF4-FFF2-40B4-BE49-F238E27FC236}">
                <a16:creationId xmlns:a16="http://schemas.microsoft.com/office/drawing/2014/main" id="{B726F6A9-4A0E-E546-260C-AF8B24D2B3F5}"/>
              </a:ext>
            </a:extLst>
          </p:cNvPr>
          <p:cNvSpPr/>
          <p:nvPr/>
        </p:nvSpPr>
        <p:spPr bwMode="auto">
          <a:xfrm>
            <a:off x="8005900" y="3688846"/>
            <a:ext cx="602852" cy="589887"/>
          </a:xfrm>
          <a:prstGeom prst="rightArrow">
            <a:avLst>
              <a:gd name="adj1" fmla="val 61383"/>
              <a:gd name="adj2" fmla="val 50000"/>
            </a:avLst>
          </a:prstGeom>
          <a:solidFill>
            <a:schemeClr val="tx1">
              <a:lumMod val="40000"/>
              <a:lumOff val="60000"/>
            </a:schemeClr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182880" rIns="182880" bIns="18288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1100" b="1" dirty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063BB88E-706C-9AD8-9B57-033C0C2C10CB}"/>
              </a:ext>
            </a:extLst>
          </p:cNvPr>
          <p:cNvSpPr/>
          <p:nvPr/>
        </p:nvSpPr>
        <p:spPr bwMode="auto">
          <a:xfrm>
            <a:off x="4550892" y="3722514"/>
            <a:ext cx="3296631" cy="227753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ts val="600"/>
              </a:spcBef>
              <a:spcAft>
                <a:spcPct val="0"/>
              </a:spcAft>
            </a:pPr>
            <a:r>
              <a:rPr lang="en-US" sz="900" b="1" dirty="0">
                <a:solidFill>
                  <a:schemeClr val="bg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Workspace Item</a:t>
            </a:r>
          </a:p>
        </p:txBody>
      </p:sp>
      <p:graphicFrame>
        <p:nvGraphicFramePr>
          <p:cNvPr id="33" name="Table 32">
            <a:extLst>
              <a:ext uri="{FF2B5EF4-FFF2-40B4-BE49-F238E27FC236}">
                <a16:creationId xmlns:a16="http://schemas.microsoft.com/office/drawing/2014/main" id="{B1322248-9356-46EE-DEAF-0E9065AC8B1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98248294"/>
              </p:ext>
            </p:extLst>
          </p:nvPr>
        </p:nvGraphicFramePr>
        <p:xfrm>
          <a:off x="4550893" y="3950267"/>
          <a:ext cx="3296632" cy="109728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819541">
                  <a:extLst>
                    <a:ext uri="{9D8B030D-6E8A-4147-A177-3AD203B41FA5}">
                      <a16:colId xmlns:a16="http://schemas.microsoft.com/office/drawing/2014/main" val="2332736309"/>
                    </a:ext>
                  </a:extLst>
                </a:gridCol>
                <a:gridCol w="2477091">
                  <a:extLst>
                    <a:ext uri="{9D8B030D-6E8A-4147-A177-3AD203B41FA5}">
                      <a16:colId xmlns:a16="http://schemas.microsoft.com/office/drawing/2014/main" val="79788393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algn="r"/>
                      <a:r>
                        <a:rPr lang="en-US" sz="800" b="1" dirty="0"/>
                        <a:t>displayName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800" b="1" dirty="0">
                          <a:latin typeface="Lucida Console" panose="020B0609040504020204" pitchFamily="49" charset="0"/>
                        </a:rPr>
                        <a:t>sales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7070587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r"/>
                      <a:r>
                        <a:rPr lang="en-US" sz="800" b="1" dirty="0"/>
                        <a:t>type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800" b="1" dirty="0">
                          <a:latin typeface="Lucida Console" panose="020B0609040504020204" pitchFamily="49" charset="0"/>
                        </a:rPr>
                        <a:t>Lakehouse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6781853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r"/>
                      <a:r>
                        <a:rPr lang="en-US" sz="800" b="1" dirty="0"/>
                        <a:t>id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800" b="1" dirty="0">
                          <a:solidFill>
                            <a:schemeClr val="tx1"/>
                          </a:solidFill>
                          <a:latin typeface="Lucida Console" panose="020B0609040504020204" pitchFamily="49" charset="0"/>
                          <a:ea typeface="Segoe UI" pitchFamily="34" charset="0"/>
                          <a:cs typeface="Segoe UI" pitchFamily="34" charset="0"/>
                        </a:rPr>
                        <a:t>22222222-2222-2222-2222-222222222222</a:t>
                      </a:r>
                      <a:endParaRPr lang="en-US" sz="800" b="1" dirty="0">
                        <a:latin typeface="Lucida Console" panose="020B06090405040202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0791627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r"/>
                      <a:r>
                        <a:rPr lang="en-US" sz="800" b="1" dirty="0"/>
                        <a:t>logicalId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800" b="1" dirty="0">
                          <a:solidFill>
                            <a:schemeClr val="tx1"/>
                          </a:solidFill>
                          <a:latin typeface="Lucida Console" panose="020B0609040504020204" pitchFamily="49" charset="0"/>
                          <a:ea typeface="Segoe UI" pitchFamily="34" charset="0"/>
                          <a:cs typeface="Segoe UI" pitchFamily="34" charset="0"/>
                        </a:rPr>
                        <a:t>AAAAAAAA-AAAA-AAAA-AAAA-AAAAAAAAAAAA</a:t>
                      </a:r>
                      <a:endParaRPr lang="en-US" sz="800" b="1" dirty="0">
                        <a:latin typeface="Lucida Console" panose="020B06090405040202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44630371"/>
                  </a:ext>
                </a:extLst>
              </a:tr>
            </a:tbl>
          </a:graphicData>
        </a:graphic>
      </p:graphicFrame>
      <p:sp>
        <p:nvSpPr>
          <p:cNvPr id="34" name="Rectangle 33">
            <a:extLst>
              <a:ext uri="{FF2B5EF4-FFF2-40B4-BE49-F238E27FC236}">
                <a16:creationId xmlns:a16="http://schemas.microsoft.com/office/drawing/2014/main" id="{191B6C03-4E38-70FE-A965-A643C054AAE7}"/>
              </a:ext>
            </a:extLst>
          </p:cNvPr>
          <p:cNvSpPr/>
          <p:nvPr/>
        </p:nvSpPr>
        <p:spPr bwMode="auto">
          <a:xfrm>
            <a:off x="8718689" y="3715890"/>
            <a:ext cx="3296631" cy="227753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ts val="600"/>
              </a:spcBef>
              <a:spcAft>
                <a:spcPct val="0"/>
              </a:spcAft>
            </a:pPr>
            <a:r>
              <a:rPr lang="en-US" sz="900" b="1" dirty="0">
                <a:solidFill>
                  <a:schemeClr val="bg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Workspace Item</a:t>
            </a:r>
          </a:p>
        </p:txBody>
      </p:sp>
      <p:graphicFrame>
        <p:nvGraphicFramePr>
          <p:cNvPr id="35" name="Table 34">
            <a:extLst>
              <a:ext uri="{FF2B5EF4-FFF2-40B4-BE49-F238E27FC236}">
                <a16:creationId xmlns:a16="http://schemas.microsoft.com/office/drawing/2014/main" id="{8BD3F71B-1124-4357-201A-7210FEB1E8D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43115040"/>
              </p:ext>
            </p:extLst>
          </p:nvPr>
        </p:nvGraphicFramePr>
        <p:xfrm>
          <a:off x="8718690" y="3943643"/>
          <a:ext cx="3296632" cy="109728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819541">
                  <a:extLst>
                    <a:ext uri="{9D8B030D-6E8A-4147-A177-3AD203B41FA5}">
                      <a16:colId xmlns:a16="http://schemas.microsoft.com/office/drawing/2014/main" val="2332736309"/>
                    </a:ext>
                  </a:extLst>
                </a:gridCol>
                <a:gridCol w="2477091">
                  <a:extLst>
                    <a:ext uri="{9D8B030D-6E8A-4147-A177-3AD203B41FA5}">
                      <a16:colId xmlns:a16="http://schemas.microsoft.com/office/drawing/2014/main" val="79788393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algn="r"/>
                      <a:r>
                        <a:rPr lang="en-US" sz="800" b="1" dirty="0"/>
                        <a:t>displayName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800" b="1" dirty="0">
                          <a:latin typeface="Lucida Console" panose="020B0609040504020204" pitchFamily="49" charset="0"/>
                        </a:rPr>
                        <a:t>sales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7070587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r"/>
                      <a:r>
                        <a:rPr lang="en-US" sz="800" b="1" dirty="0"/>
                        <a:t>type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800" b="1" dirty="0">
                          <a:latin typeface="Lucida Console" panose="020B0609040504020204" pitchFamily="49" charset="0"/>
                        </a:rPr>
                        <a:t>Lakehouse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8534725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r"/>
                      <a:r>
                        <a:rPr lang="en-US" sz="800" b="1" dirty="0"/>
                        <a:t>id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800" b="1" dirty="0">
                          <a:latin typeface="Lucida Console" panose="020B0609040504020204" pitchFamily="49" charset="0"/>
                        </a:rPr>
                        <a:t>33333333-3333-3333-3333-333333333333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0791627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r"/>
                      <a:r>
                        <a:rPr lang="en-US" sz="800" b="1" dirty="0"/>
                        <a:t>logicalId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800" b="1" dirty="0">
                          <a:solidFill>
                            <a:schemeClr val="tx1"/>
                          </a:solidFill>
                          <a:latin typeface="Lucida Console" panose="020B0609040504020204" pitchFamily="49" charset="0"/>
                          <a:ea typeface="Segoe UI" pitchFamily="34" charset="0"/>
                          <a:cs typeface="Segoe UI" pitchFamily="34" charset="0"/>
                        </a:rPr>
                        <a:t>AAAAAAAA-AAAA-AAAA-AAAA-AAAAAAAAAAAA</a:t>
                      </a:r>
                      <a:endParaRPr lang="en-US" sz="800" b="1" dirty="0">
                        <a:latin typeface="Lucida Console" panose="020B06090405040202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44630371"/>
                  </a:ext>
                </a:extLst>
              </a:tr>
            </a:tbl>
          </a:graphicData>
        </a:graphic>
      </p:graphicFrame>
      <p:sp>
        <p:nvSpPr>
          <p:cNvPr id="36" name="Rectangle 35">
            <a:extLst>
              <a:ext uri="{FF2B5EF4-FFF2-40B4-BE49-F238E27FC236}">
                <a16:creationId xmlns:a16="http://schemas.microsoft.com/office/drawing/2014/main" id="{E0209436-E9A6-D0C0-5E55-28C30492401A}"/>
              </a:ext>
            </a:extLst>
          </p:cNvPr>
          <p:cNvSpPr/>
          <p:nvPr/>
        </p:nvSpPr>
        <p:spPr bwMode="auto">
          <a:xfrm>
            <a:off x="278318" y="797920"/>
            <a:ext cx="3581050" cy="1512326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91440" rIns="182880" bIns="18288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feature workspace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9D88422C-4499-A255-979E-898CED480233}"/>
              </a:ext>
            </a:extLst>
          </p:cNvPr>
          <p:cNvSpPr/>
          <p:nvPr/>
        </p:nvSpPr>
        <p:spPr bwMode="auto">
          <a:xfrm>
            <a:off x="4436831" y="797919"/>
            <a:ext cx="3562811" cy="1512327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91440" rIns="182880" bIns="18288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dev workspace</a:t>
            </a:r>
          </a:p>
        </p:txBody>
      </p:sp>
      <p:sp>
        <p:nvSpPr>
          <p:cNvPr id="38" name="Arrow: Right 37">
            <a:extLst>
              <a:ext uri="{FF2B5EF4-FFF2-40B4-BE49-F238E27FC236}">
                <a16:creationId xmlns:a16="http://schemas.microsoft.com/office/drawing/2014/main" id="{2EEEEEB1-7570-0AF3-C34B-FDDE434F8DD8}"/>
              </a:ext>
            </a:extLst>
          </p:cNvPr>
          <p:cNvSpPr/>
          <p:nvPr/>
        </p:nvSpPr>
        <p:spPr bwMode="auto">
          <a:xfrm>
            <a:off x="3859368" y="1182295"/>
            <a:ext cx="602852" cy="589887"/>
          </a:xfrm>
          <a:prstGeom prst="rightArrow">
            <a:avLst>
              <a:gd name="adj1" fmla="val 61383"/>
              <a:gd name="adj2" fmla="val 50000"/>
            </a:avLst>
          </a:prstGeom>
          <a:solidFill>
            <a:srgbClr val="C00000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182880" rIns="182880" bIns="18288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1100" b="1" dirty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66ACDB4C-85A6-24F4-4265-C59D07BAF736}"/>
              </a:ext>
            </a:extLst>
          </p:cNvPr>
          <p:cNvSpPr/>
          <p:nvPr/>
        </p:nvSpPr>
        <p:spPr bwMode="auto">
          <a:xfrm>
            <a:off x="8608752" y="797918"/>
            <a:ext cx="3581049" cy="1512327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91440" rIns="182880" bIns="18288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prod workspace</a:t>
            </a: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797BB852-7C90-DDBF-243D-FD8E8E918323}"/>
              </a:ext>
            </a:extLst>
          </p:cNvPr>
          <p:cNvSpPr/>
          <p:nvPr/>
        </p:nvSpPr>
        <p:spPr bwMode="auto">
          <a:xfrm>
            <a:off x="420528" y="1150583"/>
            <a:ext cx="3296631" cy="227753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ts val="600"/>
              </a:spcBef>
              <a:spcAft>
                <a:spcPct val="0"/>
              </a:spcAft>
            </a:pPr>
            <a:r>
              <a:rPr lang="en-US" sz="900" b="1" dirty="0">
                <a:solidFill>
                  <a:schemeClr val="bg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Workspace Item</a:t>
            </a:r>
          </a:p>
        </p:txBody>
      </p:sp>
      <p:graphicFrame>
        <p:nvGraphicFramePr>
          <p:cNvPr id="41" name="Table 40">
            <a:extLst>
              <a:ext uri="{FF2B5EF4-FFF2-40B4-BE49-F238E27FC236}">
                <a16:creationId xmlns:a16="http://schemas.microsoft.com/office/drawing/2014/main" id="{A4071E35-3A74-D1A5-7A65-C04C2A88223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93117659"/>
              </p:ext>
            </p:extLst>
          </p:nvPr>
        </p:nvGraphicFramePr>
        <p:xfrm>
          <a:off x="420529" y="1378336"/>
          <a:ext cx="3296632" cy="82296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819541">
                  <a:extLst>
                    <a:ext uri="{9D8B030D-6E8A-4147-A177-3AD203B41FA5}">
                      <a16:colId xmlns:a16="http://schemas.microsoft.com/office/drawing/2014/main" val="2332736309"/>
                    </a:ext>
                  </a:extLst>
                </a:gridCol>
                <a:gridCol w="2477091">
                  <a:extLst>
                    <a:ext uri="{9D8B030D-6E8A-4147-A177-3AD203B41FA5}">
                      <a16:colId xmlns:a16="http://schemas.microsoft.com/office/drawing/2014/main" val="79788393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algn="r"/>
                      <a:r>
                        <a:rPr lang="en-US" sz="800" b="1" dirty="0"/>
                        <a:t>displayName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800" b="1" dirty="0">
                          <a:latin typeface="Lucida Console" panose="020B0609040504020204" pitchFamily="49" charset="0"/>
                        </a:rPr>
                        <a:t>sales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7070587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r"/>
                      <a:r>
                        <a:rPr lang="en-US" sz="800" b="1" dirty="0"/>
                        <a:t>type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800" b="1" dirty="0">
                          <a:latin typeface="Lucida Console" panose="020B0609040504020204" pitchFamily="49" charset="0"/>
                        </a:rPr>
                        <a:t>Lakehouse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81886119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r"/>
                      <a:r>
                        <a:rPr lang="en-US" sz="800" b="1" dirty="0"/>
                        <a:t>id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800" b="1" dirty="0">
                          <a:solidFill>
                            <a:schemeClr val="tx1"/>
                          </a:solidFill>
                          <a:latin typeface="Lucida Console" panose="020B0609040504020204" pitchFamily="49" charset="0"/>
                          <a:ea typeface="Segoe UI" pitchFamily="34" charset="0"/>
                          <a:cs typeface="Segoe UI" pitchFamily="34" charset="0"/>
                        </a:rPr>
                        <a:t>11111111-1111-1111-1111-111111111111</a:t>
                      </a:r>
                      <a:endParaRPr lang="en-US" sz="800" b="1" dirty="0">
                        <a:latin typeface="Lucida Console" panose="020B06090405040202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0791627"/>
                  </a:ext>
                </a:extLst>
              </a:tr>
            </a:tbl>
          </a:graphicData>
        </a:graphic>
      </p:graphicFrame>
      <p:sp>
        <p:nvSpPr>
          <p:cNvPr id="42" name="Arrow: Right 41">
            <a:extLst>
              <a:ext uri="{FF2B5EF4-FFF2-40B4-BE49-F238E27FC236}">
                <a16:creationId xmlns:a16="http://schemas.microsoft.com/office/drawing/2014/main" id="{8DDFD746-B450-FDE4-D8C6-104305D80B95}"/>
              </a:ext>
            </a:extLst>
          </p:cNvPr>
          <p:cNvSpPr/>
          <p:nvPr/>
        </p:nvSpPr>
        <p:spPr bwMode="auto">
          <a:xfrm>
            <a:off x="8024819" y="1116502"/>
            <a:ext cx="602852" cy="589887"/>
          </a:xfrm>
          <a:prstGeom prst="rightArrow">
            <a:avLst>
              <a:gd name="adj1" fmla="val 61383"/>
              <a:gd name="adj2" fmla="val 50000"/>
            </a:avLst>
          </a:prstGeom>
          <a:solidFill>
            <a:srgbClr val="C00000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182880" rIns="182880" bIns="18288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1100" b="1" dirty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E37DF1DF-9FE3-5BEB-9AC7-E9724DC32682}"/>
              </a:ext>
            </a:extLst>
          </p:cNvPr>
          <p:cNvSpPr/>
          <p:nvPr/>
        </p:nvSpPr>
        <p:spPr bwMode="auto">
          <a:xfrm>
            <a:off x="4588327" y="1104202"/>
            <a:ext cx="3296631" cy="227753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ts val="600"/>
              </a:spcBef>
              <a:spcAft>
                <a:spcPct val="0"/>
              </a:spcAft>
            </a:pPr>
            <a:r>
              <a:rPr lang="en-US" sz="900" b="1" dirty="0">
                <a:solidFill>
                  <a:schemeClr val="bg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Workspace Item</a:t>
            </a:r>
          </a:p>
        </p:txBody>
      </p:sp>
      <p:graphicFrame>
        <p:nvGraphicFramePr>
          <p:cNvPr id="44" name="Table 43">
            <a:extLst>
              <a:ext uri="{FF2B5EF4-FFF2-40B4-BE49-F238E27FC236}">
                <a16:creationId xmlns:a16="http://schemas.microsoft.com/office/drawing/2014/main" id="{951ECB2E-2278-9F1D-27B3-9B11FB27897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99885191"/>
              </p:ext>
            </p:extLst>
          </p:nvPr>
        </p:nvGraphicFramePr>
        <p:xfrm>
          <a:off x="4588328" y="1331955"/>
          <a:ext cx="3296632" cy="82296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819541">
                  <a:extLst>
                    <a:ext uri="{9D8B030D-6E8A-4147-A177-3AD203B41FA5}">
                      <a16:colId xmlns:a16="http://schemas.microsoft.com/office/drawing/2014/main" val="2332736309"/>
                    </a:ext>
                  </a:extLst>
                </a:gridCol>
                <a:gridCol w="2477091">
                  <a:extLst>
                    <a:ext uri="{9D8B030D-6E8A-4147-A177-3AD203B41FA5}">
                      <a16:colId xmlns:a16="http://schemas.microsoft.com/office/drawing/2014/main" val="79788393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algn="r"/>
                      <a:r>
                        <a:rPr lang="en-US" sz="800" b="1" dirty="0"/>
                        <a:t>displayName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800" b="1" dirty="0">
                          <a:latin typeface="Lucida Console" panose="020B0609040504020204" pitchFamily="49" charset="0"/>
                        </a:rPr>
                        <a:t>sales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7070587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r"/>
                      <a:r>
                        <a:rPr lang="en-US" sz="800" b="1" dirty="0"/>
                        <a:t>type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800" b="1" dirty="0">
                          <a:latin typeface="Lucida Console" panose="020B0609040504020204" pitchFamily="49" charset="0"/>
                        </a:rPr>
                        <a:t>Lakehouse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58168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r"/>
                      <a:r>
                        <a:rPr lang="en-US" sz="800" b="1" dirty="0"/>
                        <a:t>id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800" b="1" dirty="0">
                          <a:solidFill>
                            <a:schemeClr val="tx1"/>
                          </a:solidFill>
                          <a:latin typeface="Lucida Console" panose="020B0609040504020204" pitchFamily="49" charset="0"/>
                          <a:ea typeface="Segoe UI" pitchFamily="34" charset="0"/>
                          <a:cs typeface="Segoe UI" pitchFamily="34" charset="0"/>
                        </a:rPr>
                        <a:t>22222222-2222-2222-2222-222222222222</a:t>
                      </a:r>
                      <a:endParaRPr lang="en-US" sz="800" b="1" dirty="0">
                        <a:latin typeface="Lucida Console" panose="020B06090405040202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0791627"/>
                  </a:ext>
                </a:extLst>
              </a:tr>
            </a:tbl>
          </a:graphicData>
        </a:graphic>
      </p:graphicFrame>
      <p:sp>
        <p:nvSpPr>
          <p:cNvPr id="45" name="Rectangle 44">
            <a:extLst>
              <a:ext uri="{FF2B5EF4-FFF2-40B4-BE49-F238E27FC236}">
                <a16:creationId xmlns:a16="http://schemas.microsoft.com/office/drawing/2014/main" id="{EC047CCF-EA65-B2A1-69E3-0088CBE8020E}"/>
              </a:ext>
            </a:extLst>
          </p:cNvPr>
          <p:cNvSpPr/>
          <p:nvPr/>
        </p:nvSpPr>
        <p:spPr bwMode="auto">
          <a:xfrm>
            <a:off x="8756124" y="1097578"/>
            <a:ext cx="3296631" cy="227753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ts val="600"/>
              </a:spcBef>
              <a:spcAft>
                <a:spcPct val="0"/>
              </a:spcAft>
            </a:pPr>
            <a:r>
              <a:rPr lang="en-US" sz="900" b="1" dirty="0">
                <a:solidFill>
                  <a:schemeClr val="bg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Workspace Item</a:t>
            </a:r>
          </a:p>
        </p:txBody>
      </p:sp>
      <p:graphicFrame>
        <p:nvGraphicFramePr>
          <p:cNvPr id="46" name="Table 45">
            <a:extLst>
              <a:ext uri="{FF2B5EF4-FFF2-40B4-BE49-F238E27FC236}">
                <a16:creationId xmlns:a16="http://schemas.microsoft.com/office/drawing/2014/main" id="{53AAC975-295F-82DE-2607-A6F9043A3CF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5509236"/>
              </p:ext>
            </p:extLst>
          </p:nvPr>
        </p:nvGraphicFramePr>
        <p:xfrm>
          <a:off x="8756125" y="1325331"/>
          <a:ext cx="3296632" cy="82296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819541">
                  <a:extLst>
                    <a:ext uri="{9D8B030D-6E8A-4147-A177-3AD203B41FA5}">
                      <a16:colId xmlns:a16="http://schemas.microsoft.com/office/drawing/2014/main" val="2332736309"/>
                    </a:ext>
                  </a:extLst>
                </a:gridCol>
                <a:gridCol w="2477091">
                  <a:extLst>
                    <a:ext uri="{9D8B030D-6E8A-4147-A177-3AD203B41FA5}">
                      <a16:colId xmlns:a16="http://schemas.microsoft.com/office/drawing/2014/main" val="79788393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algn="r"/>
                      <a:r>
                        <a:rPr lang="en-US" sz="800" b="1" dirty="0"/>
                        <a:t>displayName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800" b="1" dirty="0">
                          <a:latin typeface="Lucida Console" panose="020B0609040504020204" pitchFamily="49" charset="0"/>
                        </a:rPr>
                        <a:t>sales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7070587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r"/>
                      <a:r>
                        <a:rPr lang="en-US" sz="800" b="1" dirty="0"/>
                        <a:t>type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800" b="1" dirty="0">
                          <a:latin typeface="Lucida Console" panose="020B0609040504020204" pitchFamily="49" charset="0"/>
                        </a:rPr>
                        <a:t>Lakehouse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80241277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r"/>
                      <a:r>
                        <a:rPr lang="en-US" sz="800" b="1" dirty="0"/>
                        <a:t>id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800" b="1" dirty="0">
                          <a:latin typeface="Lucida Console" panose="020B0609040504020204" pitchFamily="49" charset="0"/>
                        </a:rPr>
                        <a:t>33333333-3333-3333-3333-333333333333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0791627"/>
                  </a:ext>
                </a:extLst>
              </a:tr>
            </a:tbl>
          </a:graphicData>
        </a:graphic>
      </p:graphicFrame>
      <p:sp>
        <p:nvSpPr>
          <p:cNvPr id="47" name="Rectangle 46">
            <a:extLst>
              <a:ext uri="{FF2B5EF4-FFF2-40B4-BE49-F238E27FC236}">
                <a16:creationId xmlns:a16="http://schemas.microsoft.com/office/drawing/2014/main" id="{9BDAAA28-E6D3-C112-5EA1-6CC90650D56E}"/>
              </a:ext>
            </a:extLst>
          </p:cNvPr>
          <p:cNvSpPr/>
          <p:nvPr/>
        </p:nvSpPr>
        <p:spPr bwMode="auto">
          <a:xfrm>
            <a:off x="324150" y="4766261"/>
            <a:ext cx="11738929" cy="260117"/>
          </a:xfrm>
          <a:prstGeom prst="rect">
            <a:avLst/>
          </a:prstGeom>
          <a:noFill/>
          <a:ln w="38100">
            <a:solidFill>
              <a:srgbClr val="EE0000"/>
            </a:solidFill>
            <a:prstDash val="sysDash"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2400" dirty="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50273068"/>
      </p:ext>
    </p:extLst>
  </p:cSld>
  <p:clrMapOvr>
    <a:masterClrMapping/>
  </p:clrMapOvr>
  <p:transition>
    <p:fade/>
  </p:transition>
</p:sld>
</file>

<file path=ppt/theme/theme1.xml><?xml version="1.0" encoding="utf-8"?>
<a:theme xmlns:a="http://schemas.openxmlformats.org/drawingml/2006/main" name="Fabric Theme">
  <a:themeElements>
    <a:clrScheme name="Custom 4">
      <a:dk1>
        <a:srgbClr val="3C3C41"/>
      </a:dk1>
      <a:lt1>
        <a:srgbClr val="FFFFFF"/>
      </a:lt1>
      <a:dk2>
        <a:srgbClr val="002060"/>
      </a:dk2>
      <a:lt2>
        <a:srgbClr val="FFFFFF"/>
      </a:lt2>
      <a:accent1>
        <a:srgbClr val="F2C80F"/>
      </a:accent1>
      <a:accent2>
        <a:srgbClr val="0045D6"/>
      </a:accent2>
      <a:accent3>
        <a:srgbClr val="008D7B"/>
      </a:accent3>
      <a:accent4>
        <a:srgbClr val="002166"/>
      </a:accent4>
      <a:accent5>
        <a:srgbClr val="002D89"/>
      </a:accent5>
      <a:accent6>
        <a:srgbClr val="1BFFE2"/>
      </a:accent6>
      <a:hlink>
        <a:srgbClr val="0078D4"/>
      </a:hlink>
      <a:folHlink>
        <a:srgbClr val="0078D4"/>
      </a:folHlink>
    </a:clrScheme>
    <a:fontScheme name="Dynamics 365">
      <a:majorFont>
        <a:latin typeface="Segoe UI Semibold"/>
        <a:ea typeface=""/>
        <a:cs typeface=""/>
      </a:majorFont>
      <a:minorFont>
        <a:latin typeface="Segoe UI"/>
        <a:ea typeface=""/>
        <a:cs typeface=""/>
      </a:minorFont>
    </a:fontScheme>
    <a:fmtScheme name="Couture">
      <a:fillStyleLst>
        <a:solidFill>
          <a:schemeClr val="phClr"/>
        </a:solidFill>
        <a:solidFill>
          <a:schemeClr val="phClr">
            <a:tint val="65000"/>
          </a:schemeClr>
        </a:solidFill>
        <a:solidFill>
          <a:schemeClr val="phClr">
            <a:shade val="80000"/>
            <a:satMod val="180000"/>
          </a:schemeClr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10795" cap="flat" cmpd="sng" algn="ctr">
          <a:solidFill>
            <a:schemeClr val="phClr"/>
          </a:solidFill>
          <a:prstDash val="solid"/>
        </a:ln>
        <a:ln w="17145" cap="flat" cmpd="sng" algn="ctr">
          <a:solidFill>
            <a:schemeClr val="phClr">
              <a:shade val="95000"/>
              <a:alpha val="50000"/>
              <a:satMod val="150000"/>
            </a:schemeClr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4450" dist="1397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twoPt" dir="tl"/>
          </a:scene3d>
          <a:sp3d prstMaterial="flat">
            <a:bevelT w="19050" h="31750" prst="coolSlant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solidFill>
          <a:schemeClr val="accent1"/>
        </a:solidFill>
        <a:ln>
          <a:noFill/>
          <a:headEnd type="none" w="med" len="med"/>
          <a:tailEnd type="none" w="med" len="med"/>
        </a:ln>
        <a:effectLst/>
      </a:spPr>
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<a:prstTxWarp prst="textNoShape">
          <a:avLst/>
        </a:prstTxWarp>
        <a:noAutofit/>
      </a:bodyPr>
      <a:lstStyle>
        <a:defPPr defTabSz="932472" fontAlgn="base">
          <a:lnSpc>
            <a:spcPct val="90000"/>
          </a:lnSpc>
          <a:spcBef>
            <a:spcPct val="0"/>
          </a:spcBef>
          <a:spcAft>
            <a:spcPct val="0"/>
          </a:spcAft>
          <a:defRPr sz="2400" dirty="0" err="1" smtClean="0">
            <a:gradFill>
              <a:gsLst>
                <a:gs pos="0">
                  <a:srgbClr val="FFFFFF"/>
                </a:gs>
                <a:gs pos="100000">
                  <a:srgbClr val="FFFFFF"/>
                </a:gs>
              </a:gsLst>
              <a:lin ang="5400000" scaled="0"/>
            </a:gradFill>
            <a:ea typeface="Segoe UI" pitchFamily="34" charset="0"/>
            <a:cs typeface="Segoe UI" pitchFamily="34" charset="0"/>
          </a:defRPr>
        </a:defPPr>
      </a:lstStyle>
      <a:style>
        <a:lnRef idx="1">
          <a:schemeClr val="accent2"/>
        </a:lnRef>
        <a:fillRef idx="3">
          <a:schemeClr val="accent2"/>
        </a:fillRef>
        <a:effectRef idx="2">
          <a:schemeClr val="accent2"/>
        </a:effectRef>
        <a:fontRef idx="minor">
          <a:schemeClr val="lt1"/>
        </a:fontRef>
      </a:style>
    </a:spDef>
    <a:lnDef>
      <a:spPr>
        <a:ln>
          <a:solidFill>
            <a:schemeClr val="tx1"/>
          </a:solidFill>
          <a:headEnd type="none"/>
          <a:tailEnd type="none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182880" tIns="146304" rIns="182880" bIns="146304" rtlCol="0">
        <a:spAutoFit/>
      </a:bodyPr>
      <a:lstStyle>
        <a:defPPr>
          <a:lnSpc>
            <a:spcPct val="90000"/>
          </a:lnSpc>
          <a:spcAft>
            <a:spcPts val="600"/>
          </a:spcAft>
          <a:defRPr sz="2400" dirty="0" err="1" smtClean="0">
            <a:gradFill>
              <a:gsLst>
                <a:gs pos="2917">
                  <a:schemeClr val="tx1"/>
                </a:gs>
                <a:gs pos="30000">
                  <a:schemeClr val="tx1"/>
                </a:gs>
              </a:gsLst>
              <a:lin ang="5400000" scaled="0"/>
            </a:gradFill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Presentation4" id="{8EF47BD7-F710-45A9-8AE8-D03654F6711E}" vid="{3CF6A8A8-DA63-4A8A-A544-BAFFF90A76CB}"/>
    </a:ext>
  </a:extLst>
</a:theme>
</file>

<file path=ppt/theme/theme2.xml><?xml version="1.0" encoding="utf-8"?>
<a:theme xmlns:a="http://schemas.openxmlformats.org/drawingml/2006/main" name="Theme1">
  <a:themeElements>
    <a:clrScheme name="Custom 10">
      <a:dk1>
        <a:srgbClr val="3C3C41"/>
      </a:dk1>
      <a:lt1>
        <a:srgbClr val="FFFFFF"/>
      </a:lt1>
      <a:dk2>
        <a:srgbClr val="002060"/>
      </a:dk2>
      <a:lt2>
        <a:srgbClr val="FFFFFF"/>
      </a:lt2>
      <a:accent1>
        <a:srgbClr val="008D7B"/>
      </a:accent1>
      <a:accent2>
        <a:srgbClr val="0045D6"/>
      </a:accent2>
      <a:accent3>
        <a:srgbClr val="FFFFCC"/>
      </a:accent3>
      <a:accent4>
        <a:srgbClr val="990099"/>
      </a:accent4>
      <a:accent5>
        <a:srgbClr val="900000"/>
      </a:accent5>
      <a:accent6>
        <a:srgbClr val="FFC000"/>
      </a:accent6>
      <a:hlink>
        <a:srgbClr val="C00000"/>
      </a:hlink>
      <a:folHlink>
        <a:srgbClr val="C00000"/>
      </a:folHlink>
    </a:clrScheme>
    <a:fontScheme name="Dynamics 365">
      <a:majorFont>
        <a:latin typeface="Segoe UI Semibold"/>
        <a:ea typeface=""/>
        <a:cs typeface=""/>
      </a:majorFont>
      <a:minorFont>
        <a:latin typeface="Segoe UI"/>
        <a:ea typeface=""/>
        <a:cs typeface=""/>
      </a:minorFont>
    </a:fontScheme>
    <a:fmtScheme name="Couture">
      <a:fillStyleLst>
        <a:solidFill>
          <a:schemeClr val="phClr"/>
        </a:solidFill>
        <a:solidFill>
          <a:schemeClr val="phClr">
            <a:tint val="65000"/>
          </a:schemeClr>
        </a:solidFill>
        <a:solidFill>
          <a:schemeClr val="phClr">
            <a:shade val="80000"/>
            <a:satMod val="180000"/>
          </a:schemeClr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10795" cap="flat" cmpd="sng" algn="ctr">
          <a:solidFill>
            <a:schemeClr val="phClr"/>
          </a:solidFill>
          <a:prstDash val="solid"/>
        </a:ln>
        <a:ln w="17145" cap="flat" cmpd="sng" algn="ctr">
          <a:solidFill>
            <a:schemeClr val="phClr">
              <a:shade val="95000"/>
              <a:alpha val="50000"/>
              <a:satMod val="150000"/>
            </a:schemeClr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4450" dist="1397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twoPt" dir="tl"/>
          </a:scene3d>
          <a:sp3d prstMaterial="flat">
            <a:bevelT w="19050" h="31750" prst="coolSlant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solidFill>
          <a:schemeClr val="accent1"/>
        </a:solidFill>
        <a:ln>
          <a:noFill/>
          <a:headEnd type="none" w="med" len="med"/>
          <a:tailEnd type="none" w="med" len="med"/>
        </a:ln>
        <a:effectLst/>
      </a:spPr>
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<a:prstTxWarp prst="textNoShape">
          <a:avLst/>
        </a:prstTxWarp>
        <a:noAutofit/>
      </a:bodyPr>
      <a:lstStyle>
        <a:defPPr defTabSz="932472" fontAlgn="base">
          <a:lnSpc>
            <a:spcPct val="90000"/>
          </a:lnSpc>
          <a:spcBef>
            <a:spcPct val="0"/>
          </a:spcBef>
          <a:spcAft>
            <a:spcPct val="0"/>
          </a:spcAft>
          <a:defRPr sz="2400" dirty="0" err="1" smtClean="0">
            <a:gradFill>
              <a:gsLst>
                <a:gs pos="0">
                  <a:srgbClr val="FFFFFF"/>
                </a:gs>
                <a:gs pos="100000">
                  <a:srgbClr val="FFFFFF"/>
                </a:gs>
              </a:gsLst>
              <a:lin ang="5400000" scaled="0"/>
            </a:gradFill>
            <a:ea typeface="Segoe UI" pitchFamily="34" charset="0"/>
            <a:cs typeface="Segoe UI" pitchFamily="34" charset="0"/>
          </a:defRPr>
        </a:defPPr>
      </a:lstStyle>
      <a:style>
        <a:lnRef idx="1">
          <a:schemeClr val="accent2"/>
        </a:lnRef>
        <a:fillRef idx="3">
          <a:schemeClr val="accent2"/>
        </a:fillRef>
        <a:effectRef idx="2">
          <a:schemeClr val="accent2"/>
        </a:effectRef>
        <a:fontRef idx="minor">
          <a:schemeClr val="lt1"/>
        </a:fontRef>
      </a:style>
    </a:spDef>
    <a:lnDef>
      <a:spPr>
        <a:ln>
          <a:solidFill>
            <a:schemeClr val="tx1"/>
          </a:solidFill>
          <a:headEnd type="none"/>
          <a:tailEnd type="none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182880" tIns="146304" rIns="182880" bIns="146304" rtlCol="0">
        <a:spAutoFit/>
      </a:bodyPr>
      <a:lstStyle>
        <a:defPPr>
          <a:lnSpc>
            <a:spcPct val="90000"/>
          </a:lnSpc>
          <a:spcAft>
            <a:spcPts val="600"/>
          </a:spcAft>
          <a:defRPr sz="2400" dirty="0" err="1" smtClean="0">
            <a:gradFill>
              <a:gsLst>
                <a:gs pos="2917">
                  <a:schemeClr val="tx1"/>
                </a:gs>
                <a:gs pos="30000">
                  <a:schemeClr val="tx1"/>
                </a:gs>
              </a:gsLst>
              <a:lin ang="5400000" scaled="0"/>
            </a:gradFill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Theme1" id="{278F993C-81DB-4FF5-BCAA-CBB0E0CCC442}" vid="{58D1AD11-405F-4081-B6AE-91DD6BC4897F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4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2F692671-1E95-4751-B591-81D3AFC057E8}">
  <we:reference id="wa200005566" version="3.0.0.2" store="en-US" storeType="OMEX"/>
  <we:alternateReferences>
    <we:reference id="WA200005566" version="3.0.0.2" store="" storeType="OMEX"/>
  </we:alternateReferences>
  <we:properties/>
  <we:bindings/>
  <we:snapshot xmlns:r="http://schemas.openxmlformats.org/officeDocument/2006/relationships"/>
</we:webextension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B63AD2D799A0384499DFA8618B2D06C3" ma:contentTypeVersion="19" ma:contentTypeDescription="Create a new document." ma:contentTypeScope="" ma:versionID="4ad8bb11041bccc4900be347311affd5">
  <xsd:schema xmlns:xsd="http://www.w3.org/2001/XMLSchema" xmlns:xs="http://www.w3.org/2001/XMLSchema" xmlns:p="http://schemas.microsoft.com/office/2006/metadata/properties" xmlns:ns1="http://schemas.microsoft.com/sharepoint/v3" xmlns:ns3="3c10a0e8-556e-4c2d-9121-1181542ea83c" xmlns:ns4="91f22b01-9196-48cc-8d58-ee179122dd75" targetNamespace="http://schemas.microsoft.com/office/2006/metadata/properties" ma:root="true" ma:fieldsID="55cc422832b79ebb748bec44d447ca3b" ns1:_="" ns3:_="" ns4:_="">
    <xsd:import namespace="http://schemas.microsoft.com/sharepoint/v3"/>
    <xsd:import namespace="3c10a0e8-556e-4c2d-9121-1181542ea83c"/>
    <xsd:import namespace="91f22b01-9196-48cc-8d58-ee179122dd75"/>
    <xsd:element name="properties">
      <xsd:complexType>
        <xsd:sequence>
          <xsd:element name="documentManagement">
            <xsd:complexType>
              <xsd:all>
                <xsd:element ref="ns3:MediaServiceMetadata" minOccurs="0"/>
                <xsd:element ref="ns3:MediaServiceFastMetadata" minOccurs="0"/>
                <xsd:element ref="ns4:SharedWithUsers" minOccurs="0"/>
                <xsd:element ref="ns4:SharedWithDetails" minOccurs="0"/>
                <xsd:element ref="ns4:SharingHintHash" minOccurs="0"/>
                <xsd:element ref="ns3:MediaServiceAutoKeyPoints" minOccurs="0"/>
                <xsd:element ref="ns3:MediaServiceKeyPoints" minOccurs="0"/>
                <xsd:element ref="ns3:MediaServiceAutoTags" minOccurs="0"/>
                <xsd:element ref="ns3:MediaServiceGenerationTime" minOccurs="0"/>
                <xsd:element ref="ns3:MediaServiceEventHashCode" minOccurs="0"/>
                <xsd:element ref="ns1:_ip_UnifiedCompliancePolicyProperties" minOccurs="0"/>
                <xsd:element ref="ns1:_ip_UnifiedCompliancePolicyUIAction" minOccurs="0"/>
                <xsd:element ref="ns3:MediaServiceDateTaken" minOccurs="0"/>
                <xsd:element ref="ns3:MediaLengthInSeconds" minOccurs="0"/>
                <xsd:element ref="ns3:_activity" minOccurs="0"/>
                <xsd:element ref="ns3:MediaServiceOCR" minOccurs="0"/>
                <xsd:element ref="ns3:MediaServiceSearchProperties" minOccurs="0"/>
                <xsd:element ref="ns3:MediaServiceObjectDetectorVersions" minOccurs="0"/>
                <xsd:element ref="ns3:MediaServiceSystemTag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18" nillable="true" ma:displayName="Unified Compliance Policy Properties" ma:hidden="true" ma:internalName="_ip_UnifiedCompliancePolicyProperties">
      <xsd:simpleType>
        <xsd:restriction base="dms:Note"/>
      </xsd:simpleType>
    </xsd:element>
    <xsd:element name="_ip_UnifiedCompliancePolicyUIAction" ma:index="19" nillable="true" ma:displayName="Unified Compliance Policy UI Action" ma:hidden="true" ma:internalName="_ip_UnifiedCompliancePolicyUIAction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3c10a0e8-556e-4c2d-9121-1181542ea83c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KeyPoints" ma:index="13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4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AutoTags" ma:index="15" nillable="true" ma:displayName="Tags" ma:internalName="MediaServiceAutoTags" ma:readOnly="true">
      <xsd:simpleType>
        <xsd:restriction base="dms:Text"/>
      </xsd:simpleType>
    </xsd:element>
    <xsd:element name="MediaServiceGenerationTime" ma:index="16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7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20" nillable="true" ma:displayName="MediaServiceDateTaken" ma:hidden="true" ma:internalName="MediaServiceDateTaken" ma:readOnly="true">
      <xsd:simpleType>
        <xsd:restriction base="dms:Text"/>
      </xsd:simpleType>
    </xsd:element>
    <xsd:element name="MediaLengthInSeconds" ma:index="21" nillable="true" ma:displayName="Length (seconds)" ma:internalName="MediaLengthInSeconds" ma:readOnly="true">
      <xsd:simpleType>
        <xsd:restriction base="dms:Unknown"/>
      </xsd:simpleType>
    </xsd:element>
    <xsd:element name="_activity" ma:index="22" nillable="true" ma:displayName="_activity" ma:hidden="true" ma:internalName="_activity">
      <xsd:simpleType>
        <xsd:restriction base="dms:Note"/>
      </xsd:simpleType>
    </xsd:element>
    <xsd:element name="MediaServiceOCR" ma:index="23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SearchProperties" ma:index="24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25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ystemTags" ma:index="26" nillable="true" ma:displayName="MediaServiceSystemTags" ma:hidden="true" ma:internalName="MediaServiceSystemTag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91f22b01-9196-48cc-8d58-ee179122dd75" elementFormDefault="qualified">
    <xsd:import namespace="http://schemas.microsoft.com/office/2006/documentManagement/types"/>
    <xsd:import namespace="http://schemas.microsoft.com/office/infopath/2007/PartnerControls"/>
    <xsd:element name="SharedWithUsers" ma:index="10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1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SharingHintHash" ma:index="12" nillable="true" ma:displayName="Sharing Hint Hash" ma:hidden="true" ma:internalName="SharingHintHash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_ip_UnifiedCompliancePolicyProperties xmlns="http://schemas.microsoft.com/sharepoint/v3" xsi:nil="true"/>
    <_activity xmlns="3c10a0e8-556e-4c2d-9121-1181542ea83c" xsi:nil="true"/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C2411704-DA91-4A2A-81D1-00044852D0BE}">
  <ds:schemaRefs>
    <ds:schemaRef ds:uri="3c10a0e8-556e-4c2d-9121-1181542ea83c"/>
    <ds:schemaRef ds:uri="91f22b01-9196-48cc-8d58-ee179122dd75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microsoft.com/sharepoint/v3"/>
    <ds:schemaRef ds:uri="http://schemas.openxmlformats.org/package/2006/metadata/core-properties"/>
    <ds:schemaRef ds:uri="http://www.w3.org/2001/XMLSchema"/>
  </ds:schemaRefs>
</ds:datastoreItem>
</file>

<file path=customXml/itemProps2.xml><?xml version="1.0" encoding="utf-8"?>
<ds:datastoreItem xmlns:ds="http://schemas.openxmlformats.org/officeDocument/2006/customXml" ds:itemID="{F990F116-B58F-4255-B05B-DA3808E0E5C6}">
  <ds:schemaRefs>
    <ds:schemaRef ds:uri="http://schemas.openxmlformats.org/package/2006/metadata/core-properties"/>
    <ds:schemaRef ds:uri="http://purl.org/dc/elements/1.1/"/>
    <ds:schemaRef ds:uri="http://purl.org/dc/dcmitype/"/>
    <ds:schemaRef ds:uri="http://schemas.microsoft.com/office/2006/documentManagement/types"/>
    <ds:schemaRef ds:uri="http://schemas.microsoft.com/office/2006/metadata/properties"/>
    <ds:schemaRef ds:uri="http://purl.org/dc/terms/"/>
    <ds:schemaRef ds:uri="http://schemas.microsoft.com/sharepoint/v3"/>
    <ds:schemaRef ds:uri="http://www.w3.org/XML/1998/namespace"/>
    <ds:schemaRef ds:uri="http://schemas.microsoft.com/office/infopath/2007/PartnerControls"/>
    <ds:schemaRef ds:uri="91f22b01-9196-48cc-8d58-ee179122dd75"/>
    <ds:schemaRef ds:uri="3c10a0e8-556e-4c2d-9121-1181542ea83c"/>
  </ds:schemaRefs>
</ds:datastoreItem>
</file>

<file path=customXml/itemProps3.xml><?xml version="1.0" encoding="utf-8"?>
<ds:datastoreItem xmlns:ds="http://schemas.openxmlformats.org/officeDocument/2006/customXml" ds:itemID="{758FDAC0-319D-4A54-8D8E-1D42CB1F8004}">
  <ds:schemaRefs>
    <ds:schemaRef ds:uri="http://schemas.microsoft.com/sharepoint/v3/contenttype/forms"/>
  </ds:schemaRefs>
</ds:datastoreItem>
</file>

<file path=docMetadata/LabelInfo.xml><?xml version="1.0" encoding="utf-8"?>
<clbl:labelList xmlns:clbl="http://schemas.microsoft.com/office/2020/mipLabelMetadata">
  <clbl:label id="{87867195-f2b8-4ac2-b0b6-6bb73cb33afc}" enabled="1" method="Privileged" siteId="{72f988bf-86f1-41af-91ab-2d7cd011db47}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15802</TotalTime>
  <Words>562</Words>
  <Application>Microsoft Office PowerPoint</Application>
  <PresentationFormat>Custom</PresentationFormat>
  <Paragraphs>317</Paragraphs>
  <Slides>58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58</vt:i4>
      </vt:variant>
    </vt:vector>
  </HeadingPairs>
  <TitlesOfParts>
    <vt:vector size="66" baseType="lpstr">
      <vt:lpstr>Arial</vt:lpstr>
      <vt:lpstr>Lucida Console</vt:lpstr>
      <vt:lpstr>Segoe UI</vt:lpstr>
      <vt:lpstr>Segoe UI Light</vt:lpstr>
      <vt:lpstr>Segoe UI Semibold</vt:lpstr>
      <vt:lpstr>Wingdings</vt:lpstr>
      <vt:lpstr>Fabric Theme</vt:lpstr>
      <vt:lpstr>Theme1</vt:lpstr>
      <vt:lpstr>Chapter 1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Images need to be recreated in PPT objects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>&lt;Speech title here&gt;</dc:subject>
  <dc:creator>Arvind Dutta;Ted.Pattison@microsoft.com</dc:creator>
  <cp:keywords/>
  <dc:description>Template: Ariel Butz; ZUM Communications
Formatting: 
Audience Type:</dc:description>
  <cp:lastModifiedBy>Ted Pattison</cp:lastModifiedBy>
  <cp:revision>52</cp:revision>
  <cp:lastPrinted>2025-03-29T10:59:42Z</cp:lastPrinted>
  <dcterms:created xsi:type="dcterms:W3CDTF">2018-09-21T01:16:59Z</dcterms:created>
  <dcterms:modified xsi:type="dcterms:W3CDTF">2026-02-04T06:08:50Z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0x010100B63AD2D799A0384499DFA8618B2D06C3</vt:lpwstr>
  </property>
  <property fmtid="{D5CDD505-2E9C-101B-9397-08002B2CF9AE}" pid="3" name="Product">
    <vt:lpwstr/>
  </property>
  <property fmtid="{D5CDD505-2E9C-101B-9397-08002B2CF9AE}" pid="4" name="Event1">
    <vt:lpwstr>622;#Unassigned|2c8af875-f38a-40b8-a0a9-056aed3fc8c0</vt:lpwstr>
  </property>
  <property fmtid="{D5CDD505-2E9C-101B-9397-08002B2CF9AE}" pid="5" name="Audience">
    <vt:lpwstr/>
  </property>
  <property fmtid="{D5CDD505-2E9C-101B-9397-08002B2CF9AE}" pid="6" name="Event Venue">
    <vt:lpwstr/>
  </property>
  <property fmtid="{D5CDD505-2E9C-101B-9397-08002B2CF9AE}" pid="7" name="Track">
    <vt:lpwstr/>
  </property>
  <property fmtid="{D5CDD505-2E9C-101B-9397-08002B2CF9AE}" pid="8" name="Event Location">
    <vt:lpwstr/>
  </property>
  <property fmtid="{D5CDD505-2E9C-101B-9397-08002B2CF9AE}" pid="9" name="Campaign">
    <vt:lpwstr/>
  </property>
  <property fmtid="{D5CDD505-2E9C-101B-9397-08002B2CF9AE}" pid="10" name="IsMyDocuments">
    <vt:bool>true</vt:bool>
  </property>
  <property fmtid="{D5CDD505-2E9C-101B-9397-08002B2CF9AE}" pid="11" name="AuthorIds_UIVersion_47104">
    <vt:lpwstr>18</vt:lpwstr>
  </property>
  <property fmtid="{D5CDD505-2E9C-101B-9397-08002B2CF9AE}" pid="12" name="MSIP_Label_87867195-f2b8-4ac2-b0b6-6bb73cb33afc_Enabled">
    <vt:lpwstr>true</vt:lpwstr>
  </property>
  <property fmtid="{D5CDD505-2E9C-101B-9397-08002B2CF9AE}" pid="13" name="MSIP_Label_87867195-f2b8-4ac2-b0b6-6bb73cb33afc_SetDate">
    <vt:lpwstr>2021-11-16T15:21:41Z</vt:lpwstr>
  </property>
  <property fmtid="{D5CDD505-2E9C-101B-9397-08002B2CF9AE}" pid="14" name="MSIP_Label_87867195-f2b8-4ac2-b0b6-6bb73cb33afc_Method">
    <vt:lpwstr>Privileged</vt:lpwstr>
  </property>
  <property fmtid="{D5CDD505-2E9C-101B-9397-08002B2CF9AE}" pid="15" name="MSIP_Label_87867195-f2b8-4ac2-b0b6-6bb73cb33afc_Name">
    <vt:lpwstr>Not Restricted</vt:lpwstr>
  </property>
  <property fmtid="{D5CDD505-2E9C-101B-9397-08002B2CF9AE}" pid="16" name="MSIP_Label_87867195-f2b8-4ac2-b0b6-6bb73cb33afc_SiteId">
    <vt:lpwstr>72f988bf-86f1-41af-91ab-2d7cd011db47</vt:lpwstr>
  </property>
  <property fmtid="{D5CDD505-2E9C-101B-9397-08002B2CF9AE}" pid="17" name="MSIP_Label_87867195-f2b8-4ac2-b0b6-6bb73cb33afc_ActionId">
    <vt:lpwstr>9942a4e6-ac4e-4ace-9fe2-0b1ceecd1d50</vt:lpwstr>
  </property>
  <property fmtid="{D5CDD505-2E9C-101B-9397-08002B2CF9AE}" pid="18" name="MSIP_Label_87867195-f2b8-4ac2-b0b6-6bb73cb33afc_ContentBits">
    <vt:lpwstr>0</vt:lpwstr>
  </property>
</Properties>
</file>