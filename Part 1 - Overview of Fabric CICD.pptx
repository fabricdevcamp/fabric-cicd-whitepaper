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63"/>
  </p:notesMasterIdLst>
  <p:handoutMasterIdLst>
    <p:handoutMasterId r:id="rId64"/>
  </p:handoutMasterIdLst>
  <p:sldIdLst>
    <p:sldId id="2147482125" r:id="rId6"/>
    <p:sldId id="2147482159" r:id="rId7"/>
    <p:sldId id="2147482112" r:id="rId8"/>
    <p:sldId id="2147482100" r:id="rId9"/>
    <p:sldId id="2147482173" r:id="rId10"/>
    <p:sldId id="2147482101" r:id="rId11"/>
    <p:sldId id="2147482113" r:id="rId12"/>
    <p:sldId id="2147482102" r:id="rId13"/>
    <p:sldId id="2147482162" r:id="rId14"/>
    <p:sldId id="2147482163" r:id="rId15"/>
    <p:sldId id="2147482168" r:id="rId16"/>
    <p:sldId id="2147482181" r:id="rId17"/>
    <p:sldId id="2147482164" r:id="rId18"/>
    <p:sldId id="2147482165" r:id="rId19"/>
    <p:sldId id="2147482114" r:id="rId20"/>
    <p:sldId id="2147482166" r:id="rId21"/>
    <p:sldId id="2147482182" r:id="rId22"/>
    <p:sldId id="2147482170" r:id="rId23"/>
    <p:sldId id="2147482183" r:id="rId24"/>
    <p:sldId id="2147482172" r:id="rId25"/>
    <p:sldId id="2147482169" r:id="rId26"/>
    <p:sldId id="2147482171" r:id="rId27"/>
    <p:sldId id="2147482167" r:id="rId28"/>
    <p:sldId id="2147482116" r:id="rId29"/>
    <p:sldId id="2147482132" r:id="rId30"/>
    <p:sldId id="2147482118" r:id="rId31"/>
    <p:sldId id="2147482139" r:id="rId32"/>
    <p:sldId id="2147482124" r:id="rId33"/>
    <p:sldId id="2147482121" r:id="rId34"/>
    <p:sldId id="2147482122" r:id="rId35"/>
    <p:sldId id="2147482120" r:id="rId36"/>
    <p:sldId id="2147482119" r:id="rId37"/>
    <p:sldId id="2147482146" r:id="rId38"/>
    <p:sldId id="2147482140" r:id="rId39"/>
    <p:sldId id="2147482141" r:id="rId40"/>
    <p:sldId id="2147482177" r:id="rId41"/>
    <p:sldId id="2147482179" r:id="rId42"/>
    <p:sldId id="2147482161" r:id="rId43"/>
    <p:sldId id="2147482178" r:id="rId44"/>
    <p:sldId id="2147482180" r:id="rId45"/>
    <p:sldId id="2147482160" r:id="rId46"/>
    <p:sldId id="2147482147" r:id="rId47"/>
    <p:sldId id="2147482184" r:id="rId48"/>
    <p:sldId id="2147482185" r:id="rId49"/>
    <p:sldId id="2147482148" r:id="rId50"/>
    <p:sldId id="2147482155" r:id="rId51"/>
    <p:sldId id="2147482152" r:id="rId52"/>
    <p:sldId id="2147482150" r:id="rId53"/>
    <p:sldId id="2147482153" r:id="rId54"/>
    <p:sldId id="2147482154" r:id="rId55"/>
    <p:sldId id="2147482156" r:id="rId56"/>
    <p:sldId id="2147482151" r:id="rId57"/>
    <p:sldId id="2147482149" r:id="rId58"/>
    <p:sldId id="2147482157" r:id="rId59"/>
    <p:sldId id="2147482158" r:id="rId60"/>
    <p:sldId id="2147482175" r:id="rId61"/>
    <p:sldId id="2147482123" r:id="rId62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100"/>
            <p14:sldId id="2147482173"/>
            <p14:sldId id="2147482101"/>
            <p14:sldId id="2147482113"/>
            <p14:sldId id="2147482102"/>
            <p14:sldId id="2147482162"/>
            <p14:sldId id="2147482163"/>
            <p14:sldId id="2147482168"/>
            <p14:sldId id="2147482181"/>
            <p14:sldId id="2147482164"/>
            <p14:sldId id="2147482165"/>
            <p14:sldId id="2147482114"/>
            <p14:sldId id="2147482166"/>
            <p14:sldId id="2147482182"/>
            <p14:sldId id="2147482170"/>
            <p14:sldId id="2147482183"/>
            <p14:sldId id="2147482172"/>
            <p14:sldId id="2147482169"/>
            <p14:sldId id="2147482171"/>
            <p14:sldId id="2147482167"/>
            <p14:sldId id="2147482116"/>
            <p14:sldId id="2147482132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140"/>
            <p14:sldId id="2147482141"/>
            <p14:sldId id="2147482177"/>
            <p14:sldId id="2147482179"/>
            <p14:sldId id="2147482161"/>
            <p14:sldId id="2147482178"/>
            <p14:sldId id="2147482180"/>
            <p14:sldId id="2147482160"/>
            <p14:sldId id="2147482147"/>
            <p14:sldId id="2147482184"/>
            <p14:sldId id="2147482185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175"/>
            <p14:sldId id="214748212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B9FF"/>
    <a:srgbClr val="FFFFFF"/>
    <a:srgbClr val="6C0000"/>
    <a:srgbClr val="8A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75" d="100"/>
          <a:sy n="75" d="100"/>
        </p:scale>
        <p:origin x="82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4184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notesMaster" Target="notesMasters/notesMaster1.xml"/><Relationship Id="rId68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handoutMaster" Target="handoutMasters/handoutMaster1.xml"/><Relationship Id="rId69" Type="http://schemas.openxmlformats.org/officeDocument/2006/relationships/tableStyles" Target="tableStyle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1/31/2026 10:19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34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16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110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66893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15377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15377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5905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1293359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591D005-5A22-D697-25EE-900D0043388E}"/>
              </a:ext>
            </a:extLst>
          </p:cNvPr>
          <p:cNvGrpSpPr/>
          <p:nvPr/>
        </p:nvGrpSpPr>
        <p:grpSpPr>
          <a:xfrm>
            <a:off x="1057295" y="2434562"/>
            <a:ext cx="8884563" cy="2125401"/>
            <a:chOff x="254016" y="657648"/>
            <a:chExt cx="12207963" cy="292043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B7D506D-9DB6-56C3-34A3-7025F65D4D7F}"/>
                </a:ext>
              </a:extLst>
            </p:cNvPr>
            <p:cNvSpPr/>
            <p:nvPr/>
          </p:nvSpPr>
          <p:spPr bwMode="auto">
            <a:xfrm>
              <a:off x="254016" y="657648"/>
              <a:ext cx="12207963" cy="292043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024641-4549-6F1D-FA05-7F93CEE72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44932" y="779179"/>
              <a:ext cx="5449713" cy="2639882"/>
            </a:xfrm>
            <a:prstGeom prst="rect">
              <a:avLst/>
            </a:prstGeom>
            <a:ln>
              <a:solidFill>
                <a:schemeClr val="tx1">
                  <a:lumMod val="60000"/>
                  <a:lumOff val="40000"/>
                </a:schemeClr>
              </a:solidFill>
            </a:ln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1487554-F93F-6B14-A736-BFD2170F0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132" y="779180"/>
              <a:ext cx="4694307" cy="2639882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BBD1075-1E6B-E13F-0345-41D668DC13C3}"/>
                </a:ext>
              </a:extLst>
            </p:cNvPr>
            <p:cNvSpPr/>
            <p:nvPr/>
          </p:nvSpPr>
          <p:spPr bwMode="auto">
            <a:xfrm>
              <a:off x="5143338" y="1926554"/>
              <a:ext cx="1701593" cy="776452"/>
            </a:xfrm>
            <a:prstGeom prst="rightArrow">
              <a:avLst>
                <a:gd name="adj1" fmla="val 62678"/>
                <a:gd name="adj2" fmla="val 5000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1684195" y="755569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1223624" y="1398108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BAB94-10D8-E957-01C7-DD74DDBB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E9C43-2D62-FD72-880B-3CE379B9F130}"/>
              </a:ext>
            </a:extLst>
          </p:cNvPr>
          <p:cNvSpPr/>
          <p:nvPr/>
        </p:nvSpPr>
        <p:spPr bwMode="auto">
          <a:xfrm>
            <a:off x="883253" y="2485205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A57E901D-87C0-5E84-C4D0-15CDD4C2C4DF}"/>
              </a:ext>
            </a:extLst>
          </p:cNvPr>
          <p:cNvSpPr/>
          <p:nvPr/>
        </p:nvSpPr>
        <p:spPr bwMode="auto">
          <a:xfrm flipH="1">
            <a:off x="2278761" y="2797651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FEC60C-3C9A-9B00-A3C3-6D56355810C8}"/>
              </a:ext>
            </a:extLst>
          </p:cNvPr>
          <p:cNvSpPr/>
          <p:nvPr/>
        </p:nvSpPr>
        <p:spPr bwMode="auto">
          <a:xfrm>
            <a:off x="4134936" y="2648647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E3D293-9F86-4298-993C-7DC2370CAB2E}"/>
              </a:ext>
            </a:extLst>
          </p:cNvPr>
          <p:cNvSpPr/>
          <p:nvPr/>
        </p:nvSpPr>
        <p:spPr bwMode="auto">
          <a:xfrm>
            <a:off x="1007792" y="2648650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69778830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8869CF-BC28-F842-5080-3DF2563282EE}"/>
              </a:ext>
            </a:extLst>
          </p:cNvPr>
          <p:cNvSpPr/>
          <p:nvPr/>
        </p:nvSpPr>
        <p:spPr bwMode="auto">
          <a:xfrm>
            <a:off x="623277" y="672614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AFD7186-4F6F-D7FE-6CEB-1C87D92B7737}"/>
              </a:ext>
            </a:extLst>
          </p:cNvPr>
          <p:cNvSpPr/>
          <p:nvPr/>
        </p:nvSpPr>
        <p:spPr bwMode="auto">
          <a:xfrm flipH="1">
            <a:off x="2018785" y="985060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257883-F6E8-97D6-E336-7F8A4EC8994D}"/>
              </a:ext>
            </a:extLst>
          </p:cNvPr>
          <p:cNvSpPr/>
          <p:nvPr/>
        </p:nvSpPr>
        <p:spPr bwMode="auto">
          <a:xfrm>
            <a:off x="3874960" y="83605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65065B-B098-406F-C5B7-F0A36B399733}"/>
              </a:ext>
            </a:extLst>
          </p:cNvPr>
          <p:cNvSpPr/>
          <p:nvPr/>
        </p:nvSpPr>
        <p:spPr bwMode="auto">
          <a:xfrm>
            <a:off x="747816" y="83605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empty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77090633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9148-A402-0A53-5B9D-41F45EA5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656763-2773-FFB2-5324-1B6A122CC8B4}"/>
              </a:ext>
            </a:extLst>
          </p:cNvPr>
          <p:cNvSpPr/>
          <p:nvPr/>
        </p:nvSpPr>
        <p:spPr bwMode="auto">
          <a:xfrm>
            <a:off x="1013986" y="784412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DCA495-BDB3-81E6-CE19-C82FB8683FED}"/>
              </a:ext>
            </a:extLst>
          </p:cNvPr>
          <p:cNvSpPr/>
          <p:nvPr/>
        </p:nvSpPr>
        <p:spPr bwMode="auto">
          <a:xfrm>
            <a:off x="2933383" y="232859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BD3952-7650-3E96-9ABB-5194EC9DA85E}"/>
              </a:ext>
            </a:extLst>
          </p:cNvPr>
          <p:cNvSpPr/>
          <p:nvPr/>
        </p:nvSpPr>
        <p:spPr bwMode="auto">
          <a:xfrm>
            <a:off x="2919657" y="92214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8A0F9-97F1-7E53-82DE-DEC4746CCD68}"/>
              </a:ext>
            </a:extLst>
          </p:cNvPr>
          <p:cNvSpPr/>
          <p:nvPr/>
        </p:nvSpPr>
        <p:spPr bwMode="auto">
          <a:xfrm>
            <a:off x="1140219" y="232859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3C7667E-C286-443C-7103-E0716F698742}"/>
              </a:ext>
            </a:extLst>
          </p:cNvPr>
          <p:cNvSpPr/>
          <p:nvPr/>
        </p:nvSpPr>
        <p:spPr bwMode="auto">
          <a:xfrm rot="5400000" flipH="1" flipV="1">
            <a:off x="3283251" y="1848513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8C28B22-FF61-D55A-D371-7EA8B310DF75}"/>
              </a:ext>
            </a:extLst>
          </p:cNvPr>
          <p:cNvSpPr/>
          <p:nvPr/>
        </p:nvSpPr>
        <p:spPr bwMode="auto">
          <a:xfrm>
            <a:off x="2417207" y="2580064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724901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BB03-3C62-8381-5E78-7D7B79FAC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6BF720-995B-6407-B753-644E91BC0FED}"/>
              </a:ext>
            </a:extLst>
          </p:cNvPr>
          <p:cNvSpPr/>
          <p:nvPr/>
        </p:nvSpPr>
        <p:spPr bwMode="auto">
          <a:xfrm>
            <a:off x="695787" y="643439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91F1BA-C32C-AE02-614D-9698D0EB0CD4}"/>
              </a:ext>
            </a:extLst>
          </p:cNvPr>
          <p:cNvSpPr/>
          <p:nvPr/>
        </p:nvSpPr>
        <p:spPr bwMode="auto">
          <a:xfrm>
            <a:off x="2615184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A87DD5-1117-4E34-DEFA-603111C935C4}"/>
              </a:ext>
            </a:extLst>
          </p:cNvPr>
          <p:cNvSpPr/>
          <p:nvPr/>
        </p:nvSpPr>
        <p:spPr bwMode="auto">
          <a:xfrm>
            <a:off x="2601458" y="78117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53E3CE-51ED-3A3D-638E-02E135D85226}"/>
              </a:ext>
            </a:extLst>
          </p:cNvPr>
          <p:cNvSpPr/>
          <p:nvPr/>
        </p:nvSpPr>
        <p:spPr bwMode="auto">
          <a:xfrm>
            <a:off x="822020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7BC9B9-C2D3-05AB-EC3A-F9318B407D54}"/>
              </a:ext>
            </a:extLst>
          </p:cNvPr>
          <p:cNvSpPr/>
          <p:nvPr/>
        </p:nvSpPr>
        <p:spPr bwMode="auto">
          <a:xfrm rot="16200000" flipH="1">
            <a:off x="2965052" y="1707540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EFAFF4E-8654-FA8B-0C1D-6BD3825349A8}"/>
              </a:ext>
            </a:extLst>
          </p:cNvPr>
          <p:cNvSpPr/>
          <p:nvPr/>
        </p:nvSpPr>
        <p:spPr bwMode="auto">
          <a:xfrm>
            <a:off x="2099008" y="2439091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9CB64DF4-1A32-19F6-DF29-F7B9F1DAE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0399" y="2187623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511937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84E3BD8-CD04-38F5-13F8-6822EB428B33}"/>
              </a:ext>
            </a:extLst>
          </p:cNvPr>
          <p:cNvSpPr/>
          <p:nvPr/>
        </p:nvSpPr>
        <p:spPr bwMode="auto">
          <a:xfrm flipH="1">
            <a:off x="634999" y="533261"/>
            <a:ext cx="4179515" cy="9163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549E81B-E252-61F1-E3B5-FF2CCE5DAECE}"/>
              </a:ext>
            </a:extLst>
          </p:cNvPr>
          <p:cNvSpPr/>
          <p:nvPr/>
        </p:nvSpPr>
        <p:spPr bwMode="auto">
          <a:xfrm>
            <a:off x="3287605" y="638370"/>
            <a:ext cx="1409157" cy="706132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75E2F17-4E3D-E61E-EA70-FE34E0ADFA16}"/>
              </a:ext>
            </a:extLst>
          </p:cNvPr>
          <p:cNvSpPr/>
          <p:nvPr/>
        </p:nvSpPr>
        <p:spPr bwMode="auto">
          <a:xfrm>
            <a:off x="781825" y="638370"/>
            <a:ext cx="1409157" cy="706132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B025234D-1840-1435-423D-7F4152794A02}"/>
              </a:ext>
            </a:extLst>
          </p:cNvPr>
          <p:cNvSpPr/>
          <p:nvPr/>
        </p:nvSpPr>
        <p:spPr bwMode="auto">
          <a:xfrm>
            <a:off x="2186409" y="783053"/>
            <a:ext cx="10416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A4931A-08F1-28FF-BCC2-D3A5E41604F5}"/>
              </a:ext>
            </a:extLst>
          </p:cNvPr>
          <p:cNvSpPr/>
          <p:nvPr/>
        </p:nvSpPr>
        <p:spPr bwMode="auto">
          <a:xfrm>
            <a:off x="775253" y="852860"/>
            <a:ext cx="3474975" cy="29637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F5B037-D4F1-8E47-60C0-BACD79E56D07}"/>
              </a:ext>
            </a:extLst>
          </p:cNvPr>
          <p:cNvGrpSpPr/>
          <p:nvPr/>
        </p:nvGrpSpPr>
        <p:grpSpPr>
          <a:xfrm>
            <a:off x="921927" y="1013791"/>
            <a:ext cx="1261062" cy="2601961"/>
            <a:chOff x="5239777" y="695739"/>
            <a:chExt cx="1261062" cy="260196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22EAFC-5123-14A5-1397-7936B6CE4AA4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28062B-B605-F225-8404-ABA8845BCC26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FDAA4910-813A-B3B4-1E9D-E167A8085D70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ADFB1F-17FA-C7F9-9A75-9993B813B788}"/>
              </a:ext>
            </a:extLst>
          </p:cNvPr>
          <p:cNvGrpSpPr/>
          <p:nvPr/>
        </p:nvGrpSpPr>
        <p:grpSpPr>
          <a:xfrm>
            <a:off x="2855790" y="1013791"/>
            <a:ext cx="1261062" cy="2601961"/>
            <a:chOff x="5239777" y="695739"/>
            <a:chExt cx="1261062" cy="260196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9C99F46-C04E-B270-DA61-063B4AC5A842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BDE3C57-59D7-8F29-7CD2-60C6983FAD65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78E118AF-27DA-883D-7A92-331484A33B66}"/>
                </a:ext>
              </a:extLst>
            </p:cNvPr>
            <p:cNvSpPr/>
            <p:nvPr/>
          </p:nvSpPr>
          <p:spPr bwMode="auto">
            <a:xfrm rot="5400000" flipV="1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ACC4CEC-CEEE-FFD5-3AF7-A1C423F543A1}"/>
              </a:ext>
            </a:extLst>
          </p:cNvPr>
          <p:cNvSpPr/>
          <p:nvPr/>
        </p:nvSpPr>
        <p:spPr bwMode="auto">
          <a:xfrm flipH="1">
            <a:off x="2238964" y="2771705"/>
            <a:ext cx="572820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A81DDA98-4825-3921-6F0B-696CE3501D6D}"/>
              </a:ext>
            </a:extLst>
          </p:cNvPr>
          <p:cNvSpPr/>
          <p:nvPr/>
        </p:nvSpPr>
        <p:spPr bwMode="auto">
          <a:xfrm flipH="1">
            <a:off x="1977886" y="1175361"/>
            <a:ext cx="6669158" cy="23219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98B2A83-4564-52E5-22F7-DDF892336EC5}"/>
              </a:ext>
            </a:extLst>
          </p:cNvPr>
          <p:cNvSpPr/>
          <p:nvPr/>
        </p:nvSpPr>
        <p:spPr bwMode="auto">
          <a:xfrm>
            <a:off x="7094291" y="1313887"/>
            <a:ext cx="1409157" cy="2054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F4CD762-EA8E-00DE-6D9A-96A9231765F1}"/>
              </a:ext>
            </a:extLst>
          </p:cNvPr>
          <p:cNvGrpSpPr/>
          <p:nvPr/>
        </p:nvGrpSpPr>
        <p:grpSpPr>
          <a:xfrm>
            <a:off x="2082733" y="1313888"/>
            <a:ext cx="4952043" cy="616415"/>
            <a:chOff x="1416811" y="3878184"/>
            <a:chExt cx="4952043" cy="61641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140A259-408C-88D5-5936-1933949BDB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CAEC50-BE3D-1C89-F9B0-F46AB8D3892D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999A10B0-4F22-0404-DF5E-1ACDABDD623F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FAA8980D-D811-36BA-4738-8FA746E5D57B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A97CE6D-EC9E-FAF3-6307-7251AA253E38}"/>
              </a:ext>
            </a:extLst>
          </p:cNvPr>
          <p:cNvGrpSpPr/>
          <p:nvPr/>
        </p:nvGrpSpPr>
        <p:grpSpPr>
          <a:xfrm>
            <a:off x="2082733" y="2030127"/>
            <a:ext cx="4952043" cy="616415"/>
            <a:chOff x="1416811" y="3878184"/>
            <a:chExt cx="4952043" cy="616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D8481D-EA1C-F0DA-BC7A-1C4B8EDDBCF4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F59C0FB-B20F-E0F0-6FD1-C4F4CDDFC7C8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D00F47C6-5F64-DA04-F132-E1B3430539EB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1AD8180A-556E-88B9-715E-50B79156C345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06EC83E-E5C7-D107-9855-13D4C4E205EE}"/>
              </a:ext>
            </a:extLst>
          </p:cNvPr>
          <p:cNvGrpSpPr/>
          <p:nvPr/>
        </p:nvGrpSpPr>
        <p:grpSpPr>
          <a:xfrm>
            <a:off x="2082733" y="2757873"/>
            <a:ext cx="4952043" cy="616415"/>
            <a:chOff x="1416811" y="3878184"/>
            <a:chExt cx="4952043" cy="61641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9E051BF-9CA4-080B-63D6-C7B7165D52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C4778A-0E85-08B9-E943-20B86201F592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DEEA3F44-DFF7-0EA7-2410-E957845295BD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7B59C191-EF88-4306-3BF1-CF7A81A57CDD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E2C6A7-E089-61F2-FF44-24CE6A9B23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42"/>
          <a:stretch>
            <a:fillRect/>
          </a:stretch>
        </p:blipFill>
        <p:spPr>
          <a:xfrm>
            <a:off x="6218237" y="737487"/>
            <a:ext cx="3983458" cy="36295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5223D1-0C2B-C4A9-CE2F-2C17A0D89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00" y="737487"/>
            <a:ext cx="4020111" cy="17337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5377E7AE-A247-C0C2-3DD7-081BC42A2AF7}"/>
              </a:ext>
            </a:extLst>
          </p:cNvPr>
          <p:cNvSpPr/>
          <p:nvPr/>
        </p:nvSpPr>
        <p:spPr bwMode="auto">
          <a:xfrm>
            <a:off x="3852724" y="1318960"/>
            <a:ext cx="602167" cy="2854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D0F33B-8E66-1EB2-4DAA-184BF5512580}"/>
              </a:ext>
            </a:extLst>
          </p:cNvPr>
          <p:cNvSpPr/>
          <p:nvPr/>
        </p:nvSpPr>
        <p:spPr bwMode="auto">
          <a:xfrm>
            <a:off x="1560561" y="1963080"/>
            <a:ext cx="7334961" cy="19827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CF202-AF18-D659-48DB-6819A02237EC}"/>
              </a:ext>
            </a:extLst>
          </p:cNvPr>
          <p:cNvSpPr/>
          <p:nvPr/>
        </p:nvSpPr>
        <p:spPr bwMode="auto">
          <a:xfrm>
            <a:off x="1763495" y="2095884"/>
            <a:ext cx="1632212" cy="1667071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6395A-8706-C849-1610-FE141D412E02}"/>
              </a:ext>
            </a:extLst>
          </p:cNvPr>
          <p:cNvSpPr/>
          <p:nvPr/>
        </p:nvSpPr>
        <p:spPr bwMode="auto">
          <a:xfrm>
            <a:off x="4374699" y="2119618"/>
            <a:ext cx="1625443" cy="164333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DB05AD7-634E-1912-1EBB-121F6F7075B7}"/>
              </a:ext>
            </a:extLst>
          </p:cNvPr>
          <p:cNvSpPr/>
          <p:nvPr/>
        </p:nvSpPr>
        <p:spPr bwMode="auto">
          <a:xfrm>
            <a:off x="346300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5CF38-891D-F18A-09D9-3A52030CDEF3}"/>
              </a:ext>
            </a:extLst>
          </p:cNvPr>
          <p:cNvSpPr/>
          <p:nvPr/>
        </p:nvSpPr>
        <p:spPr bwMode="auto">
          <a:xfrm>
            <a:off x="6995979" y="2119618"/>
            <a:ext cx="1625443" cy="164333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2724F3B-5267-3854-B51F-EF7F6C960F64}"/>
              </a:ext>
            </a:extLst>
          </p:cNvPr>
          <p:cNvSpPr/>
          <p:nvPr/>
        </p:nvSpPr>
        <p:spPr bwMode="auto">
          <a:xfrm>
            <a:off x="608428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9420B-62C3-1701-E3B1-B37EE5822221}"/>
              </a:ext>
            </a:extLst>
          </p:cNvPr>
          <p:cNvSpPr/>
          <p:nvPr/>
        </p:nvSpPr>
        <p:spPr bwMode="auto">
          <a:xfrm>
            <a:off x="1560561" y="1570383"/>
            <a:ext cx="7334961" cy="39269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52AF17F-08B3-CAFC-4143-7AB6EA4AFADE}"/>
              </a:ext>
            </a:extLst>
          </p:cNvPr>
          <p:cNvGrpSpPr/>
          <p:nvPr/>
        </p:nvGrpSpPr>
        <p:grpSpPr>
          <a:xfrm>
            <a:off x="1177481" y="647116"/>
            <a:ext cx="7583557" cy="4383629"/>
            <a:chOff x="4324094" y="808481"/>
            <a:chExt cx="7583557" cy="428098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A8740D2-F051-D967-20A0-F49481439CFD}"/>
                </a:ext>
              </a:extLst>
            </p:cNvPr>
            <p:cNvSpPr/>
            <p:nvPr/>
          </p:nvSpPr>
          <p:spPr bwMode="auto">
            <a:xfrm>
              <a:off x="4324094" y="808481"/>
              <a:ext cx="7583557" cy="42809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F014FA5-1AE2-3BF2-BE0C-6FAEFD270B42}"/>
                </a:ext>
              </a:extLst>
            </p:cNvPr>
            <p:cNvGrpSpPr/>
            <p:nvPr/>
          </p:nvGrpSpPr>
          <p:grpSpPr>
            <a:xfrm>
              <a:off x="4452848" y="1386610"/>
              <a:ext cx="7334961" cy="1806436"/>
              <a:chOff x="4452848" y="1386609"/>
              <a:chExt cx="7334961" cy="2280194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3EDB799-4EDC-6DA7-6DC6-63624D4C63B5}"/>
                  </a:ext>
                </a:extLst>
              </p:cNvPr>
              <p:cNvSpPr/>
              <p:nvPr/>
            </p:nvSpPr>
            <p:spPr bwMode="auto">
              <a:xfrm>
                <a:off x="4452848" y="1386609"/>
                <a:ext cx="7334961" cy="2280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4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1CBE36-F47C-A3C7-44EE-DF777A5BF25B}"/>
                  </a:ext>
                </a:extLst>
              </p:cNvPr>
              <p:cNvSpPr/>
              <p:nvPr/>
            </p:nvSpPr>
            <p:spPr bwMode="auto">
              <a:xfrm>
                <a:off x="4655782" y="1519414"/>
                <a:ext cx="1632212" cy="1667071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77D81F3-53BD-F0CF-973A-69AAF5701F42}"/>
                  </a:ext>
                </a:extLst>
              </p:cNvPr>
              <p:cNvSpPr/>
              <p:nvPr/>
            </p:nvSpPr>
            <p:spPr bwMode="auto">
              <a:xfrm>
                <a:off x="7266986" y="1543148"/>
                <a:ext cx="1625443" cy="1643338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F1406E28-9EF8-74BC-3746-836227367A4B}"/>
                  </a:ext>
                </a:extLst>
              </p:cNvPr>
              <p:cNvSpPr/>
              <p:nvPr/>
            </p:nvSpPr>
            <p:spPr bwMode="auto">
              <a:xfrm>
                <a:off x="635529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DC150BE-B485-0129-3C80-BFCC1B591EF6}"/>
                  </a:ext>
                </a:extLst>
              </p:cNvPr>
              <p:cNvSpPr/>
              <p:nvPr/>
            </p:nvSpPr>
            <p:spPr bwMode="auto">
              <a:xfrm>
                <a:off x="9888266" y="1543148"/>
                <a:ext cx="1625443" cy="164333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0A9AAFB-6719-2827-27AA-B3C525AE6906}"/>
                  </a:ext>
                </a:extLst>
              </p:cNvPr>
              <p:cNvSpPr/>
              <p:nvPr/>
            </p:nvSpPr>
            <p:spPr bwMode="auto">
              <a:xfrm>
                <a:off x="897657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FCE019-1553-9442-81F3-76DDBE8CABC0}"/>
                </a:ext>
              </a:extLst>
            </p:cNvPr>
            <p:cNvSpPr/>
            <p:nvPr/>
          </p:nvSpPr>
          <p:spPr bwMode="auto">
            <a:xfrm>
              <a:off x="4452848" y="993913"/>
              <a:ext cx="733496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Deployment Pipeline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C4B5E6-17B4-6FE2-CD22-63802EAF1AC0}"/>
                </a:ext>
              </a:extLst>
            </p:cNvPr>
            <p:cNvSpPr/>
            <p:nvPr/>
          </p:nvSpPr>
          <p:spPr bwMode="auto">
            <a:xfrm>
              <a:off x="4655781" y="3935934"/>
              <a:ext cx="1632212" cy="93182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5" name="Arrow: Up 14">
              <a:extLst>
                <a:ext uri="{FF2B5EF4-FFF2-40B4-BE49-F238E27FC236}">
                  <a16:creationId xmlns:a16="http://schemas.microsoft.com/office/drawing/2014/main" id="{277234A2-F2B2-37F3-6DE7-70DFCF5FE6A9}"/>
                </a:ext>
              </a:extLst>
            </p:cNvPr>
            <p:cNvSpPr/>
            <p:nvPr/>
          </p:nvSpPr>
          <p:spPr bwMode="auto">
            <a:xfrm>
              <a:off x="5127092" y="2843519"/>
              <a:ext cx="628250" cy="664187"/>
            </a:xfrm>
            <a:prstGeom prst="upArrow">
              <a:avLst/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73BE42-1D32-00CD-9777-FF0CCBB50605}"/>
                </a:ext>
              </a:extLst>
            </p:cNvPr>
            <p:cNvSpPr/>
            <p:nvPr/>
          </p:nvSpPr>
          <p:spPr bwMode="auto">
            <a:xfrm>
              <a:off x="4655782" y="3547056"/>
              <a:ext cx="163221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 Repository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133707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OneLake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7910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1687259" y="1087263"/>
            <a:ext cx="3969470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3075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68018" y="1353539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809058" y="1353539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C54E8B4-09E1-FD08-8D18-7B240CA9141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026" t="13870" r="5038" b="6019"/>
          <a:stretch>
            <a:fillRect/>
          </a:stretch>
        </p:blipFill>
        <p:spPr>
          <a:xfrm>
            <a:off x="4959479" y="1414647"/>
            <a:ext cx="440073" cy="43228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23282D-B074-5213-F6AE-13DB249FC0E3}"/>
              </a:ext>
            </a:extLst>
          </p:cNvPr>
          <p:cNvSpPr/>
          <p:nvPr/>
        </p:nvSpPr>
        <p:spPr bwMode="auto">
          <a:xfrm>
            <a:off x="4850599" y="1353539"/>
            <a:ext cx="657835" cy="654509"/>
          </a:xfrm>
          <a:prstGeom prst="rect">
            <a:avLst/>
          </a:prstGeom>
          <a:solidFill>
            <a:schemeClr val="bg1">
              <a:alpha val="45000"/>
            </a:schemeClr>
          </a:solidFill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Variable Library</a:t>
            </a:r>
          </a:p>
        </p:txBody>
      </p: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86AF28-9D48-821A-1CBE-49EFC8CC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" y="1060766"/>
            <a:ext cx="4156671" cy="212947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437BFD1-D7BA-B06C-5D50-A5E3CEBBB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 need to be recreated in PPT objects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C8A7C0-F1DC-65D8-72E8-AD5EFA5E6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" y="3497262"/>
            <a:ext cx="7170709" cy="314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146060-8D0C-2C06-0CDC-EC0F093D2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8" y="2230272"/>
            <a:ext cx="2915057" cy="153373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4C8E71-CEE0-50C1-645B-CA765C17A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8" y="612844"/>
            <a:ext cx="3562847" cy="115268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B5D4DE-87E8-EA2A-3760-AC40184D0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233" y="521404"/>
            <a:ext cx="4744112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11B423-3E41-6DF2-E34B-F4A2299BEA37}"/>
              </a:ext>
            </a:extLst>
          </p:cNvPr>
          <p:cNvSpPr/>
          <p:nvPr/>
        </p:nvSpPr>
        <p:spPr bwMode="auto">
          <a:xfrm>
            <a:off x="819247" y="817606"/>
            <a:ext cx="4148993" cy="291111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AFE0DB-ACED-2EEA-C8E1-012D44295367}"/>
              </a:ext>
            </a:extLst>
          </p:cNvPr>
          <p:cNvSpPr/>
          <p:nvPr/>
        </p:nvSpPr>
        <p:spPr bwMode="auto">
          <a:xfrm>
            <a:off x="951745" y="2553106"/>
            <a:ext cx="1261062" cy="104843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BFF8DA-B89C-278A-BEBE-CB9DB020B673}"/>
              </a:ext>
            </a:extLst>
          </p:cNvPr>
          <p:cNvSpPr/>
          <p:nvPr/>
        </p:nvSpPr>
        <p:spPr bwMode="auto">
          <a:xfrm>
            <a:off x="951745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BB1AE1A-7300-9C18-30E8-B9FDC3256020}"/>
              </a:ext>
            </a:extLst>
          </p:cNvPr>
          <p:cNvSpPr/>
          <p:nvPr/>
        </p:nvSpPr>
        <p:spPr bwMode="auto">
          <a:xfrm>
            <a:off x="3560908" y="2553106"/>
            <a:ext cx="1261062" cy="104843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8E38F6-4E04-3A20-4441-3F159F07C268}"/>
              </a:ext>
            </a:extLst>
          </p:cNvPr>
          <p:cNvSpPr/>
          <p:nvPr/>
        </p:nvSpPr>
        <p:spPr bwMode="auto">
          <a:xfrm>
            <a:off x="3538940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C9610086-4CF5-B98D-2D3B-F81FE90CEE11}"/>
              </a:ext>
            </a:extLst>
          </p:cNvPr>
          <p:cNvSpPr/>
          <p:nvPr/>
        </p:nvSpPr>
        <p:spPr bwMode="auto">
          <a:xfrm>
            <a:off x="3863235" y="1818126"/>
            <a:ext cx="612472" cy="734980"/>
          </a:xfrm>
          <a:prstGeom prst="upArrow">
            <a:avLst>
              <a:gd name="adj1" fmla="val 64325"/>
              <a:gd name="adj2" fmla="val 42415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DDE565B7-2844-58F6-93CE-44AE9AB2997B}"/>
              </a:ext>
            </a:extLst>
          </p:cNvPr>
          <p:cNvSpPr/>
          <p:nvPr/>
        </p:nvSpPr>
        <p:spPr bwMode="auto">
          <a:xfrm>
            <a:off x="2241993" y="2819227"/>
            <a:ext cx="1261061" cy="516193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08CD9DF-19FD-D646-A8A6-AC102BABD03C}"/>
              </a:ext>
            </a:extLst>
          </p:cNvPr>
          <p:cNvSpPr/>
          <p:nvPr/>
        </p:nvSpPr>
        <p:spPr bwMode="auto">
          <a:xfrm>
            <a:off x="1276040" y="1806653"/>
            <a:ext cx="612472" cy="734980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9891EC-2CDF-2A6F-BD16-17EFB5BA890A}"/>
              </a:ext>
            </a:extLst>
          </p:cNvPr>
          <p:cNvSpPr/>
          <p:nvPr/>
        </p:nvSpPr>
        <p:spPr bwMode="auto">
          <a:xfrm>
            <a:off x="215155" y="1371600"/>
            <a:ext cx="12102352" cy="363967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BB8096-7BCC-E92B-DE55-AC7F259FA1D6}"/>
              </a:ext>
            </a:extLst>
          </p:cNvPr>
          <p:cNvSpPr/>
          <p:nvPr/>
        </p:nvSpPr>
        <p:spPr bwMode="auto">
          <a:xfrm>
            <a:off x="367171" y="1550894"/>
            <a:ext cx="3695245" cy="330514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89796D99-F212-4D66-0957-576930CBC505}"/>
              </a:ext>
            </a:extLst>
          </p:cNvPr>
          <p:cNvSpPr/>
          <p:nvPr/>
        </p:nvSpPr>
        <p:spPr bwMode="auto">
          <a:xfrm rot="16200000">
            <a:off x="556244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1BA4DAB-12F7-6729-5AF5-BB410B9CAD1A}"/>
              </a:ext>
            </a:extLst>
          </p:cNvPr>
          <p:cNvSpPr/>
          <p:nvPr/>
        </p:nvSpPr>
        <p:spPr bwMode="auto">
          <a:xfrm>
            <a:off x="581279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9CE39-BC5E-C848-82AC-DF831E0493AA}"/>
              </a:ext>
            </a:extLst>
          </p:cNvPr>
          <p:cNvSpPr/>
          <p:nvPr/>
        </p:nvSpPr>
        <p:spPr bwMode="auto">
          <a:xfrm>
            <a:off x="581279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8B8DF5-BE5F-038D-B61E-4C5C31075991}"/>
              </a:ext>
            </a:extLst>
          </p:cNvPr>
          <p:cNvSpPr/>
          <p:nvPr/>
        </p:nvSpPr>
        <p:spPr bwMode="auto">
          <a:xfrm>
            <a:off x="581279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E7E152-FCFC-E1F4-5F63-76EAAE2CC7A7}"/>
              </a:ext>
            </a:extLst>
          </p:cNvPr>
          <p:cNvSpPr/>
          <p:nvPr/>
        </p:nvSpPr>
        <p:spPr bwMode="auto">
          <a:xfrm>
            <a:off x="581279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EF8610-3DC5-CC16-2CB2-84D4197818B7}"/>
              </a:ext>
            </a:extLst>
          </p:cNvPr>
          <p:cNvSpPr/>
          <p:nvPr/>
        </p:nvSpPr>
        <p:spPr bwMode="auto">
          <a:xfrm>
            <a:off x="4441331" y="1550894"/>
            <a:ext cx="3695245" cy="330514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724660B-888A-DA3A-D8F3-0FD866916CBE}"/>
              </a:ext>
            </a:extLst>
          </p:cNvPr>
          <p:cNvSpPr/>
          <p:nvPr/>
        </p:nvSpPr>
        <p:spPr bwMode="auto">
          <a:xfrm rot="16200000">
            <a:off x="4630404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9C4A3-4EA5-1A11-6F63-C66BE8C4C214}"/>
              </a:ext>
            </a:extLst>
          </p:cNvPr>
          <p:cNvSpPr/>
          <p:nvPr/>
        </p:nvSpPr>
        <p:spPr bwMode="auto">
          <a:xfrm>
            <a:off x="4655439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C28760-2580-5927-0523-511926C7E694}"/>
              </a:ext>
            </a:extLst>
          </p:cNvPr>
          <p:cNvSpPr/>
          <p:nvPr/>
        </p:nvSpPr>
        <p:spPr bwMode="auto">
          <a:xfrm>
            <a:off x="4655439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913558-5CB8-5B12-B07F-C81BC5E9A719}"/>
              </a:ext>
            </a:extLst>
          </p:cNvPr>
          <p:cNvSpPr/>
          <p:nvPr/>
        </p:nvSpPr>
        <p:spPr bwMode="auto">
          <a:xfrm>
            <a:off x="4655439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CA7EE67-EEBC-4B3F-1335-08363A20F6E8}"/>
              </a:ext>
            </a:extLst>
          </p:cNvPr>
          <p:cNvSpPr/>
          <p:nvPr/>
        </p:nvSpPr>
        <p:spPr bwMode="auto">
          <a:xfrm>
            <a:off x="4655439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4E7D38-5D16-3F7B-A4A5-B6CD4A179864}"/>
              </a:ext>
            </a:extLst>
          </p:cNvPr>
          <p:cNvSpPr/>
          <p:nvPr/>
        </p:nvSpPr>
        <p:spPr bwMode="auto">
          <a:xfrm>
            <a:off x="8472873" y="1550894"/>
            <a:ext cx="3695245" cy="330514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7D4C24F6-2454-46DD-C538-DF4AE3C2E4F7}"/>
              </a:ext>
            </a:extLst>
          </p:cNvPr>
          <p:cNvSpPr/>
          <p:nvPr/>
        </p:nvSpPr>
        <p:spPr bwMode="auto">
          <a:xfrm rot="16200000">
            <a:off x="8661946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37624F-F018-6717-6544-A6529659A05D}"/>
              </a:ext>
            </a:extLst>
          </p:cNvPr>
          <p:cNvSpPr/>
          <p:nvPr/>
        </p:nvSpPr>
        <p:spPr bwMode="auto">
          <a:xfrm>
            <a:off x="8686981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026E45D-5A68-66F9-64E5-489BF5265106}"/>
              </a:ext>
            </a:extLst>
          </p:cNvPr>
          <p:cNvSpPr/>
          <p:nvPr/>
        </p:nvSpPr>
        <p:spPr bwMode="auto">
          <a:xfrm>
            <a:off x="8686981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753AA2-EB4A-7801-1477-807FA126C32A}"/>
              </a:ext>
            </a:extLst>
          </p:cNvPr>
          <p:cNvSpPr/>
          <p:nvPr/>
        </p:nvSpPr>
        <p:spPr bwMode="auto">
          <a:xfrm>
            <a:off x="8686981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176E9F3-003D-3C3D-8FD1-81D7818147F0}"/>
              </a:ext>
            </a:extLst>
          </p:cNvPr>
          <p:cNvSpPr/>
          <p:nvPr/>
        </p:nvSpPr>
        <p:spPr bwMode="auto">
          <a:xfrm>
            <a:off x="8686981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3CE59-91FB-FD1E-5254-1F02B3829DB1}"/>
              </a:ext>
            </a:extLst>
          </p:cNvPr>
          <p:cNvSpPr/>
          <p:nvPr/>
        </p:nvSpPr>
        <p:spPr bwMode="auto">
          <a:xfrm>
            <a:off x="2698376" y="2481404"/>
            <a:ext cx="6171304" cy="12632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716621-77CA-1DAA-EF81-07D7C1ABA7AB}"/>
              </a:ext>
            </a:extLst>
          </p:cNvPr>
          <p:cNvSpPr/>
          <p:nvPr/>
        </p:nvSpPr>
        <p:spPr bwMode="auto">
          <a:xfrm>
            <a:off x="2841812" y="2591375"/>
            <a:ext cx="1951490" cy="1043333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custom code for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547F79-CF55-3D8C-A6B1-2E81F1B66ED9}"/>
              </a:ext>
            </a:extLst>
          </p:cNvPr>
          <p:cNvSpPr/>
          <p:nvPr/>
        </p:nvSpPr>
        <p:spPr bwMode="auto">
          <a:xfrm>
            <a:off x="7475325" y="2591375"/>
            <a:ext cx="1261061" cy="10433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F8A8BF-6BD4-B004-BED9-AEA6A1A60FC8}"/>
              </a:ext>
            </a:extLst>
          </p:cNvPr>
          <p:cNvGrpSpPr/>
          <p:nvPr/>
        </p:nvGrpSpPr>
        <p:grpSpPr>
          <a:xfrm>
            <a:off x="4912660" y="2722880"/>
            <a:ext cx="2493980" cy="804862"/>
            <a:chOff x="4862504" y="2833855"/>
            <a:chExt cx="2033199" cy="663407"/>
          </a:xfrm>
        </p:grpSpPr>
        <p:sp>
          <p:nvSpPr>
            <p:cNvPr id="29" name="Arrow: Right 28">
              <a:extLst>
                <a:ext uri="{FF2B5EF4-FFF2-40B4-BE49-F238E27FC236}">
                  <a16:creationId xmlns:a16="http://schemas.microsoft.com/office/drawing/2014/main" id="{D8CB168B-B7ED-3D89-588F-7132701DE342}"/>
                </a:ext>
              </a:extLst>
            </p:cNvPr>
            <p:cNvSpPr/>
            <p:nvPr/>
          </p:nvSpPr>
          <p:spPr bwMode="auto">
            <a:xfrm>
              <a:off x="4862504" y="2833855"/>
              <a:ext cx="2021254" cy="279187"/>
            </a:xfrm>
            <a:prstGeom prst="rightArrow">
              <a:avLst>
                <a:gd name="adj1" fmla="val 73858"/>
                <a:gd name="adj2" fmla="val 773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1. Call Update from GIT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510EFE0B-5866-86CE-1CFB-519ED5BD9E1D}"/>
                </a:ext>
              </a:extLst>
            </p:cNvPr>
            <p:cNvSpPr/>
            <p:nvPr/>
          </p:nvSpPr>
          <p:spPr bwMode="auto">
            <a:xfrm>
              <a:off x="4874449" y="3218075"/>
              <a:ext cx="2021254" cy="279187"/>
            </a:xfrm>
            <a:prstGeom prst="rightArrow">
              <a:avLst>
                <a:gd name="adj1" fmla="val 73858"/>
                <a:gd name="adj2" fmla="val 76355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2. Run post-sync operations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2483224" y="2922494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F193DB-5FDC-723C-D2DF-E2F27B0D6A5C}"/>
              </a:ext>
            </a:extLst>
          </p:cNvPr>
          <p:cNvSpPr/>
          <p:nvPr/>
        </p:nvSpPr>
        <p:spPr bwMode="auto">
          <a:xfrm>
            <a:off x="783570" y="806385"/>
            <a:ext cx="8919230" cy="28105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B877A-65A5-93DF-3498-B3703CBB131E}"/>
              </a:ext>
            </a:extLst>
          </p:cNvPr>
          <p:cNvSpPr/>
          <p:nvPr/>
        </p:nvSpPr>
        <p:spPr bwMode="auto">
          <a:xfrm>
            <a:off x="948467" y="970615"/>
            <a:ext cx="2952973" cy="2526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8EA83-5A03-5784-E1C2-A3E365090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36" y="1262953"/>
            <a:ext cx="2754433" cy="2061668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1B60D661-BBD1-FA4C-9264-98EC813BFC4F}"/>
              </a:ext>
            </a:extLst>
          </p:cNvPr>
          <p:cNvSpPr/>
          <p:nvPr/>
        </p:nvSpPr>
        <p:spPr bwMode="auto">
          <a:xfrm>
            <a:off x="3901438" y="1996608"/>
            <a:ext cx="2133600" cy="635525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2B241-309C-EC20-83ED-0FE4555D610E}"/>
              </a:ext>
            </a:extLst>
          </p:cNvPr>
          <p:cNvSpPr/>
          <p:nvPr/>
        </p:nvSpPr>
        <p:spPr bwMode="auto">
          <a:xfrm>
            <a:off x="6035038" y="970614"/>
            <a:ext cx="3454402" cy="25266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7C88C79-09FB-F3D1-803F-DB897C26B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2" y="1254771"/>
            <a:ext cx="3163577" cy="206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21A243-9727-9F05-65D5-228F2C85169F}"/>
              </a:ext>
            </a:extLst>
          </p:cNvPr>
          <p:cNvSpPr/>
          <p:nvPr/>
        </p:nvSpPr>
        <p:spPr bwMode="auto">
          <a:xfrm>
            <a:off x="708135" y="465608"/>
            <a:ext cx="8120905" cy="22736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A6B813-D356-65B8-CB63-AC2BFC4D741E}"/>
              </a:ext>
            </a:extLst>
          </p:cNvPr>
          <p:cNvSpPr/>
          <p:nvPr/>
        </p:nvSpPr>
        <p:spPr bwMode="auto">
          <a:xfrm>
            <a:off x="4260604" y="632613"/>
            <a:ext cx="2038595" cy="1980230"/>
          </a:xfrm>
          <a:prstGeom prst="round2SameRect">
            <a:avLst>
              <a:gd name="adj1" fmla="val 8009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73152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fabric-cicd </a:t>
            </a:r>
            <a:r>
              <a:rPr lang="en-US" sz="10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0C0A-88F9-5B96-6542-E1E12CAAA8E7}"/>
              </a:ext>
            </a:extLst>
          </p:cNvPr>
          <p:cNvSpPr/>
          <p:nvPr/>
        </p:nvSpPr>
        <p:spPr bwMode="auto">
          <a:xfrm>
            <a:off x="6404073" y="599319"/>
            <a:ext cx="2259959" cy="20047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39AA3D-26A3-3237-9A9B-1ABE3EF5F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4" r="39007" b="16195"/>
          <a:stretch>
            <a:fillRect/>
          </a:stretch>
        </p:blipFill>
        <p:spPr>
          <a:xfrm>
            <a:off x="6501093" y="941935"/>
            <a:ext cx="1996252" cy="15251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890D58-3EED-7469-67F4-88B905EA479E}"/>
              </a:ext>
            </a:extLst>
          </p:cNvPr>
          <p:cNvSpPr/>
          <p:nvPr/>
        </p:nvSpPr>
        <p:spPr bwMode="auto">
          <a:xfrm>
            <a:off x="807978" y="618120"/>
            <a:ext cx="3365767" cy="198900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Folder with Item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566F4C-DA4B-08EF-C3E5-E8490785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8154"/>
          <a:stretch>
            <a:fillRect/>
          </a:stretch>
        </p:blipFill>
        <p:spPr>
          <a:xfrm>
            <a:off x="945276" y="962002"/>
            <a:ext cx="3091173" cy="150505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91F422-9C48-A878-D325-883A7785C9C5}"/>
              </a:ext>
            </a:extLst>
          </p:cNvPr>
          <p:cNvSpPr/>
          <p:nvPr/>
        </p:nvSpPr>
        <p:spPr bwMode="auto">
          <a:xfrm>
            <a:off x="4358220" y="997861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83B46A8-6969-267F-DCE3-8EA464EFDFE9}"/>
              </a:ext>
            </a:extLst>
          </p:cNvPr>
          <p:cNvSpPr/>
          <p:nvPr/>
        </p:nvSpPr>
        <p:spPr bwMode="auto">
          <a:xfrm>
            <a:off x="4358220" y="1311482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0A7F71E-E129-BCCD-923B-EA88E74719DB}"/>
              </a:ext>
            </a:extLst>
          </p:cNvPr>
          <p:cNvSpPr/>
          <p:nvPr/>
        </p:nvSpPr>
        <p:spPr bwMode="auto">
          <a:xfrm>
            <a:off x="4358220" y="162510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FE54A35-9C90-F51E-75F3-914880EC1ED8}"/>
              </a:ext>
            </a:extLst>
          </p:cNvPr>
          <p:cNvSpPr/>
          <p:nvPr/>
        </p:nvSpPr>
        <p:spPr bwMode="auto">
          <a:xfrm>
            <a:off x="4358220" y="1938724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8F56CC5-A4EC-B30F-F68A-AC29DD67FFB5}"/>
              </a:ext>
            </a:extLst>
          </p:cNvPr>
          <p:cNvSpPr/>
          <p:nvPr/>
        </p:nvSpPr>
        <p:spPr bwMode="auto">
          <a:xfrm>
            <a:off x="4358220" y="225234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FCB159-38E7-96CC-1742-12A4A7A17566}"/>
              </a:ext>
            </a:extLst>
          </p:cNvPr>
          <p:cNvSpPr/>
          <p:nvPr/>
        </p:nvSpPr>
        <p:spPr bwMode="auto">
          <a:xfrm>
            <a:off x="780440" y="880560"/>
            <a:ext cx="4194971" cy="34583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E9F250-624B-F6C4-CC97-F964E9677E47}"/>
              </a:ext>
            </a:extLst>
          </p:cNvPr>
          <p:cNvSpPr/>
          <p:nvPr/>
        </p:nvSpPr>
        <p:spPr bwMode="auto">
          <a:xfrm>
            <a:off x="921927" y="2492755"/>
            <a:ext cx="1261062" cy="1756516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1FD56A-5CAF-8C13-5FF0-F155E1438F0F}"/>
              </a:ext>
            </a:extLst>
          </p:cNvPr>
          <p:cNvSpPr/>
          <p:nvPr/>
        </p:nvSpPr>
        <p:spPr bwMode="auto">
          <a:xfrm>
            <a:off x="921927" y="103297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298BB-E057-804E-5B43-B1B7F300EF2B}"/>
              </a:ext>
            </a:extLst>
          </p:cNvPr>
          <p:cNvSpPr/>
          <p:nvPr/>
        </p:nvSpPr>
        <p:spPr bwMode="auto">
          <a:xfrm>
            <a:off x="3567681" y="2573440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92D57F7-84D1-03BD-D959-22CE7D8938B4}"/>
              </a:ext>
            </a:extLst>
          </p:cNvPr>
          <p:cNvSpPr/>
          <p:nvPr/>
        </p:nvSpPr>
        <p:spPr bwMode="auto">
          <a:xfrm>
            <a:off x="2276436" y="2770689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2E039CF-D10D-1B9A-2B15-2B6A1918167A}"/>
              </a:ext>
            </a:extLst>
          </p:cNvPr>
          <p:cNvSpPr/>
          <p:nvPr/>
        </p:nvSpPr>
        <p:spPr bwMode="auto">
          <a:xfrm>
            <a:off x="1206882" y="1777031"/>
            <a:ext cx="691152" cy="690715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98D3F6-CC81-FD23-E0D7-3F12180A2274}"/>
              </a:ext>
            </a:extLst>
          </p:cNvPr>
          <p:cNvSpPr/>
          <p:nvPr/>
        </p:nvSpPr>
        <p:spPr bwMode="auto">
          <a:xfrm>
            <a:off x="3580062" y="346514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96F8A8B-3683-E5D0-E7ED-24A7A82C6A0B}"/>
              </a:ext>
            </a:extLst>
          </p:cNvPr>
          <p:cNvSpPr/>
          <p:nvPr/>
        </p:nvSpPr>
        <p:spPr bwMode="auto">
          <a:xfrm>
            <a:off x="2294494" y="3611814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noProof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70261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5D4F04-13B2-73A5-76FF-D5264DE08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76" y="962001"/>
            <a:ext cx="3091173" cy="183888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19123483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ACC60-1FA3-2FDB-C7CD-B15D0C141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33" y="657931"/>
            <a:ext cx="9764488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Props1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15405</TotalTime>
  <Words>562</Words>
  <Application>Microsoft Office PowerPoint</Application>
  <PresentationFormat>Custom</PresentationFormat>
  <Paragraphs>317</Paragraphs>
  <Slides>57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57</vt:i4>
      </vt:variant>
    </vt:vector>
  </HeadingPairs>
  <TitlesOfParts>
    <vt:vector size="65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Images need to be recreated in PPT objects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49</cp:revision>
  <cp:lastPrinted>2025-03-29T10:59:42Z</cp:lastPrinted>
  <dcterms:created xsi:type="dcterms:W3CDTF">2018-09-21T01:16:59Z</dcterms:created>
  <dcterms:modified xsi:type="dcterms:W3CDTF">2026-01-31T21:06:51Z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