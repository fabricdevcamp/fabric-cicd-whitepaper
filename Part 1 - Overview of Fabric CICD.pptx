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551" r:id="rId4"/>
    <p:sldMasterId id="2147484576" r:id="rId5"/>
  </p:sldMasterIdLst>
  <p:notesMasterIdLst>
    <p:notesMasterId r:id="rId64"/>
  </p:notesMasterIdLst>
  <p:handoutMasterIdLst>
    <p:handoutMasterId r:id="rId65"/>
  </p:handoutMasterIdLst>
  <p:sldIdLst>
    <p:sldId id="2147482125" r:id="rId6"/>
    <p:sldId id="2147482159" r:id="rId7"/>
    <p:sldId id="2147482112" r:id="rId8"/>
    <p:sldId id="2147482100" r:id="rId9"/>
    <p:sldId id="2147482173" r:id="rId10"/>
    <p:sldId id="2147482101" r:id="rId11"/>
    <p:sldId id="2147482113" r:id="rId12"/>
    <p:sldId id="2147482186" r:id="rId13"/>
    <p:sldId id="2147482102" r:id="rId14"/>
    <p:sldId id="2147482162" r:id="rId15"/>
    <p:sldId id="2147482163" r:id="rId16"/>
    <p:sldId id="2147482168" r:id="rId17"/>
    <p:sldId id="2147482181" r:id="rId18"/>
    <p:sldId id="2147482164" r:id="rId19"/>
    <p:sldId id="2147482165" r:id="rId20"/>
    <p:sldId id="2147482114" r:id="rId21"/>
    <p:sldId id="2147482166" r:id="rId22"/>
    <p:sldId id="2147482182" r:id="rId23"/>
    <p:sldId id="2147482170" r:id="rId24"/>
    <p:sldId id="2147482183" r:id="rId25"/>
    <p:sldId id="2147482172" r:id="rId26"/>
    <p:sldId id="2147482169" r:id="rId27"/>
    <p:sldId id="2147482171" r:id="rId28"/>
    <p:sldId id="2147482167" r:id="rId29"/>
    <p:sldId id="2147482116" r:id="rId30"/>
    <p:sldId id="2147482132" r:id="rId31"/>
    <p:sldId id="2147482118" r:id="rId32"/>
    <p:sldId id="2147482139" r:id="rId33"/>
    <p:sldId id="2147482124" r:id="rId34"/>
    <p:sldId id="2147482121" r:id="rId35"/>
    <p:sldId id="2147482122" r:id="rId36"/>
    <p:sldId id="2147482120" r:id="rId37"/>
    <p:sldId id="2147482119" r:id="rId38"/>
    <p:sldId id="2147482146" r:id="rId39"/>
    <p:sldId id="2147482140" r:id="rId40"/>
    <p:sldId id="2147482141" r:id="rId41"/>
    <p:sldId id="2147482177" r:id="rId42"/>
    <p:sldId id="2147482179" r:id="rId43"/>
    <p:sldId id="2147482161" r:id="rId44"/>
    <p:sldId id="2147482178" r:id="rId45"/>
    <p:sldId id="2147482180" r:id="rId46"/>
    <p:sldId id="2147482160" r:id="rId47"/>
    <p:sldId id="2147482147" r:id="rId48"/>
    <p:sldId id="2147482184" r:id="rId49"/>
    <p:sldId id="2147482185" r:id="rId50"/>
    <p:sldId id="2147482148" r:id="rId51"/>
    <p:sldId id="2147482155" r:id="rId52"/>
    <p:sldId id="2147482152" r:id="rId53"/>
    <p:sldId id="2147482150" r:id="rId54"/>
    <p:sldId id="2147482153" r:id="rId55"/>
    <p:sldId id="2147482154" r:id="rId56"/>
    <p:sldId id="2147482156" r:id="rId57"/>
    <p:sldId id="2147482151" r:id="rId58"/>
    <p:sldId id="2147482149" r:id="rId59"/>
    <p:sldId id="2147482157" r:id="rId60"/>
    <p:sldId id="2147482158" r:id="rId61"/>
    <p:sldId id="2147482175" r:id="rId62"/>
    <p:sldId id="2147482123" r:id="rId63"/>
  </p:sldIdLst>
  <p:sldSz cx="12436475" cy="6994525"/>
  <p:notesSz cx="7010400" cy="9296400"/>
  <p:defaultTextStyle>
    <a:defPPr>
      <a:defRPr lang="en-US"/>
    </a:defPPr>
    <a:lvl1pPr marL="0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66371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32742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99113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65484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33185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1E73487-5996-4DE0-B97B-80AE53F81838}">
          <p14:sldIdLst>
            <p14:sldId id="2147482125"/>
            <p14:sldId id="2147482159"/>
            <p14:sldId id="2147482112"/>
            <p14:sldId id="2147482100"/>
            <p14:sldId id="2147482173"/>
            <p14:sldId id="2147482101"/>
            <p14:sldId id="2147482113"/>
            <p14:sldId id="2147482186"/>
            <p14:sldId id="2147482102"/>
            <p14:sldId id="2147482162"/>
            <p14:sldId id="2147482163"/>
            <p14:sldId id="2147482168"/>
            <p14:sldId id="2147482181"/>
            <p14:sldId id="2147482164"/>
            <p14:sldId id="2147482165"/>
            <p14:sldId id="2147482114"/>
            <p14:sldId id="2147482166"/>
            <p14:sldId id="2147482182"/>
            <p14:sldId id="2147482170"/>
            <p14:sldId id="2147482183"/>
            <p14:sldId id="2147482172"/>
            <p14:sldId id="2147482169"/>
            <p14:sldId id="2147482171"/>
            <p14:sldId id="2147482167"/>
            <p14:sldId id="2147482116"/>
            <p14:sldId id="2147482132"/>
            <p14:sldId id="2147482118"/>
            <p14:sldId id="2147482139"/>
            <p14:sldId id="2147482124"/>
            <p14:sldId id="2147482121"/>
            <p14:sldId id="2147482122"/>
            <p14:sldId id="2147482120"/>
            <p14:sldId id="2147482119"/>
            <p14:sldId id="2147482146"/>
            <p14:sldId id="2147482140"/>
            <p14:sldId id="2147482141"/>
            <p14:sldId id="2147482177"/>
            <p14:sldId id="2147482179"/>
            <p14:sldId id="2147482161"/>
            <p14:sldId id="2147482178"/>
            <p14:sldId id="2147482180"/>
            <p14:sldId id="2147482160"/>
            <p14:sldId id="2147482147"/>
            <p14:sldId id="2147482184"/>
            <p14:sldId id="2147482185"/>
            <p14:sldId id="2147482148"/>
            <p14:sldId id="2147482155"/>
            <p14:sldId id="2147482152"/>
            <p14:sldId id="2147482150"/>
            <p14:sldId id="2147482153"/>
            <p14:sldId id="2147482154"/>
            <p14:sldId id="2147482156"/>
            <p14:sldId id="2147482151"/>
            <p14:sldId id="2147482149"/>
            <p14:sldId id="2147482157"/>
            <p14:sldId id="2147482158"/>
            <p14:sldId id="2147482175"/>
            <p14:sldId id="214748212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 userDrawn="1">
          <p15:clr>
            <a:srgbClr val="A4A3A4"/>
          </p15:clr>
        </p15:guide>
        <p15:guide id="2" pos="2208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50CFE33-38B5-93F4-CBDC-19387157439A}" name="Fretz Nuson" initials="FN" userId="S::frnuson@microsoft.com::4f89d152-8c61-4ebe-9979-f75548eb188f" providerId="AD"/>
  <p188:author id="{29F777B8-775D-FF4A-5EC6-49912B8B8FCB}" name="Nimrod Shalit" initials="NS" userId="S::nishalit@microsoft.com::13d05e46-027d-46c3-aabb-ccf1744354f1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7" name="Jasper Hedegaard Bojsen" initials="JHB" lastIdx="2" clrIdx="7">
    <p:extLst>
      <p:ext uri="{19B8F6BF-5375-455C-9EA6-DF929625EA0E}">
        <p15:presenceInfo xmlns:p15="http://schemas.microsoft.com/office/powerpoint/2012/main" userId="S::jasperhb@microsoft.com::e917db92-6445-433e-ac97-2eab88ce737d" providerId="AD"/>
      </p:ext>
    </p:extLst>
  </p:cmAuthor>
  <p:cmAuthor id="1" name="Mary Feil-Jacobs" initials="MFJ" lastIdx="43" clrIdx="1"/>
  <p:cmAuthor id="8" name="Gordon Macdonald" initials="GM" lastIdx="10" clrIdx="8">
    <p:extLst>
      <p:ext uri="{19B8F6BF-5375-455C-9EA6-DF929625EA0E}">
        <p15:presenceInfo xmlns:p15="http://schemas.microsoft.com/office/powerpoint/2012/main" userId="419a06e8ae266e15" providerId="Windows Live"/>
      </p:ext>
    </p:extLst>
  </p:cmAuthor>
  <p:cmAuthor id="2" name="Monica Lueder" initials="ML" lastIdx="22" clrIdx="2"/>
  <p:cmAuthor id="3" name="Mary Feil-Jacobs" initials="MF" lastIdx="22" clrIdx="3"/>
  <p:cmAuthor id="4" name="Angela Powell" initials="AP" lastIdx="9" clrIdx="4">
    <p:extLst>
      <p:ext uri="{19B8F6BF-5375-455C-9EA6-DF929625EA0E}">
        <p15:presenceInfo xmlns:p15="http://schemas.microsoft.com/office/powerpoint/2012/main" userId="cf7d67635d593fc2" providerId="Windows Live"/>
      </p:ext>
    </p:extLst>
  </p:cmAuthor>
  <p:cmAuthor id="5" name="Andrew Cook" initials="AC" lastIdx="7" clrIdx="5">
    <p:extLst>
      <p:ext uri="{19B8F6BF-5375-455C-9EA6-DF929625EA0E}">
        <p15:presenceInfo xmlns:p15="http://schemas.microsoft.com/office/powerpoint/2012/main" userId="S-1-5-21-2127521184-1604012920-1887927527-2644137" providerId="AD"/>
      </p:ext>
    </p:extLst>
  </p:cmAuthor>
  <p:cmAuthor id="6" name="Olga Masek" initials="OM" lastIdx="13" clrIdx="6">
    <p:extLst>
      <p:ext uri="{19B8F6BF-5375-455C-9EA6-DF929625EA0E}">
        <p15:presenceInfo xmlns:p15="http://schemas.microsoft.com/office/powerpoint/2012/main" userId="S-1-5-21-2127521184-1604012920-1887927527-1660900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FFB9FF"/>
    <a:srgbClr val="FFFFFF"/>
    <a:srgbClr val="6C0000"/>
    <a:srgbClr val="8A0000"/>
    <a:srgbClr val="89FFF1"/>
    <a:srgbClr val="FFCDFF"/>
    <a:srgbClr val="D9E6FF"/>
    <a:srgbClr val="FFCCCC"/>
    <a:srgbClr val="DAA520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224" autoAdjust="0"/>
  </p:normalViewPr>
  <p:slideViewPr>
    <p:cSldViewPr snapToGrid="0">
      <p:cViewPr varScale="1">
        <p:scale>
          <a:sx n="85" d="100"/>
          <a:sy n="85" d="100"/>
        </p:scale>
        <p:origin x="4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928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viewProps" Target="viewProps.xml"/><Relationship Id="rId7" Type="http://schemas.openxmlformats.org/officeDocument/2006/relationships/slide" Target="slides/slide2.xml"/><Relationship Id="rId71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66" Type="http://schemas.openxmlformats.org/officeDocument/2006/relationships/commentAuthors" Target="commentAuthors.xml"/><Relationship Id="rId5" Type="http://schemas.openxmlformats.org/officeDocument/2006/relationships/slideMaster" Target="slideMasters/slideMaster2.xml"/><Relationship Id="rId61" Type="http://schemas.openxmlformats.org/officeDocument/2006/relationships/slide" Target="slides/slide56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slide" Target="slides/slide51.xml"/><Relationship Id="rId64" Type="http://schemas.openxmlformats.org/officeDocument/2006/relationships/notesMaster" Target="notesMasters/notesMaster1.xml"/><Relationship Id="rId69" Type="http://schemas.openxmlformats.org/officeDocument/2006/relationships/theme" Target="theme/theme1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presProps" Target="presProp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-117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r>
              <a:rPr lang="en-US">
                <a:latin typeface="Segoe UI" pitchFamily="34" charset="0"/>
              </a:rPr>
              <a:t>Power BI Dev Camp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r>
              <a:rPr lang="en-US">
                <a:latin typeface="Segoe UI" pitchFamily="34" charset="0"/>
              </a:rPr>
              <a:t>8/27/2020</a:t>
            </a:r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Segoe UI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0" y="8831580"/>
            <a:ext cx="6052312" cy="361897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marL="582359" indent="0" algn="l">
              <a:defRPr sz="1200"/>
            </a:lvl1pPr>
          </a:lstStyle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DCE60099-03E7-4FA1-8A7F-E6E6CFB0F855}" type="datetime8">
              <a:rPr lang="en-US" smtClean="0"/>
              <a:t>2/3/2026 1:59 PM</a:t>
            </a:fld>
            <a:endParaRPr lang="en-US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6040627" y="8829967"/>
            <a:ext cx="96815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32742" rtl="0" eaLnBrk="1" latinLnBrk="0" hangingPunct="1">
      <a:lnSpc>
        <a:spcPct val="90000"/>
      </a:lnSpc>
      <a:spcAft>
        <a:spcPts val="340"/>
      </a:spcAft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1pPr>
    <a:lvl2pPr marL="217262" indent="-107956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2pPr>
    <a:lvl3pPr marL="334664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3pPr>
    <a:lvl4pPr marL="492551" indent="-149789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4pPr>
    <a:lvl5pPr marL="627496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5pPr>
    <a:lvl6pPr marL="233185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112E7-2001-8DAA-B9A3-DC4183809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56D5BD-A1E8-0FD4-86AA-ECB650A1C0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A5E660-C143-6798-91FC-5E29522B29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2F3DFED-BC5A-2EF8-9001-B078ABBD8572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226E49-2D4A-5D67-0560-9A72F357E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5400C5-C7DE-BB67-8261-0D05B9A5161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9489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335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8847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9340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016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0874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bg>
      <p:bgPr>
        <a:gradFill>
          <a:gsLst>
            <a:gs pos="0">
              <a:srgbClr val="074C49"/>
            </a:gs>
            <a:gs pos="91000">
              <a:srgbClr val="177D71"/>
            </a:gs>
            <a:gs pos="57000">
              <a:srgbClr val="09524D"/>
            </a:gs>
            <a:gs pos="100000">
              <a:srgbClr val="2AAC94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1D2F9142-6251-4BB1-B90A-DAFD69D51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478" y="5701249"/>
            <a:ext cx="9538522" cy="55399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400"/>
            </a:lvl4pPr>
            <a:lvl5pPr>
              <a:defRPr sz="1050"/>
            </a:lvl5pPr>
          </a:lstStyle>
          <a:p>
            <a:pPr lvl="0"/>
            <a:r>
              <a:rPr lang="en-US"/>
              <a:t>Author name</a:t>
            </a:r>
          </a:p>
          <a:p>
            <a:pPr lvl="1"/>
            <a:r>
              <a:rPr lang="en-US"/>
              <a:t>Date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AABBF63-5EE7-4625-A83E-A114729508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425" y="2971771"/>
            <a:ext cx="9527637" cy="1760354"/>
          </a:xfrm>
          <a:prstGeom prst="rect">
            <a:avLst/>
          </a:prstGeom>
          <a:noFill/>
        </p:spPr>
        <p:txBody>
          <a:bodyPr lIns="0" tIns="0" rIns="0" bIns="182880" anchor="ctr" anchorCtr="0"/>
          <a:lstStyle>
            <a:lvl1pPr algn="l">
              <a:lnSpc>
                <a:spcPts val="6400"/>
              </a:lnSpc>
              <a:spcBef>
                <a:spcPts val="1200"/>
              </a:spcBef>
              <a:defRPr sz="4800" strike="noStrike" spc="-50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</p:spTree>
    <p:extLst>
      <p:ext uri="{BB962C8B-B14F-4D97-AF65-F5344CB8AC3E}">
        <p14:creationId xmlns:p14="http://schemas.microsoft.com/office/powerpoint/2010/main" val="1229362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030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85750" indent="-2857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2800" b="0">
                <a:latin typeface="+mn-lt"/>
              </a:defRPr>
            </a:lvl1pPr>
            <a:lvl2pPr marL="62865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/>
            </a:lvl2pPr>
            <a:lvl3pPr marL="914400" indent="-285750">
              <a:lnSpc>
                <a:spcPts val="2400"/>
              </a:lnSpc>
              <a:buFont typeface="Arial" panose="020B0604020202020204" pitchFamily="34" charset="0"/>
              <a:buChar char="•"/>
              <a:defRPr sz="1800" b="0">
                <a:solidFill>
                  <a:schemeClr val="tx1"/>
                </a:solidFill>
                <a:latin typeface="+mn-lt"/>
              </a:defRPr>
            </a:lvl3pPr>
            <a:lvl4pPr marL="344488" indent="0">
              <a:buNone/>
              <a:defRPr sz="1800" b="1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96925" indent="0">
              <a:buNone/>
              <a:defRPr sz="1400" b="1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7114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mal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5625A6-8780-1DA4-1824-CD835931F04A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48758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725" indent="-339725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 b="0">
                <a:latin typeface="+mn-lt"/>
              </a:defRPr>
            </a:lvl1pPr>
            <a:lvl2pPr marL="569913" indent="-225425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/>
            </a:lvl2pPr>
            <a:lvl3pPr marL="569912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 sz="1400" b="1">
                <a:solidFill>
                  <a:schemeClr val="accent5">
                    <a:lumMod val="50000"/>
                  </a:schemeClr>
                </a:solidFill>
                <a:latin typeface="Lucida Console" panose="020B0609040504020204" pitchFamily="49" charset="0"/>
              </a:defRPr>
            </a:lvl3pPr>
            <a:lvl4pPr marL="403225" indent="0">
              <a:buNone/>
              <a:defRPr sz="1600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47713" indent="0">
              <a:buNone/>
              <a:defRPr sz="1400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78438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02E36C-0871-E1E8-C7B9-7CFB9C124C5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341868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ery 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21353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28" tIns="146262" rIns="182828" bIns="14626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11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6" y="190500"/>
            <a:ext cx="11801475" cy="498598"/>
          </a:xfrm>
        </p:spPr>
        <p:txBody>
          <a:bodyPr/>
          <a:lstStyle>
            <a:lvl1pPr>
              <a:defRPr sz="3598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5400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594" indent="-339594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b="0">
                <a:solidFill>
                  <a:schemeClr val="tx1"/>
                </a:solidFill>
                <a:latin typeface="+mn-lt"/>
              </a:defRPr>
            </a:lvl1pPr>
            <a:lvl2pPr marL="744252" indent="-349116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/>
            </a:lvl2pPr>
            <a:lvl3pPr marL="747426" indent="0">
              <a:lnSpc>
                <a:spcPts val="2400"/>
              </a:lnSpc>
              <a:buNone/>
              <a:defRPr sz="1800" b="1">
                <a:solidFill>
                  <a:srgbClr val="002060"/>
                </a:solidFill>
                <a:latin typeface="Lucida Console" panose="020B0609040504020204" pitchFamily="49" charset="0"/>
              </a:defRPr>
            </a:lvl3pPr>
            <a:lvl4pPr marL="518913" indent="0">
              <a:buNone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31505" indent="-412591">
              <a:buNone/>
              <a:defRPr sz="1398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0616C0-C864-7BE9-C4CB-755BB3FB3DC3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28" tIns="146262" rIns="182828" bIns="14626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11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336511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">
    <p:bg>
      <p:bgPr>
        <a:gradFill>
          <a:gsLst>
            <a:gs pos="0">
              <a:srgbClr val="074C49"/>
            </a:gs>
            <a:gs pos="91000">
              <a:srgbClr val="177D71"/>
            </a:gs>
            <a:gs pos="57000">
              <a:srgbClr val="09524D"/>
            </a:gs>
            <a:gs pos="100000">
              <a:srgbClr val="2AAC94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1D2F9142-6251-4BB1-B90A-DAFD69D51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478" y="5701249"/>
            <a:ext cx="9538522" cy="55399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400"/>
            </a:lvl4pPr>
            <a:lvl5pPr>
              <a:defRPr sz="1050"/>
            </a:lvl5pPr>
          </a:lstStyle>
          <a:p>
            <a:pPr lvl="0"/>
            <a:r>
              <a:rPr lang="en-US"/>
              <a:t>Author name</a:t>
            </a:r>
          </a:p>
          <a:p>
            <a:pPr lvl="1"/>
            <a:r>
              <a:rPr lang="en-US"/>
              <a:t>Date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AABBF63-5EE7-4625-A83E-A114729508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425" y="2971771"/>
            <a:ext cx="9527637" cy="1760354"/>
          </a:xfrm>
          <a:prstGeom prst="rect">
            <a:avLst/>
          </a:prstGeom>
          <a:noFill/>
        </p:spPr>
        <p:txBody>
          <a:bodyPr lIns="0" tIns="0" rIns="0" bIns="182880" anchor="ctr" anchorCtr="0"/>
          <a:lstStyle>
            <a:lvl1pPr algn="l">
              <a:lnSpc>
                <a:spcPts val="6400"/>
              </a:lnSpc>
              <a:spcBef>
                <a:spcPts val="1200"/>
              </a:spcBef>
              <a:defRPr sz="4800" strike="noStrike" spc="-50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</p:spTree>
    <p:extLst>
      <p:ext uri="{BB962C8B-B14F-4D97-AF65-F5344CB8AC3E}">
        <p14:creationId xmlns:p14="http://schemas.microsoft.com/office/powerpoint/2010/main" val="1282965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030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85750" indent="-2857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2800" b="0">
                <a:latin typeface="+mn-lt"/>
              </a:defRPr>
            </a:lvl1pPr>
            <a:lvl2pPr marL="62865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/>
            </a:lvl2pPr>
            <a:lvl3pPr marL="914400" indent="-285750">
              <a:lnSpc>
                <a:spcPts val="2400"/>
              </a:lnSpc>
              <a:buFont typeface="Arial" panose="020B0604020202020204" pitchFamily="34" charset="0"/>
              <a:buChar char="•"/>
              <a:defRPr sz="1800" b="0">
                <a:solidFill>
                  <a:schemeClr val="tx1"/>
                </a:solidFill>
                <a:latin typeface="+mn-lt"/>
              </a:defRPr>
            </a:lvl3pPr>
            <a:lvl4pPr marL="344488" indent="0">
              <a:buNone/>
              <a:defRPr sz="1800" b="1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96925" indent="0">
              <a:buNone/>
              <a:defRPr sz="1400" b="1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5D712B6-0157-8532-DCDC-4589B35076F3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036084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Smal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5625A6-8780-1DA4-1824-CD835931F04A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5645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725" indent="-339725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 b="0">
                <a:latin typeface="+mn-lt"/>
              </a:defRPr>
            </a:lvl1pPr>
            <a:lvl2pPr marL="569913" indent="-225425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/>
            </a:lvl2pPr>
            <a:lvl3pPr marL="574675" indent="-63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None/>
              <a:defRPr sz="1600" b="1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</a:defRPr>
            </a:lvl3pPr>
            <a:lvl4pPr marL="403225" indent="0">
              <a:buNone/>
              <a:defRPr sz="1600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47713" indent="0">
              <a:buNone/>
              <a:defRPr sz="1400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E2A54D-A755-F900-5808-4CCC5C04D02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47007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02E36C-0871-E1E8-C7B9-7CFB9C124C5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F1BFE9-6D7B-E542-8545-679454897D67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552183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Very 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196245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458F08C-E145-410B-B71F-F971408D4F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B656FDB8-E599-4E21-8C4B-B6B18B8B4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1EEDDA4-2C6D-4AEE-A2CD-B6768DE3C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8" y="1238477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81724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53" r:id="rId1"/>
    <p:sldLayoutId id="2147484570" r:id="rId2"/>
    <p:sldLayoutId id="2147484573" r:id="rId3"/>
    <p:sldLayoutId id="2147484572" r:id="rId4"/>
    <p:sldLayoutId id="2147484574" r:id="rId5"/>
    <p:sldLayoutId id="2147484575" r:id="rId6"/>
  </p:sldLayoutIdLst>
  <p:transition>
    <p:fade/>
  </p:transition>
  <p:hf sldNum="0" hdr="0" dt="0"/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28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400" kern="1200" spc="-50" baseline="0">
          <a:solidFill>
            <a:schemeClr val="tx1"/>
          </a:solidFill>
          <a:latin typeface="+mj-lt"/>
          <a:ea typeface="+mn-ea"/>
          <a:cs typeface="+mn-cs"/>
        </a:defRPr>
      </a:lvl1pPr>
      <a:lvl2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2"/>
          </a:solidFill>
          <a:latin typeface="+mj-lt"/>
          <a:ea typeface="+mn-ea"/>
          <a:cs typeface="+mn-cs"/>
        </a:defRPr>
      </a:lvl3pPr>
      <a:lvl4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200" b="1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331854" indent="0" algn="l" defTabSz="932742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32742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1" pos="1349" userDrawn="1">
          <p15:clr>
            <a:srgbClr val="C35EA4"/>
          </p15:clr>
        </p15:guide>
        <p15:guide id="32" pos="1528" userDrawn="1">
          <p15:clr>
            <a:srgbClr val="C35EA4"/>
          </p15:clr>
        </p15:guide>
        <p15:guide id="33" pos="2621" userDrawn="1">
          <p15:clr>
            <a:srgbClr val="C35EA4"/>
          </p15:clr>
        </p15:guide>
        <p15:guide id="34" pos="2765" userDrawn="1">
          <p15:clr>
            <a:srgbClr val="C35EA4"/>
          </p15:clr>
        </p15:guide>
        <p15:guide id="35" pos="3854" userDrawn="1">
          <p15:clr>
            <a:srgbClr val="C35EA4"/>
          </p15:clr>
        </p15:guide>
        <p15:guide id="36" pos="4003" userDrawn="1">
          <p15:clr>
            <a:srgbClr val="C35EA4"/>
          </p15:clr>
        </p15:guide>
        <p15:guide id="37" pos="5083" userDrawn="1">
          <p15:clr>
            <a:srgbClr val="C35EA4"/>
          </p15:clr>
        </p15:guide>
        <p15:guide id="38" pos="5230" userDrawn="1">
          <p15:clr>
            <a:srgbClr val="C35EA4"/>
          </p15:clr>
        </p15:guide>
        <p15:guide id="39" pos="6323" userDrawn="1">
          <p15:clr>
            <a:srgbClr val="C35EA4"/>
          </p15:clr>
        </p15:guide>
        <p15:guide id="40" pos="6469" userDrawn="1">
          <p15:clr>
            <a:srgbClr val="C35EA4"/>
          </p15:clr>
        </p15:guide>
        <p15:guide id="41" pos="293" userDrawn="1">
          <p15:clr>
            <a:srgbClr val="F26B43"/>
          </p15:clr>
        </p15:guide>
        <p15:guide id="42" pos="7565" userDrawn="1">
          <p15:clr>
            <a:srgbClr val="F26B43"/>
          </p15:clr>
        </p15:guide>
        <p15:guide id="43" orient="horz" pos="751" userDrawn="1">
          <p15:clr>
            <a:srgbClr val="5ACBF0"/>
          </p15:clr>
        </p15:guide>
        <p15:guide id="44" orient="horz" pos="1387" userDrawn="1">
          <p15:clr>
            <a:srgbClr val="5ACBF0"/>
          </p15:clr>
        </p15:guide>
        <p15:guide id="45" orient="horz" pos="605" userDrawn="1">
          <p15:clr>
            <a:srgbClr val="5ACBF0"/>
          </p15:clr>
        </p15:guide>
        <p15:guide id="46" orient="horz" pos="1514" userDrawn="1">
          <p15:clr>
            <a:srgbClr val="5ACBF0"/>
          </p15:clr>
        </p15:guide>
        <p15:guide id="47" orient="horz" pos="2130" userDrawn="1">
          <p15:clr>
            <a:srgbClr val="5ACBF0"/>
          </p15:clr>
        </p15:guide>
        <p15:guide id="48" orient="horz" pos="2299" userDrawn="1">
          <p15:clr>
            <a:srgbClr val="5ACBF0"/>
          </p15:clr>
        </p15:guide>
        <p15:guide id="49" orient="horz" pos="283" userDrawn="1">
          <p15:clr>
            <a:srgbClr val="F26B43"/>
          </p15:clr>
        </p15:guide>
        <p15:guide id="50" orient="horz" pos="4120" userDrawn="1">
          <p15:clr>
            <a:srgbClr val="F26B43"/>
          </p15:clr>
        </p15:guide>
        <p15:guide id="51" orient="horz" pos="2891" userDrawn="1">
          <p15:clr>
            <a:srgbClr val="5ACBF0"/>
          </p15:clr>
        </p15:guide>
        <p15:guide id="52" orient="horz" pos="3019" userDrawn="1">
          <p15:clr>
            <a:srgbClr val="5ACBF0"/>
          </p15:clr>
        </p15:guide>
        <p15:guide id="53" orient="horz" pos="3643" userDrawn="1">
          <p15:clr>
            <a:srgbClr val="5ACBF0"/>
          </p15:clr>
        </p15:guide>
        <p15:guide id="54" orient="horz" pos="3763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458F08C-E145-410B-B71F-F971408D4FA6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B656FDB8-E599-4E21-8C4B-B6B18B8B4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1EEDDA4-2C6D-4AEE-A2CD-B6768DE3C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8" y="1238477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F7DB54B-389F-024C-4D79-28A5DD9BCDA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129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77" r:id="rId1"/>
    <p:sldLayoutId id="2147484578" r:id="rId2"/>
    <p:sldLayoutId id="2147484579" r:id="rId3"/>
    <p:sldLayoutId id="2147484580" r:id="rId4"/>
    <p:sldLayoutId id="2147484581" r:id="rId5"/>
  </p:sldLayoutIdLst>
  <p:transition>
    <p:fade/>
  </p:transition>
  <p:hf sldNum="0" hdr="0" dt="0"/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28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400" kern="1200" spc="-50" baseline="0">
          <a:solidFill>
            <a:schemeClr val="tx1"/>
          </a:solidFill>
          <a:latin typeface="+mj-lt"/>
          <a:ea typeface="+mn-ea"/>
          <a:cs typeface="+mn-cs"/>
        </a:defRPr>
      </a:lvl1pPr>
      <a:lvl2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2"/>
          </a:solidFill>
          <a:latin typeface="+mj-lt"/>
          <a:ea typeface="+mn-ea"/>
          <a:cs typeface="+mn-cs"/>
        </a:defRPr>
      </a:lvl3pPr>
      <a:lvl4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200" b="1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331854" indent="0" algn="l" defTabSz="932742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32742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5" pos="1349" userDrawn="1">
          <p15:clr>
            <a:srgbClr val="C35EA4"/>
          </p15:clr>
        </p15:guide>
        <p15:guide id="56" pos="1528" userDrawn="1">
          <p15:clr>
            <a:srgbClr val="C35EA4"/>
          </p15:clr>
        </p15:guide>
        <p15:guide id="57" pos="2621" userDrawn="1">
          <p15:clr>
            <a:srgbClr val="C35EA4"/>
          </p15:clr>
        </p15:guide>
        <p15:guide id="58" pos="2765" userDrawn="1">
          <p15:clr>
            <a:srgbClr val="C35EA4"/>
          </p15:clr>
        </p15:guide>
        <p15:guide id="59" pos="3854" userDrawn="1">
          <p15:clr>
            <a:srgbClr val="C35EA4"/>
          </p15:clr>
        </p15:guide>
        <p15:guide id="60" pos="4003" userDrawn="1">
          <p15:clr>
            <a:srgbClr val="C35EA4"/>
          </p15:clr>
        </p15:guide>
        <p15:guide id="61" pos="5083" userDrawn="1">
          <p15:clr>
            <a:srgbClr val="C35EA4"/>
          </p15:clr>
        </p15:guide>
        <p15:guide id="62" pos="5230" userDrawn="1">
          <p15:clr>
            <a:srgbClr val="C35EA4"/>
          </p15:clr>
        </p15:guide>
        <p15:guide id="63" pos="6323" userDrawn="1">
          <p15:clr>
            <a:srgbClr val="C35EA4"/>
          </p15:clr>
        </p15:guide>
        <p15:guide id="64" pos="6469" userDrawn="1">
          <p15:clr>
            <a:srgbClr val="C35EA4"/>
          </p15:clr>
        </p15:guide>
        <p15:guide id="65" pos="293" userDrawn="1">
          <p15:clr>
            <a:srgbClr val="F26B43"/>
          </p15:clr>
        </p15:guide>
        <p15:guide id="66" pos="7565" userDrawn="1">
          <p15:clr>
            <a:srgbClr val="F26B43"/>
          </p15:clr>
        </p15:guide>
        <p15:guide id="67" orient="horz" pos="751" userDrawn="1">
          <p15:clr>
            <a:srgbClr val="5ACBF0"/>
          </p15:clr>
        </p15:guide>
        <p15:guide id="68" orient="horz" pos="1387" userDrawn="1">
          <p15:clr>
            <a:srgbClr val="5ACBF0"/>
          </p15:clr>
        </p15:guide>
        <p15:guide id="69" orient="horz" pos="605" userDrawn="1">
          <p15:clr>
            <a:srgbClr val="5ACBF0"/>
          </p15:clr>
        </p15:guide>
        <p15:guide id="70" orient="horz" pos="1514" userDrawn="1">
          <p15:clr>
            <a:srgbClr val="5ACBF0"/>
          </p15:clr>
        </p15:guide>
        <p15:guide id="71" orient="horz" pos="2130" userDrawn="1">
          <p15:clr>
            <a:srgbClr val="5ACBF0"/>
          </p15:clr>
        </p15:guide>
        <p15:guide id="72" orient="horz" pos="2299" userDrawn="1">
          <p15:clr>
            <a:srgbClr val="5ACBF0"/>
          </p15:clr>
        </p15:guide>
        <p15:guide id="73" orient="horz" pos="283" userDrawn="1">
          <p15:clr>
            <a:srgbClr val="F26B43"/>
          </p15:clr>
        </p15:guide>
        <p15:guide id="74" orient="horz" pos="4120" userDrawn="1">
          <p15:clr>
            <a:srgbClr val="F26B43"/>
          </p15:clr>
        </p15:guide>
        <p15:guide id="75" orient="horz" pos="2891" userDrawn="1">
          <p15:clr>
            <a:srgbClr val="5ACBF0"/>
          </p15:clr>
        </p15:guide>
        <p15:guide id="76" orient="horz" pos="3019" userDrawn="1">
          <p15:clr>
            <a:srgbClr val="5ACBF0"/>
          </p15:clr>
        </p15:guide>
        <p15:guide id="77" orient="horz" pos="3643" userDrawn="1">
          <p15:clr>
            <a:srgbClr val="5ACBF0"/>
          </p15:clr>
        </p15:guide>
        <p15:guide id="78" orient="horz" pos="3763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7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33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026B8-78C9-AA17-D8CE-6BC402B71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85473AEA-D435-81A9-1DA2-C2C1A3DA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425" y="3421061"/>
            <a:ext cx="10330234" cy="861774"/>
          </a:xfrm>
        </p:spPr>
        <p:txBody>
          <a:bodyPr/>
          <a:lstStyle/>
          <a:p>
            <a:pPr algn="ctr">
              <a:lnSpc>
                <a:spcPct val="100000"/>
              </a:lnSpc>
            </a:pPr>
            <a:r>
              <a:rPr lang="en-US" sz="4400" dirty="0"/>
              <a:t>Chapter 1</a:t>
            </a:r>
            <a:endParaRPr lang="en-US" sz="21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3114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88E04-D23A-A25B-F1EB-8E9F9E3F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4E7FFA56-CE0E-CFF5-B162-583DA80A914D}"/>
              </a:ext>
            </a:extLst>
          </p:cNvPr>
          <p:cNvSpPr/>
          <p:nvPr/>
        </p:nvSpPr>
        <p:spPr bwMode="auto">
          <a:xfrm>
            <a:off x="698157" y="1328512"/>
            <a:ext cx="5066539" cy="201103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D4FBE6-79B5-FC66-133B-7E47E5765745}"/>
              </a:ext>
            </a:extLst>
          </p:cNvPr>
          <p:cNvSpPr/>
          <p:nvPr/>
        </p:nvSpPr>
        <p:spPr bwMode="auto">
          <a:xfrm>
            <a:off x="3699718" y="1506118"/>
            <a:ext cx="1886073" cy="166893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shared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codebase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7516FAD5-2F91-29A4-A6E3-9A97FC9B5D67}"/>
              </a:ext>
            </a:extLst>
          </p:cNvPr>
          <p:cNvSpPr/>
          <p:nvPr/>
        </p:nvSpPr>
        <p:spPr bwMode="auto">
          <a:xfrm>
            <a:off x="2188867" y="153625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35661F-7FA0-1D15-6A83-4A38E66BFB70}"/>
              </a:ext>
            </a:extLst>
          </p:cNvPr>
          <p:cNvSpPr/>
          <p:nvPr/>
        </p:nvSpPr>
        <p:spPr bwMode="auto">
          <a:xfrm>
            <a:off x="855870" y="1506118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B4548C-BDCC-D32D-6DE5-8744F627A835}"/>
              </a:ext>
            </a:extLst>
          </p:cNvPr>
          <p:cNvSpPr/>
          <p:nvPr/>
        </p:nvSpPr>
        <p:spPr bwMode="auto">
          <a:xfrm>
            <a:off x="855870" y="2066022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EDDA63-B437-941E-F89B-82AE159FDC61}"/>
              </a:ext>
            </a:extLst>
          </p:cNvPr>
          <p:cNvSpPr/>
          <p:nvPr/>
        </p:nvSpPr>
        <p:spPr bwMode="auto">
          <a:xfrm>
            <a:off x="855870" y="2715377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N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A52EF814-C49C-2BDD-746A-35D92D467376}"/>
              </a:ext>
            </a:extLst>
          </p:cNvPr>
          <p:cNvSpPr/>
          <p:nvPr/>
        </p:nvSpPr>
        <p:spPr bwMode="auto">
          <a:xfrm>
            <a:off x="2188867" y="206602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BC2C7C1-A356-D0EC-8558-427D50CA6645}"/>
              </a:ext>
            </a:extLst>
          </p:cNvPr>
          <p:cNvSpPr/>
          <p:nvPr/>
        </p:nvSpPr>
        <p:spPr bwMode="auto">
          <a:xfrm>
            <a:off x="2188867" y="2715377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</p:spTree>
    <p:extLst>
      <p:ext uri="{BB962C8B-B14F-4D97-AF65-F5344CB8AC3E}">
        <p14:creationId xmlns:p14="http://schemas.microsoft.com/office/powerpoint/2010/main" val="298033194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78C485D-3A46-40D1-5373-DDF18F784091}"/>
              </a:ext>
            </a:extLst>
          </p:cNvPr>
          <p:cNvSpPr/>
          <p:nvPr/>
        </p:nvSpPr>
        <p:spPr bwMode="auto">
          <a:xfrm>
            <a:off x="1543736" y="615928"/>
            <a:ext cx="5622378" cy="159055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B81A26D-EBCD-FB0A-ED1B-5BB31977E55B}"/>
              </a:ext>
            </a:extLst>
          </p:cNvPr>
          <p:cNvGrpSpPr/>
          <p:nvPr/>
        </p:nvGrpSpPr>
        <p:grpSpPr>
          <a:xfrm>
            <a:off x="1664104" y="773980"/>
            <a:ext cx="5320563" cy="1293359"/>
            <a:chOff x="1664104" y="773980"/>
            <a:chExt cx="6857927" cy="1667072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75316FA-3A99-1746-7388-C57FA01FDF73}"/>
                </a:ext>
              </a:extLst>
            </p:cNvPr>
            <p:cNvSpPr/>
            <p:nvPr/>
          </p:nvSpPr>
          <p:spPr bwMode="auto">
            <a:xfrm>
              <a:off x="1664104" y="773980"/>
              <a:ext cx="1632212" cy="1667071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D6F9DE8-BFD8-ED75-D80E-6643CBD92F41}"/>
                </a:ext>
              </a:extLst>
            </p:cNvPr>
            <p:cNvSpPr/>
            <p:nvPr/>
          </p:nvSpPr>
          <p:spPr bwMode="auto">
            <a:xfrm>
              <a:off x="4275308" y="797714"/>
              <a:ext cx="1625443" cy="1643338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test</a:t>
              </a:r>
            </a:p>
          </p:txBody>
        </p:sp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7E711A8B-74EF-8F35-800C-37539A4E8977}"/>
                </a:ext>
              </a:extLst>
            </p:cNvPr>
            <p:cNvSpPr/>
            <p:nvPr/>
          </p:nvSpPr>
          <p:spPr bwMode="auto">
            <a:xfrm>
              <a:off x="3363614" y="1301322"/>
              <a:ext cx="879837" cy="506304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876C167-CDFD-1E40-7D5A-871E02B6B79C}"/>
                </a:ext>
              </a:extLst>
            </p:cNvPr>
            <p:cNvSpPr/>
            <p:nvPr/>
          </p:nvSpPr>
          <p:spPr bwMode="auto">
            <a:xfrm>
              <a:off x="6896588" y="797714"/>
              <a:ext cx="1625443" cy="1643338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</p:txBody>
        </p:sp>
        <p:sp>
          <p:nvSpPr>
            <p:cNvPr id="6" name="Arrow: Right 5">
              <a:extLst>
                <a:ext uri="{FF2B5EF4-FFF2-40B4-BE49-F238E27FC236}">
                  <a16:creationId xmlns:a16="http://schemas.microsoft.com/office/drawing/2014/main" id="{A55C7AC8-4247-2C70-2CDB-A7000BB82B63}"/>
                </a:ext>
              </a:extLst>
            </p:cNvPr>
            <p:cNvSpPr/>
            <p:nvPr/>
          </p:nvSpPr>
          <p:spPr bwMode="auto">
            <a:xfrm>
              <a:off x="5984894" y="1301322"/>
              <a:ext cx="879837" cy="506304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755312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6DA5E9-D66A-9398-8240-2844AE10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0730" y="729864"/>
            <a:ext cx="9955014" cy="55347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35011011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6355D43-59C0-9C34-A078-23228550B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521" y="2244550"/>
            <a:ext cx="8297433" cy="25054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45113176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1444E-FF95-69D5-DADE-B4F8B697E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9C3E6F-3A43-3B76-CA28-48F6341F3B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87" y="1158052"/>
            <a:ext cx="5450833" cy="45867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20723531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2B332-B10D-D7A1-C70A-DEE2D965E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591D005-5A22-D697-25EE-900D0043388E}"/>
              </a:ext>
            </a:extLst>
          </p:cNvPr>
          <p:cNvGrpSpPr/>
          <p:nvPr/>
        </p:nvGrpSpPr>
        <p:grpSpPr>
          <a:xfrm>
            <a:off x="1057295" y="2434562"/>
            <a:ext cx="8884563" cy="2125401"/>
            <a:chOff x="254016" y="657648"/>
            <a:chExt cx="12207963" cy="292043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B7D506D-9DB6-56C3-34A3-7025F65D4D7F}"/>
                </a:ext>
              </a:extLst>
            </p:cNvPr>
            <p:cNvSpPr/>
            <p:nvPr/>
          </p:nvSpPr>
          <p:spPr bwMode="auto">
            <a:xfrm>
              <a:off x="254016" y="657648"/>
              <a:ext cx="12207963" cy="292043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C024641-4549-6F1D-FA05-7F93CEE72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44932" y="779179"/>
              <a:ext cx="5449713" cy="2639882"/>
            </a:xfrm>
            <a:prstGeom prst="rect">
              <a:avLst/>
            </a:prstGeom>
            <a:ln>
              <a:solidFill>
                <a:schemeClr val="tx1">
                  <a:lumMod val="60000"/>
                  <a:lumOff val="40000"/>
                </a:schemeClr>
              </a:solidFill>
            </a:ln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1487554-F93F-6B14-A736-BFD2170F0C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6132" y="779180"/>
              <a:ext cx="4694307" cy="2639882"/>
            </a:xfrm>
            <a:prstGeom prst="rect">
              <a:avLst/>
            </a:prstGeom>
            <a:ln>
              <a:solidFill>
                <a:schemeClr val="accent1"/>
              </a:solidFill>
            </a:ln>
          </p:spPr>
        </p:pic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5BBD1075-1E6B-E13F-0345-41D668DC13C3}"/>
                </a:ext>
              </a:extLst>
            </p:cNvPr>
            <p:cNvSpPr/>
            <p:nvPr/>
          </p:nvSpPr>
          <p:spPr bwMode="auto">
            <a:xfrm>
              <a:off x="5143338" y="1926554"/>
              <a:ext cx="1701593" cy="776452"/>
            </a:xfrm>
            <a:prstGeom prst="rightArrow">
              <a:avLst>
                <a:gd name="adj1" fmla="val 62678"/>
                <a:gd name="adj2" fmla="val 5000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07742836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93BBD36-97C4-7689-7B3C-D3C478E59C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989" y="792517"/>
            <a:ext cx="4867954" cy="29531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21321098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D8E90-ED59-FC7F-9B3A-E15695DB3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0D346B3-DB82-B8B2-85F4-920D52845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646" y="626789"/>
            <a:ext cx="7992590" cy="4906060"/>
          </a:xfrm>
          <a:prstGeom prst="rect">
            <a:avLst/>
          </a:prstGeom>
          <a:ln>
            <a:solidFill>
              <a:schemeClr val="tx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3413006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1F83280-6ACC-1CD9-59C4-9CDAA2D6C2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231" y="1291918"/>
            <a:ext cx="7244143" cy="339477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56237070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9F07A0-596C-8E32-98E4-4EDD4A18B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844" y="319041"/>
            <a:ext cx="8206260" cy="33286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8590117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05C68A0-65EF-4EA9-5280-6201D92753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9480" t="44362"/>
          <a:stretch>
            <a:fillRect/>
          </a:stretch>
        </p:blipFill>
        <p:spPr>
          <a:xfrm>
            <a:off x="1684195" y="755569"/>
            <a:ext cx="3884457" cy="287240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CDCD9A42-CFF4-72DE-1A8E-68E8D3E2093B}"/>
              </a:ext>
            </a:extLst>
          </p:cNvPr>
          <p:cNvSpPr/>
          <p:nvPr/>
        </p:nvSpPr>
        <p:spPr bwMode="auto">
          <a:xfrm>
            <a:off x="1223624" y="1398108"/>
            <a:ext cx="682601" cy="301023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4602574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BAB94-10D8-E957-01C7-DD74DDBBA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EBE9C43-2D62-FD72-880B-3CE379B9F130}"/>
              </a:ext>
            </a:extLst>
          </p:cNvPr>
          <p:cNvSpPr/>
          <p:nvPr/>
        </p:nvSpPr>
        <p:spPr bwMode="auto">
          <a:xfrm>
            <a:off x="883253" y="2485205"/>
            <a:ext cx="4679376" cy="11874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A57E901D-87C0-5E84-C4D0-15CDD4C2C4DF}"/>
              </a:ext>
            </a:extLst>
          </p:cNvPr>
          <p:cNvSpPr/>
          <p:nvPr/>
        </p:nvSpPr>
        <p:spPr bwMode="auto">
          <a:xfrm flipH="1">
            <a:off x="2278761" y="2797651"/>
            <a:ext cx="1779105" cy="555803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 from GIT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FEC60C-3C9A-9B00-A3C3-6D56355810C8}"/>
              </a:ext>
            </a:extLst>
          </p:cNvPr>
          <p:cNvSpPr/>
          <p:nvPr/>
        </p:nvSpPr>
        <p:spPr bwMode="auto">
          <a:xfrm>
            <a:off x="4134936" y="2648647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BE3D293-9F86-4298-993C-7DC2370CAB2E}"/>
              </a:ext>
            </a:extLst>
          </p:cNvPr>
          <p:cNvSpPr/>
          <p:nvPr/>
        </p:nvSpPr>
        <p:spPr bwMode="auto">
          <a:xfrm>
            <a:off x="1007792" y="2648650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2697788300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C64352-795B-8B49-09CB-66DB6A387B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5678" y="1082338"/>
            <a:ext cx="8545118" cy="482984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70777179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379B322-3C68-85D0-9E51-4B8765F956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61"/>
          <a:stretch>
            <a:fillRect/>
          </a:stretch>
        </p:blipFill>
        <p:spPr>
          <a:xfrm>
            <a:off x="1888434" y="1083036"/>
            <a:ext cx="3963993" cy="371526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77486191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C68869CF-BC28-F842-5080-3DF2563282EE}"/>
              </a:ext>
            </a:extLst>
          </p:cNvPr>
          <p:cNvSpPr/>
          <p:nvPr/>
        </p:nvSpPr>
        <p:spPr bwMode="auto">
          <a:xfrm>
            <a:off x="623277" y="672614"/>
            <a:ext cx="4679376" cy="11874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FAFD7186-4F6F-D7FE-6CEB-1C87D92B7737}"/>
              </a:ext>
            </a:extLst>
          </p:cNvPr>
          <p:cNvSpPr/>
          <p:nvPr/>
        </p:nvSpPr>
        <p:spPr bwMode="auto">
          <a:xfrm flipH="1">
            <a:off x="2018785" y="985060"/>
            <a:ext cx="1779105" cy="555803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 from GIT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0257883-F6E8-97D6-E336-7F8A4EC8994D}"/>
              </a:ext>
            </a:extLst>
          </p:cNvPr>
          <p:cNvSpPr/>
          <p:nvPr/>
        </p:nvSpPr>
        <p:spPr bwMode="auto">
          <a:xfrm>
            <a:off x="3874960" y="836056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65065B-B098-406F-C5B7-F0A36B399733}"/>
              </a:ext>
            </a:extLst>
          </p:cNvPr>
          <p:cNvSpPr/>
          <p:nvPr/>
        </p:nvSpPr>
        <p:spPr bwMode="auto">
          <a:xfrm>
            <a:off x="747816" y="836059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empty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3770906330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DA362-ED44-E05C-6D0C-B80BD285C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58B5717-91D2-D730-06D9-D36F5BED45E3}"/>
              </a:ext>
            </a:extLst>
          </p:cNvPr>
          <p:cNvSpPr/>
          <p:nvPr/>
        </p:nvSpPr>
        <p:spPr bwMode="auto">
          <a:xfrm>
            <a:off x="765313" y="685800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4B8C3B-A4D2-B984-66F7-6877181322AC}"/>
              </a:ext>
            </a:extLst>
          </p:cNvPr>
          <p:cNvSpPr/>
          <p:nvPr/>
        </p:nvSpPr>
        <p:spPr bwMode="auto">
          <a:xfrm>
            <a:off x="2684710" y="2229984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7E70B40-1E2D-07A3-3CFB-794FDDCD01EE}"/>
              </a:ext>
            </a:extLst>
          </p:cNvPr>
          <p:cNvSpPr/>
          <p:nvPr/>
        </p:nvSpPr>
        <p:spPr bwMode="auto">
          <a:xfrm>
            <a:off x="2670984" y="823537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D3A5154-3942-DCD0-64EA-56F76029D0B3}"/>
              </a:ext>
            </a:extLst>
          </p:cNvPr>
          <p:cNvSpPr/>
          <p:nvPr/>
        </p:nvSpPr>
        <p:spPr bwMode="auto">
          <a:xfrm>
            <a:off x="891546" y="2229984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7A3E7367-A547-510E-4FCF-D9DB1A8A26EE}"/>
              </a:ext>
            </a:extLst>
          </p:cNvPr>
          <p:cNvSpPr/>
          <p:nvPr/>
        </p:nvSpPr>
        <p:spPr bwMode="auto">
          <a:xfrm rot="16200000" flipH="1">
            <a:off x="3034578" y="1749901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9696F7B-0054-6D38-3B6F-3C1F540C9409}"/>
              </a:ext>
            </a:extLst>
          </p:cNvPr>
          <p:cNvSpPr/>
          <p:nvPr/>
        </p:nvSpPr>
        <p:spPr bwMode="auto">
          <a:xfrm flipH="1">
            <a:off x="2168534" y="2481452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9126768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09148-A402-0A53-5B9D-41F45EA56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9656763-2773-FFB2-5324-1B6A122CC8B4}"/>
              </a:ext>
            </a:extLst>
          </p:cNvPr>
          <p:cNvSpPr/>
          <p:nvPr/>
        </p:nvSpPr>
        <p:spPr bwMode="auto">
          <a:xfrm>
            <a:off x="1013986" y="784412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EDCA495-BDB3-81E6-CE19-C82FB8683FED}"/>
              </a:ext>
            </a:extLst>
          </p:cNvPr>
          <p:cNvSpPr/>
          <p:nvPr/>
        </p:nvSpPr>
        <p:spPr bwMode="auto">
          <a:xfrm>
            <a:off x="2933383" y="2328596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3BD3952-7650-3E96-9ABB-5194EC9DA85E}"/>
              </a:ext>
            </a:extLst>
          </p:cNvPr>
          <p:cNvSpPr/>
          <p:nvPr/>
        </p:nvSpPr>
        <p:spPr bwMode="auto">
          <a:xfrm>
            <a:off x="2919657" y="922149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38A0F9-97F1-7E53-82DE-DEC4746CCD68}"/>
              </a:ext>
            </a:extLst>
          </p:cNvPr>
          <p:cNvSpPr/>
          <p:nvPr/>
        </p:nvSpPr>
        <p:spPr bwMode="auto">
          <a:xfrm>
            <a:off x="1140219" y="2328596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3C7667E-C286-443C-7103-E0716F698742}"/>
              </a:ext>
            </a:extLst>
          </p:cNvPr>
          <p:cNvSpPr/>
          <p:nvPr/>
        </p:nvSpPr>
        <p:spPr bwMode="auto">
          <a:xfrm rot="5400000" flipH="1" flipV="1">
            <a:off x="3283251" y="1848513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58C28B22-FF61-D55A-D371-7EA8B310DF75}"/>
              </a:ext>
            </a:extLst>
          </p:cNvPr>
          <p:cNvSpPr/>
          <p:nvPr/>
        </p:nvSpPr>
        <p:spPr bwMode="auto">
          <a:xfrm>
            <a:off x="2417207" y="2580064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7724901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B18D74-0A71-BA90-B0FB-6170CA23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80" y="589065"/>
            <a:ext cx="6392167" cy="247684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08191561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5BB03-3C62-8381-5E78-7D7B79FAC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26BF720-995B-6407-B753-644E91BC0FED}"/>
              </a:ext>
            </a:extLst>
          </p:cNvPr>
          <p:cNvSpPr/>
          <p:nvPr/>
        </p:nvSpPr>
        <p:spPr bwMode="auto">
          <a:xfrm>
            <a:off x="695787" y="643439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91F1BA-C32C-AE02-614D-9698D0EB0CD4}"/>
              </a:ext>
            </a:extLst>
          </p:cNvPr>
          <p:cNvSpPr/>
          <p:nvPr/>
        </p:nvSpPr>
        <p:spPr bwMode="auto">
          <a:xfrm>
            <a:off x="2615184" y="2187623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A87DD5-1117-4E34-DEFA-603111C935C4}"/>
              </a:ext>
            </a:extLst>
          </p:cNvPr>
          <p:cNvSpPr/>
          <p:nvPr/>
        </p:nvSpPr>
        <p:spPr bwMode="auto">
          <a:xfrm>
            <a:off x="2601458" y="781176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53E3CE-51ED-3A3D-638E-02E135D85226}"/>
              </a:ext>
            </a:extLst>
          </p:cNvPr>
          <p:cNvSpPr/>
          <p:nvPr/>
        </p:nvSpPr>
        <p:spPr bwMode="auto">
          <a:xfrm>
            <a:off x="822020" y="2187623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087BC9B9-C2D3-05AB-EC3A-F9318B407D54}"/>
              </a:ext>
            </a:extLst>
          </p:cNvPr>
          <p:cNvSpPr/>
          <p:nvPr/>
        </p:nvSpPr>
        <p:spPr bwMode="auto">
          <a:xfrm rot="16200000" flipH="1">
            <a:off x="2965052" y="1707540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3EFAFF4E-8654-FA8B-0C1D-6BD3825349A8}"/>
              </a:ext>
            </a:extLst>
          </p:cNvPr>
          <p:cNvSpPr/>
          <p:nvPr/>
        </p:nvSpPr>
        <p:spPr bwMode="auto">
          <a:xfrm>
            <a:off x="2099008" y="2439091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6" name="Graphic 15" descr="No sign with solid fill">
            <a:extLst>
              <a:ext uri="{FF2B5EF4-FFF2-40B4-BE49-F238E27FC236}">
                <a16:creationId xmlns:a16="http://schemas.microsoft.com/office/drawing/2014/main" id="{9CB64DF4-1A32-19F6-DF29-F7B9F1DAE7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90399" y="2187623"/>
            <a:ext cx="910632" cy="91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511937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37AA8-FDDF-0FD1-6582-C416C5EF0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884E3BD8-CD04-38F5-13F8-6822EB428B33}"/>
              </a:ext>
            </a:extLst>
          </p:cNvPr>
          <p:cNvSpPr/>
          <p:nvPr/>
        </p:nvSpPr>
        <p:spPr bwMode="auto">
          <a:xfrm flipH="1">
            <a:off x="634999" y="533261"/>
            <a:ext cx="4179515" cy="91635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549E81B-E252-61F1-E3B5-FF2CCE5DAECE}"/>
              </a:ext>
            </a:extLst>
          </p:cNvPr>
          <p:cNvSpPr/>
          <p:nvPr/>
        </p:nvSpPr>
        <p:spPr bwMode="auto">
          <a:xfrm>
            <a:off x="3287605" y="638370"/>
            <a:ext cx="1409157" cy="706132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75E2F17-4E3D-E61E-EA70-FE34E0ADFA16}"/>
              </a:ext>
            </a:extLst>
          </p:cNvPr>
          <p:cNvSpPr/>
          <p:nvPr/>
        </p:nvSpPr>
        <p:spPr bwMode="auto">
          <a:xfrm>
            <a:off x="781825" y="638370"/>
            <a:ext cx="1409157" cy="706132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B025234D-1840-1435-423D-7F4152794A02}"/>
              </a:ext>
            </a:extLst>
          </p:cNvPr>
          <p:cNvSpPr/>
          <p:nvPr/>
        </p:nvSpPr>
        <p:spPr bwMode="auto">
          <a:xfrm>
            <a:off x="2186409" y="783053"/>
            <a:ext cx="1041680" cy="416767"/>
          </a:xfrm>
          <a:prstGeom prst="rightArrow">
            <a:avLst>
              <a:gd name="adj1" fmla="val 61383"/>
              <a:gd name="adj2" fmla="val 60168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</p:spTree>
    <p:extLst>
      <p:ext uri="{BB962C8B-B14F-4D97-AF65-F5344CB8AC3E}">
        <p14:creationId xmlns:p14="http://schemas.microsoft.com/office/powerpoint/2010/main" val="99627246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0A4931A-08F1-28FF-BCC2-D3A5E41604F5}"/>
              </a:ext>
            </a:extLst>
          </p:cNvPr>
          <p:cNvSpPr/>
          <p:nvPr/>
        </p:nvSpPr>
        <p:spPr bwMode="auto">
          <a:xfrm>
            <a:off x="775253" y="852860"/>
            <a:ext cx="3474975" cy="29637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F5B037-D4F1-8E47-60C0-BACD79E56D07}"/>
              </a:ext>
            </a:extLst>
          </p:cNvPr>
          <p:cNvGrpSpPr/>
          <p:nvPr/>
        </p:nvGrpSpPr>
        <p:grpSpPr>
          <a:xfrm>
            <a:off x="921927" y="1013791"/>
            <a:ext cx="1261062" cy="2601961"/>
            <a:chOff x="5239777" y="695739"/>
            <a:chExt cx="1261062" cy="260196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022EAFC-5123-14A5-1397-7936B6CE4AA4}"/>
                </a:ext>
              </a:extLst>
            </p:cNvPr>
            <p:cNvSpPr/>
            <p:nvPr/>
          </p:nvSpPr>
          <p:spPr bwMode="auto">
            <a:xfrm>
              <a:off x="5239777" y="2022754"/>
              <a:ext cx="1261062" cy="1274946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6628062B-B605-F225-8404-ABA8845BCC26}"/>
                </a:ext>
              </a:extLst>
            </p:cNvPr>
            <p:cNvSpPr/>
            <p:nvPr/>
          </p:nvSpPr>
          <p:spPr bwMode="auto">
            <a:xfrm>
              <a:off x="5239777" y="695739"/>
              <a:ext cx="1261062" cy="853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21" name="Arrow: Right 20">
              <a:extLst>
                <a:ext uri="{FF2B5EF4-FFF2-40B4-BE49-F238E27FC236}">
                  <a16:creationId xmlns:a16="http://schemas.microsoft.com/office/drawing/2014/main" id="{FDAA4910-813A-B3B4-1E9D-E167A8085D70}"/>
                </a:ext>
              </a:extLst>
            </p:cNvPr>
            <p:cNvSpPr/>
            <p:nvPr/>
          </p:nvSpPr>
          <p:spPr bwMode="auto">
            <a:xfrm rot="16200000">
              <a:off x="5666768" y="1663964"/>
              <a:ext cx="407079" cy="282097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9ADFB1F-17FA-C7F9-9A75-9993B813B788}"/>
              </a:ext>
            </a:extLst>
          </p:cNvPr>
          <p:cNvGrpSpPr/>
          <p:nvPr/>
        </p:nvGrpSpPr>
        <p:grpSpPr>
          <a:xfrm>
            <a:off x="2855790" y="1013791"/>
            <a:ext cx="1261062" cy="2601961"/>
            <a:chOff x="5239777" y="695739"/>
            <a:chExt cx="1261062" cy="2601961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9C99F46-C04E-B270-DA61-063B4AC5A842}"/>
                </a:ext>
              </a:extLst>
            </p:cNvPr>
            <p:cNvSpPr/>
            <p:nvPr/>
          </p:nvSpPr>
          <p:spPr bwMode="auto">
            <a:xfrm>
              <a:off x="5239777" y="2022754"/>
              <a:ext cx="1261062" cy="1274946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main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BDE3C57-59D7-8F29-7CD2-60C6983FAD65}"/>
                </a:ext>
              </a:extLst>
            </p:cNvPr>
            <p:cNvSpPr/>
            <p:nvPr/>
          </p:nvSpPr>
          <p:spPr bwMode="auto">
            <a:xfrm>
              <a:off x="5239777" y="695739"/>
              <a:ext cx="1261062" cy="853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26" name="Arrow: Right 25">
              <a:extLst>
                <a:ext uri="{FF2B5EF4-FFF2-40B4-BE49-F238E27FC236}">
                  <a16:creationId xmlns:a16="http://schemas.microsoft.com/office/drawing/2014/main" id="{78E118AF-27DA-883D-7A92-331484A33B66}"/>
                </a:ext>
              </a:extLst>
            </p:cNvPr>
            <p:cNvSpPr/>
            <p:nvPr/>
          </p:nvSpPr>
          <p:spPr bwMode="auto">
            <a:xfrm rot="5400000" flipV="1">
              <a:off x="5666768" y="1663964"/>
              <a:ext cx="407079" cy="282097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7ACC4CEC-CEEE-FFD5-3AF7-A1C423F543A1}"/>
              </a:ext>
            </a:extLst>
          </p:cNvPr>
          <p:cNvSpPr/>
          <p:nvPr/>
        </p:nvSpPr>
        <p:spPr bwMode="auto">
          <a:xfrm flipH="1">
            <a:off x="2238964" y="2771705"/>
            <a:ext cx="572820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270882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A81DDA98-4825-3921-6F0B-696CE3501D6D}"/>
              </a:ext>
            </a:extLst>
          </p:cNvPr>
          <p:cNvSpPr/>
          <p:nvPr/>
        </p:nvSpPr>
        <p:spPr bwMode="auto">
          <a:xfrm flipH="1">
            <a:off x="1977886" y="1175361"/>
            <a:ext cx="6669158" cy="232190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298B2A83-4564-52E5-22F7-DDF892336EC5}"/>
              </a:ext>
            </a:extLst>
          </p:cNvPr>
          <p:cNvSpPr/>
          <p:nvPr/>
        </p:nvSpPr>
        <p:spPr bwMode="auto">
          <a:xfrm>
            <a:off x="7094291" y="1313887"/>
            <a:ext cx="1409157" cy="20546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F4CD762-EA8E-00DE-6D9A-96A9231765F1}"/>
              </a:ext>
            </a:extLst>
          </p:cNvPr>
          <p:cNvGrpSpPr/>
          <p:nvPr/>
        </p:nvGrpSpPr>
        <p:grpSpPr>
          <a:xfrm>
            <a:off x="2082733" y="1313888"/>
            <a:ext cx="4952043" cy="616415"/>
            <a:chOff x="1416811" y="3878184"/>
            <a:chExt cx="4952043" cy="616415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140A259-408C-88D5-5936-1933949BDB28}"/>
                </a:ext>
              </a:extLst>
            </p:cNvPr>
            <p:cNvSpPr/>
            <p:nvPr/>
          </p:nvSpPr>
          <p:spPr bwMode="auto">
            <a:xfrm>
              <a:off x="3922590" y="3883937"/>
              <a:ext cx="1409157" cy="604908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feature1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2CAEC50-BE3D-1C89-F9B0-F46AB8D3892D}"/>
                </a:ext>
              </a:extLst>
            </p:cNvPr>
            <p:cNvSpPr/>
            <p:nvPr/>
          </p:nvSpPr>
          <p:spPr bwMode="auto">
            <a:xfrm>
              <a:off x="1416811" y="3878184"/>
              <a:ext cx="1409157" cy="616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feature1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56" name="Arrow: Right 55">
              <a:extLst>
                <a:ext uri="{FF2B5EF4-FFF2-40B4-BE49-F238E27FC236}">
                  <a16:creationId xmlns:a16="http://schemas.microsoft.com/office/drawing/2014/main" id="{999A10B0-4F22-0404-DF5E-1ACDABDD623F}"/>
                </a:ext>
              </a:extLst>
            </p:cNvPr>
            <p:cNvSpPr/>
            <p:nvPr/>
          </p:nvSpPr>
          <p:spPr bwMode="auto">
            <a:xfrm>
              <a:off x="5327174" y="3978008"/>
              <a:ext cx="104168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FAA8980D-D811-36BA-4738-8FA746E5D57B}"/>
                </a:ext>
              </a:extLst>
            </p:cNvPr>
            <p:cNvSpPr/>
            <p:nvPr/>
          </p:nvSpPr>
          <p:spPr bwMode="auto">
            <a:xfrm>
              <a:off x="2825969" y="3978008"/>
              <a:ext cx="109662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A97CE6D-EC9E-FAF3-6307-7251AA253E38}"/>
              </a:ext>
            </a:extLst>
          </p:cNvPr>
          <p:cNvGrpSpPr/>
          <p:nvPr/>
        </p:nvGrpSpPr>
        <p:grpSpPr>
          <a:xfrm>
            <a:off x="2082733" y="2030127"/>
            <a:ext cx="4952043" cy="616415"/>
            <a:chOff x="1416811" y="3878184"/>
            <a:chExt cx="4952043" cy="61641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BD8481D-EA1C-F0DA-BC7A-1C4B8EDDBCF4}"/>
                </a:ext>
              </a:extLst>
            </p:cNvPr>
            <p:cNvSpPr/>
            <p:nvPr/>
          </p:nvSpPr>
          <p:spPr bwMode="auto">
            <a:xfrm>
              <a:off x="3922590" y="3883937"/>
              <a:ext cx="1409157" cy="604908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feature2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F59C0FB-B20F-E0F0-6FD1-C4F4CDDFC7C8}"/>
                </a:ext>
              </a:extLst>
            </p:cNvPr>
            <p:cNvSpPr/>
            <p:nvPr/>
          </p:nvSpPr>
          <p:spPr bwMode="auto">
            <a:xfrm>
              <a:off x="1416811" y="3878184"/>
              <a:ext cx="1409157" cy="616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feature2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D00F47C6-5F64-DA04-F132-E1B3430539EB}"/>
                </a:ext>
              </a:extLst>
            </p:cNvPr>
            <p:cNvSpPr/>
            <p:nvPr/>
          </p:nvSpPr>
          <p:spPr bwMode="auto">
            <a:xfrm>
              <a:off x="5327174" y="3978008"/>
              <a:ext cx="104168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1AD8180A-556E-88B9-715E-50B79156C345}"/>
                </a:ext>
              </a:extLst>
            </p:cNvPr>
            <p:cNvSpPr/>
            <p:nvPr/>
          </p:nvSpPr>
          <p:spPr bwMode="auto">
            <a:xfrm>
              <a:off x="2825969" y="3978008"/>
              <a:ext cx="109662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06EC83E-E5C7-D107-9855-13D4C4E205EE}"/>
              </a:ext>
            </a:extLst>
          </p:cNvPr>
          <p:cNvGrpSpPr/>
          <p:nvPr/>
        </p:nvGrpSpPr>
        <p:grpSpPr>
          <a:xfrm>
            <a:off x="2082733" y="2757873"/>
            <a:ext cx="4952043" cy="616415"/>
            <a:chOff x="1416811" y="3878184"/>
            <a:chExt cx="4952043" cy="61641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9E051BF-9CA4-080B-63D6-C7B7165D5228}"/>
                </a:ext>
              </a:extLst>
            </p:cNvPr>
            <p:cNvSpPr/>
            <p:nvPr/>
          </p:nvSpPr>
          <p:spPr bwMode="auto">
            <a:xfrm>
              <a:off x="3922590" y="3883937"/>
              <a:ext cx="1409157" cy="604908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feature3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5C4778A-0E85-08B9-E943-20B86201F592}"/>
                </a:ext>
              </a:extLst>
            </p:cNvPr>
            <p:cNvSpPr/>
            <p:nvPr/>
          </p:nvSpPr>
          <p:spPr bwMode="auto">
            <a:xfrm>
              <a:off x="1416811" y="3878184"/>
              <a:ext cx="1409157" cy="61641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feature3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12" name="Arrow: Right 11">
              <a:extLst>
                <a:ext uri="{FF2B5EF4-FFF2-40B4-BE49-F238E27FC236}">
                  <a16:creationId xmlns:a16="http://schemas.microsoft.com/office/drawing/2014/main" id="{DEEA3F44-DFF7-0EA7-2410-E957845295BD}"/>
                </a:ext>
              </a:extLst>
            </p:cNvPr>
            <p:cNvSpPr/>
            <p:nvPr/>
          </p:nvSpPr>
          <p:spPr bwMode="auto">
            <a:xfrm>
              <a:off x="5327174" y="3978008"/>
              <a:ext cx="104168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7B59C191-EF88-4306-3BF1-CF7A81A57CDD}"/>
                </a:ext>
              </a:extLst>
            </p:cNvPr>
            <p:cNvSpPr/>
            <p:nvPr/>
          </p:nvSpPr>
          <p:spPr bwMode="auto">
            <a:xfrm>
              <a:off x="2825969" y="3978008"/>
              <a:ext cx="1096620" cy="416767"/>
            </a:xfrm>
            <a:prstGeom prst="rightArrow">
              <a:avLst>
                <a:gd name="adj1" fmla="val 61383"/>
                <a:gd name="adj2" fmla="val 60168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8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4827935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E2C6A7-E089-61F2-FF44-24CE6A9B23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42"/>
          <a:stretch>
            <a:fillRect/>
          </a:stretch>
        </p:blipFill>
        <p:spPr>
          <a:xfrm>
            <a:off x="6218237" y="737487"/>
            <a:ext cx="3983458" cy="362953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B5223D1-0C2B-C4A9-CE2F-2C17A0D897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000" y="737487"/>
            <a:ext cx="4020111" cy="173379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5377E7AE-A247-C0C2-3DD7-081BC42A2AF7}"/>
              </a:ext>
            </a:extLst>
          </p:cNvPr>
          <p:cNvSpPr/>
          <p:nvPr/>
        </p:nvSpPr>
        <p:spPr bwMode="auto">
          <a:xfrm>
            <a:off x="3852724" y="1318960"/>
            <a:ext cx="602167" cy="285423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1460325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CD0F33B-8E66-1EB2-4DAA-184BF5512580}"/>
              </a:ext>
            </a:extLst>
          </p:cNvPr>
          <p:cNvSpPr/>
          <p:nvPr/>
        </p:nvSpPr>
        <p:spPr bwMode="auto">
          <a:xfrm>
            <a:off x="1560561" y="1963080"/>
            <a:ext cx="7334961" cy="198275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4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41CF202-AF18-D659-48DB-6819A02237EC}"/>
              </a:ext>
            </a:extLst>
          </p:cNvPr>
          <p:cNvSpPr/>
          <p:nvPr/>
        </p:nvSpPr>
        <p:spPr bwMode="auto">
          <a:xfrm>
            <a:off x="1763495" y="2095884"/>
            <a:ext cx="1632212" cy="1667071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86395A-8706-C849-1610-FE141D412E02}"/>
              </a:ext>
            </a:extLst>
          </p:cNvPr>
          <p:cNvSpPr/>
          <p:nvPr/>
        </p:nvSpPr>
        <p:spPr bwMode="auto">
          <a:xfrm>
            <a:off x="4374699" y="2119618"/>
            <a:ext cx="1625443" cy="164333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8DB05AD7-634E-1912-1EBB-121F6F7075B7}"/>
              </a:ext>
            </a:extLst>
          </p:cNvPr>
          <p:cNvSpPr/>
          <p:nvPr/>
        </p:nvSpPr>
        <p:spPr bwMode="auto">
          <a:xfrm>
            <a:off x="3463005" y="2623226"/>
            <a:ext cx="879837" cy="506304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A5CF38-891D-F18A-09D9-3A52030CDEF3}"/>
              </a:ext>
            </a:extLst>
          </p:cNvPr>
          <p:cNvSpPr/>
          <p:nvPr/>
        </p:nvSpPr>
        <p:spPr bwMode="auto">
          <a:xfrm>
            <a:off x="6995979" y="2119618"/>
            <a:ext cx="1625443" cy="1643338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52724F3B-5267-3854-B51F-EF7F6C960F64}"/>
              </a:ext>
            </a:extLst>
          </p:cNvPr>
          <p:cNvSpPr/>
          <p:nvPr/>
        </p:nvSpPr>
        <p:spPr bwMode="auto">
          <a:xfrm>
            <a:off x="6084285" y="2623226"/>
            <a:ext cx="879837" cy="506304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F9420B-62C3-1701-E3B1-B37EE5822221}"/>
              </a:ext>
            </a:extLst>
          </p:cNvPr>
          <p:cNvSpPr/>
          <p:nvPr/>
        </p:nvSpPr>
        <p:spPr bwMode="auto">
          <a:xfrm>
            <a:off x="1560561" y="1570383"/>
            <a:ext cx="7334961" cy="39269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Deployment Pipeline</a:t>
            </a:r>
          </a:p>
        </p:txBody>
      </p:sp>
    </p:spTree>
    <p:extLst>
      <p:ext uri="{BB962C8B-B14F-4D97-AF65-F5344CB8AC3E}">
        <p14:creationId xmlns:p14="http://schemas.microsoft.com/office/powerpoint/2010/main" val="424151043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E18CB-5510-9995-46E5-9CAE01B41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252AF17F-08B3-CAFC-4143-7AB6EA4AFADE}"/>
              </a:ext>
            </a:extLst>
          </p:cNvPr>
          <p:cNvGrpSpPr/>
          <p:nvPr/>
        </p:nvGrpSpPr>
        <p:grpSpPr>
          <a:xfrm>
            <a:off x="1177481" y="647116"/>
            <a:ext cx="7583557" cy="4383629"/>
            <a:chOff x="4324094" y="808481"/>
            <a:chExt cx="7583557" cy="428098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A8740D2-F051-D967-20A0-F49481439CFD}"/>
                </a:ext>
              </a:extLst>
            </p:cNvPr>
            <p:cNvSpPr/>
            <p:nvPr/>
          </p:nvSpPr>
          <p:spPr bwMode="auto">
            <a:xfrm>
              <a:off x="4324094" y="808481"/>
              <a:ext cx="7583557" cy="428098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CF014FA5-1AE2-3BF2-BE0C-6FAEFD270B42}"/>
                </a:ext>
              </a:extLst>
            </p:cNvPr>
            <p:cNvGrpSpPr/>
            <p:nvPr/>
          </p:nvGrpSpPr>
          <p:grpSpPr>
            <a:xfrm>
              <a:off x="4452848" y="1386610"/>
              <a:ext cx="7334961" cy="1806436"/>
              <a:chOff x="4452848" y="1386609"/>
              <a:chExt cx="7334961" cy="2280194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3EDB799-4EDC-6DA7-6DC6-63624D4C63B5}"/>
                  </a:ext>
                </a:extLst>
              </p:cNvPr>
              <p:cNvSpPr/>
              <p:nvPr/>
            </p:nvSpPr>
            <p:spPr bwMode="auto">
              <a:xfrm>
                <a:off x="4452848" y="1386609"/>
                <a:ext cx="7334961" cy="2280194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accent4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7D1CBE36-F47C-A3C7-44EE-DF777A5BF25B}"/>
                  </a:ext>
                </a:extLst>
              </p:cNvPr>
              <p:cNvSpPr/>
              <p:nvPr/>
            </p:nvSpPr>
            <p:spPr bwMode="auto">
              <a:xfrm>
                <a:off x="4655782" y="1519414"/>
                <a:ext cx="1632212" cy="1667071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277D81F3-53BD-F0CF-973A-69AAF5701F42}"/>
                  </a:ext>
                </a:extLst>
              </p:cNvPr>
              <p:cNvSpPr/>
              <p:nvPr/>
            </p:nvSpPr>
            <p:spPr bwMode="auto">
              <a:xfrm>
                <a:off x="7266986" y="1543148"/>
                <a:ext cx="1625443" cy="1643338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4" name="Arrow: Right 3">
                <a:extLst>
                  <a:ext uri="{FF2B5EF4-FFF2-40B4-BE49-F238E27FC236}">
                    <a16:creationId xmlns:a16="http://schemas.microsoft.com/office/drawing/2014/main" id="{F1406E28-9EF8-74BC-3746-836227367A4B}"/>
                  </a:ext>
                </a:extLst>
              </p:cNvPr>
              <p:cNvSpPr/>
              <p:nvPr/>
            </p:nvSpPr>
            <p:spPr bwMode="auto">
              <a:xfrm>
                <a:off x="6355292" y="2046756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Deploy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8DC150BE-B485-0129-3C80-BFCC1B591EF6}"/>
                  </a:ext>
                </a:extLst>
              </p:cNvPr>
              <p:cNvSpPr/>
              <p:nvPr/>
            </p:nvSpPr>
            <p:spPr bwMode="auto">
              <a:xfrm>
                <a:off x="9888266" y="1543148"/>
                <a:ext cx="1625443" cy="164333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6" name="Arrow: Right 5">
                <a:extLst>
                  <a:ext uri="{FF2B5EF4-FFF2-40B4-BE49-F238E27FC236}">
                    <a16:creationId xmlns:a16="http://schemas.microsoft.com/office/drawing/2014/main" id="{20A9AAFB-6719-2827-27AA-B3C525AE6906}"/>
                  </a:ext>
                </a:extLst>
              </p:cNvPr>
              <p:cNvSpPr/>
              <p:nvPr/>
            </p:nvSpPr>
            <p:spPr bwMode="auto">
              <a:xfrm>
                <a:off x="8976572" y="2046756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Deploy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8FCE019-1553-9442-81F3-76DDBE8CABC0}"/>
                </a:ext>
              </a:extLst>
            </p:cNvPr>
            <p:cNvSpPr/>
            <p:nvPr/>
          </p:nvSpPr>
          <p:spPr bwMode="auto">
            <a:xfrm>
              <a:off x="4452848" y="993913"/>
              <a:ext cx="7334961" cy="392696"/>
            </a:xfrm>
            <a:prstGeom prst="rect">
              <a:avLst/>
            </a:prstGeom>
            <a:solidFill>
              <a:schemeClr val="tx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Fabric Deployment Pipeline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6C4B5E6-17B4-6FE2-CD22-63802EAF1AC0}"/>
                </a:ext>
              </a:extLst>
            </p:cNvPr>
            <p:cNvSpPr/>
            <p:nvPr/>
          </p:nvSpPr>
          <p:spPr bwMode="auto">
            <a:xfrm>
              <a:off x="4655781" y="3935934"/>
              <a:ext cx="1632212" cy="931823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release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15" name="Arrow: Up 14">
              <a:extLst>
                <a:ext uri="{FF2B5EF4-FFF2-40B4-BE49-F238E27FC236}">
                  <a16:creationId xmlns:a16="http://schemas.microsoft.com/office/drawing/2014/main" id="{277234A2-F2B2-37F3-6DE7-70DFCF5FE6A9}"/>
                </a:ext>
              </a:extLst>
            </p:cNvPr>
            <p:cNvSpPr/>
            <p:nvPr/>
          </p:nvSpPr>
          <p:spPr bwMode="auto">
            <a:xfrm>
              <a:off x="5127092" y="2843519"/>
              <a:ext cx="628250" cy="664187"/>
            </a:xfrm>
            <a:prstGeom prst="upArrow">
              <a:avLst/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973BE42-1D32-00CD-9777-FF0CCBB50605}"/>
                </a:ext>
              </a:extLst>
            </p:cNvPr>
            <p:cNvSpPr/>
            <p:nvPr/>
          </p:nvSpPr>
          <p:spPr bwMode="auto">
            <a:xfrm>
              <a:off x="4655782" y="3547056"/>
              <a:ext cx="1632211" cy="392696"/>
            </a:xfrm>
            <a:prstGeom prst="rect">
              <a:avLst/>
            </a:prstGeom>
            <a:solidFill>
              <a:schemeClr val="tx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GIT Repository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1337079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B000CA16-DD7F-3FFC-6CE8-27CCD2E52A0F}"/>
              </a:ext>
            </a:extLst>
          </p:cNvPr>
          <p:cNvGrpSpPr/>
          <p:nvPr/>
        </p:nvGrpSpPr>
        <p:grpSpPr>
          <a:xfrm>
            <a:off x="1446963" y="981175"/>
            <a:ext cx="6903218" cy="3531190"/>
            <a:chOff x="1446963" y="783953"/>
            <a:chExt cx="6390751" cy="4534851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CDE0593-E92A-B4AF-067E-88990EC25C23}"/>
                </a:ext>
              </a:extLst>
            </p:cNvPr>
            <p:cNvSpPr/>
            <p:nvPr/>
          </p:nvSpPr>
          <p:spPr bwMode="auto">
            <a:xfrm>
              <a:off x="1446963" y="1317204"/>
              <a:ext cx="6390751" cy="4001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B3B96C0-05B9-467B-0AE5-F84ED0A49675}"/>
                </a:ext>
              </a:extLst>
            </p:cNvPr>
            <p:cNvSpPr/>
            <p:nvPr/>
          </p:nvSpPr>
          <p:spPr bwMode="auto">
            <a:xfrm>
              <a:off x="1446963" y="783953"/>
              <a:ext cx="6390751" cy="53325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D00EFEF8-50CB-18EA-9929-4AE399C06E90}"/>
              </a:ext>
            </a:extLst>
          </p:cNvPr>
          <p:cNvGrpSpPr/>
          <p:nvPr/>
        </p:nvGrpSpPr>
        <p:grpSpPr>
          <a:xfrm>
            <a:off x="1563619" y="1540713"/>
            <a:ext cx="4300599" cy="2810223"/>
            <a:chOff x="1734441" y="1741680"/>
            <a:chExt cx="4300599" cy="368336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2E05B73-3815-B0BE-9A65-3E8720EBF8DD}"/>
                </a:ext>
              </a:extLst>
            </p:cNvPr>
            <p:cNvGrpSpPr/>
            <p:nvPr/>
          </p:nvGrpSpPr>
          <p:grpSpPr>
            <a:xfrm>
              <a:off x="1734441" y="1741680"/>
              <a:ext cx="2349433" cy="3683367"/>
              <a:chOff x="1734441" y="1741680"/>
              <a:chExt cx="2349433" cy="3683367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1E8789E-C083-1E95-B1F8-2B3A91218B73}"/>
                  </a:ext>
                </a:extLst>
              </p:cNvPr>
              <p:cNvSpPr/>
              <p:nvPr/>
            </p:nvSpPr>
            <p:spPr bwMode="auto">
              <a:xfrm>
                <a:off x="1734443" y="2515196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Pipeline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341B282-8C89-52C8-7FD4-871B7B8F640D}"/>
                  </a:ext>
                </a:extLst>
              </p:cNvPr>
              <p:cNvSpPr/>
              <p:nvPr/>
            </p:nvSpPr>
            <p:spPr bwMode="auto">
              <a:xfrm>
                <a:off x="1734443" y="1741680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Notebook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822DC64C-305C-F2CF-9ECE-638CE90AF008}"/>
                  </a:ext>
                </a:extLst>
              </p:cNvPr>
              <p:cNvSpPr/>
              <p:nvPr/>
            </p:nvSpPr>
            <p:spPr bwMode="auto">
              <a:xfrm>
                <a:off x="1734443" y="3288712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Copyjob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5FC9D02-A88E-2BE4-6643-058D6FBAC13E}"/>
                  </a:ext>
                </a:extLst>
              </p:cNvPr>
              <p:cNvSpPr/>
              <p:nvPr/>
            </p:nvSpPr>
            <p:spPr bwMode="auto">
              <a:xfrm>
                <a:off x="1734442" y="4062228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Dataflow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884DCB22-DFF6-0664-8481-CB833696C445}"/>
                  </a:ext>
                </a:extLst>
              </p:cNvPr>
              <p:cNvSpPr/>
              <p:nvPr/>
            </p:nvSpPr>
            <p:spPr bwMode="auto">
              <a:xfrm>
                <a:off x="1734441" y="4835743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OneLake Shortcut</a:t>
                </a:r>
              </a:p>
            </p:txBody>
          </p:sp>
        </p:grp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EADED1FF-0783-31E6-3C4C-A433E4FB1F30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>
              <a:off x="4083874" y="2036332"/>
              <a:ext cx="1951166" cy="902678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1C40E68-C70C-C089-3408-C58644FF9697}"/>
                </a:ext>
              </a:extLst>
            </p:cNvPr>
            <p:cNvCxnSpPr>
              <a:cxnSpLocks/>
            </p:cNvCxnSpPr>
            <p:nvPr/>
          </p:nvCxnSpPr>
          <p:spPr>
            <a:xfrm>
              <a:off x="4083872" y="3615894"/>
              <a:ext cx="1734124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D2B30A7-045F-9314-CFE5-AF0CE9E851C3}"/>
                </a:ext>
              </a:extLst>
            </p:cNvPr>
            <p:cNvCxnSpPr>
              <a:cxnSpLocks/>
              <a:stCxn id="2" idx="3"/>
            </p:cNvCxnSpPr>
            <p:nvPr/>
          </p:nvCxnSpPr>
          <p:spPr>
            <a:xfrm>
              <a:off x="4083874" y="2809848"/>
              <a:ext cx="1814508" cy="40750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470E49DD-D107-BCAE-1242-9B9C232D9085}"/>
                </a:ext>
              </a:extLst>
            </p:cNvPr>
            <p:cNvCxnSpPr>
              <a:cxnSpLocks/>
              <a:stCxn id="32" idx="3"/>
            </p:cNvCxnSpPr>
            <p:nvPr/>
          </p:nvCxnSpPr>
          <p:spPr>
            <a:xfrm flipV="1">
              <a:off x="4083873" y="3960451"/>
              <a:ext cx="1765607" cy="396429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5F4B33AA-4001-FD2B-17AA-3F8C59CE14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78066" y="4276562"/>
              <a:ext cx="1900702" cy="853833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6AE63BF-BD04-8C63-D239-D13099D85110}"/>
              </a:ext>
            </a:extLst>
          </p:cNvPr>
          <p:cNvGrpSpPr/>
          <p:nvPr/>
        </p:nvGrpSpPr>
        <p:grpSpPr>
          <a:xfrm>
            <a:off x="6077397" y="2490399"/>
            <a:ext cx="1919206" cy="1045579"/>
            <a:chOff x="2480209" y="3989407"/>
            <a:chExt cx="2202323" cy="1173115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F849CE5-FB11-3825-5F47-373265281DDE}"/>
                </a:ext>
              </a:extLst>
            </p:cNvPr>
            <p:cNvSpPr/>
            <p:nvPr/>
          </p:nvSpPr>
          <p:spPr bwMode="auto">
            <a:xfrm>
              <a:off x="2480209" y="4267200"/>
              <a:ext cx="2202323" cy="89532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var1 - string - 'foo'</a:t>
              </a:r>
              <a:endParaRPr lang="en-US" sz="900" dirty="0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var2 - string - 'bar'</a:t>
              </a:r>
              <a:endParaRPr lang="en-US" sz="900" dirty="0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var3 - integer - 42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41F01C4-3B54-FBE4-1E80-1583D6C74469}"/>
                </a:ext>
              </a:extLst>
            </p:cNvPr>
            <p:cNvSpPr/>
            <p:nvPr/>
          </p:nvSpPr>
          <p:spPr bwMode="auto">
            <a:xfrm>
              <a:off x="2480209" y="3989407"/>
              <a:ext cx="2202323" cy="27779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Variable Library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43001775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421CA-FF99-E3D1-CE60-0086F2D7A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901B015-973F-06CE-FD81-00149E6E17F4}"/>
              </a:ext>
            </a:extLst>
          </p:cNvPr>
          <p:cNvSpPr/>
          <p:nvPr/>
        </p:nvSpPr>
        <p:spPr bwMode="auto">
          <a:xfrm>
            <a:off x="1520534" y="1931276"/>
            <a:ext cx="7333768" cy="27500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F9AF17D-1D9B-436B-5614-B0D9C658D335}"/>
              </a:ext>
            </a:extLst>
          </p:cNvPr>
          <p:cNvSpPr/>
          <p:nvPr/>
        </p:nvSpPr>
        <p:spPr bwMode="auto">
          <a:xfrm rot="5400000">
            <a:off x="7544354" y="3376453"/>
            <a:ext cx="528689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 w="190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444DA0A-CAB9-EDA1-F4A0-51C0BA509F9C}"/>
              </a:ext>
            </a:extLst>
          </p:cNvPr>
          <p:cNvSpPr/>
          <p:nvPr/>
        </p:nvSpPr>
        <p:spPr bwMode="auto">
          <a:xfrm>
            <a:off x="1763495" y="2095884"/>
            <a:ext cx="1632212" cy="124366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8D3E5D-8480-2E3B-57B6-0E47E533F981}"/>
              </a:ext>
            </a:extLst>
          </p:cNvPr>
          <p:cNvSpPr/>
          <p:nvPr/>
        </p:nvSpPr>
        <p:spPr bwMode="auto">
          <a:xfrm>
            <a:off x="4374699" y="2113590"/>
            <a:ext cx="1625443" cy="12259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FEA7539D-2D62-62A9-0A25-2046C96F48EE}"/>
              </a:ext>
            </a:extLst>
          </p:cNvPr>
          <p:cNvSpPr/>
          <p:nvPr/>
        </p:nvSpPr>
        <p:spPr bwMode="auto">
          <a:xfrm>
            <a:off x="3463005" y="2489290"/>
            <a:ext cx="879837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2DFEE4-419D-F5DF-51D6-AD80EF95AEC2}"/>
              </a:ext>
            </a:extLst>
          </p:cNvPr>
          <p:cNvSpPr/>
          <p:nvPr/>
        </p:nvSpPr>
        <p:spPr bwMode="auto">
          <a:xfrm>
            <a:off x="6995979" y="2113590"/>
            <a:ext cx="1625443" cy="1225958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5749CE5-BE50-45C7-AB51-976A6A8BE75C}"/>
              </a:ext>
            </a:extLst>
          </p:cNvPr>
          <p:cNvSpPr/>
          <p:nvPr/>
        </p:nvSpPr>
        <p:spPr bwMode="auto">
          <a:xfrm>
            <a:off x="6084285" y="2489290"/>
            <a:ext cx="879837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1" name="Graphic 10" descr="Database with solid fill">
            <a:extLst>
              <a:ext uri="{FF2B5EF4-FFF2-40B4-BE49-F238E27FC236}">
                <a16:creationId xmlns:a16="http://schemas.microsoft.com/office/drawing/2014/main" id="{1EB11C1E-650E-D561-CC26-EA7B7C4736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22399" y="3916017"/>
            <a:ext cx="914400" cy="587721"/>
          </a:xfrm>
          <a:prstGeom prst="rect">
            <a:avLst/>
          </a:prstGeom>
        </p:spPr>
      </p:pic>
      <p:pic>
        <p:nvPicPr>
          <p:cNvPr id="13" name="Graphic 12" descr="Database outline">
            <a:extLst>
              <a:ext uri="{FF2B5EF4-FFF2-40B4-BE49-F238E27FC236}">
                <a16:creationId xmlns:a16="http://schemas.microsoft.com/office/drawing/2014/main" id="{0274E0E5-2194-0DB1-EA46-B717AFE840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94644" y="3806169"/>
            <a:ext cx="1185548" cy="708026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6BF15019-DA71-DB66-A01E-86779A6107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10359" y="3793467"/>
            <a:ext cx="1625443" cy="806383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2ADC86ED-0D20-0559-3154-EF9A107C860E}"/>
              </a:ext>
            </a:extLst>
          </p:cNvPr>
          <p:cNvSpPr/>
          <p:nvPr/>
        </p:nvSpPr>
        <p:spPr bwMode="auto">
          <a:xfrm rot="5400000">
            <a:off x="2291365" y="3438927"/>
            <a:ext cx="576468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EE0BD12D-627A-E3BA-E877-45EEBC3DDBC7}"/>
              </a:ext>
            </a:extLst>
          </p:cNvPr>
          <p:cNvSpPr/>
          <p:nvPr/>
        </p:nvSpPr>
        <p:spPr bwMode="auto">
          <a:xfrm rot="5400000">
            <a:off x="4936453" y="3389834"/>
            <a:ext cx="501930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 w="190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4554338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CF8D9D-4981-2158-E260-5A58588EEB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93" y="1901602"/>
            <a:ext cx="10307488" cy="31913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36226808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90B4B1-4927-ED10-E291-459DB7E071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9054241"/>
              </p:ext>
            </p:extLst>
          </p:nvPr>
        </p:nvGraphicFramePr>
        <p:xfrm>
          <a:off x="938002" y="769646"/>
          <a:ext cx="6211793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818698">
                  <a:extLst>
                    <a:ext uri="{9D8B030D-6E8A-4147-A177-3AD203B41FA5}">
                      <a16:colId xmlns:a16="http://schemas.microsoft.com/office/drawing/2014/main" val="2828518658"/>
                    </a:ext>
                  </a:extLst>
                </a:gridCol>
                <a:gridCol w="943951">
                  <a:extLst>
                    <a:ext uri="{9D8B030D-6E8A-4147-A177-3AD203B41FA5}">
                      <a16:colId xmlns:a16="http://schemas.microsoft.com/office/drawing/2014/main" val="374367942"/>
                    </a:ext>
                  </a:extLst>
                </a:gridCol>
                <a:gridCol w="3449144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Variable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Default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database_server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devcamp.database.windows.net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</a:rPr>
                        <a:t>database_name</a:t>
                      </a:r>
                      <a:endParaRPr lang="en-US" sz="1400" b="1" kern="1200" noProof="1">
                        <a:solidFill>
                          <a:schemeClr val="dk1"/>
                        </a:solidFill>
                        <a:effectLst/>
                        <a:latin typeface="Lucida Console" panose="020B060904050402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product-sales-dev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6545251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BBBEE-745B-2785-F381-4F9608C8E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B327FB1-9162-9A00-B432-7F75D4063645}"/>
              </a:ext>
            </a:extLst>
          </p:cNvPr>
          <p:cNvSpPr/>
          <p:nvPr/>
        </p:nvSpPr>
        <p:spPr bwMode="auto">
          <a:xfrm>
            <a:off x="523888" y="904352"/>
            <a:ext cx="9001949" cy="2291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Variable Library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A29033-571B-BAB1-DC72-DCFD70AED744}"/>
              </a:ext>
            </a:extLst>
          </p:cNvPr>
          <p:cNvSpPr/>
          <p:nvPr/>
        </p:nvSpPr>
        <p:spPr bwMode="auto">
          <a:xfrm>
            <a:off x="5351867" y="1316334"/>
            <a:ext cx="3949001" cy="16479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91440" rIns="182880" bIns="4572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i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Value Sets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BCEA7F7-02CF-5F56-A6BD-5962406319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094252"/>
              </p:ext>
            </p:extLst>
          </p:nvPr>
        </p:nvGraphicFramePr>
        <p:xfrm>
          <a:off x="5698762" y="1487447"/>
          <a:ext cx="1532101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32101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test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test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D42D2D-8C4F-B36D-3B19-2EA9993895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1603789"/>
              </p:ext>
            </p:extLst>
          </p:nvPr>
        </p:nvGraphicFramePr>
        <p:xfrm>
          <a:off x="7589527" y="1497931"/>
          <a:ext cx="1532101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32101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prod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7F63ACF-DA37-0B04-2BA8-F496FBF0E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9008420"/>
              </p:ext>
            </p:extLst>
          </p:nvPr>
        </p:nvGraphicFramePr>
        <p:xfrm>
          <a:off x="730675" y="1487447"/>
          <a:ext cx="4379433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13920">
                  <a:extLst>
                    <a:ext uri="{9D8B030D-6E8A-4147-A177-3AD203B41FA5}">
                      <a16:colId xmlns:a16="http://schemas.microsoft.com/office/drawing/2014/main" val="2828518658"/>
                    </a:ext>
                  </a:extLst>
                </a:gridCol>
                <a:gridCol w="964096">
                  <a:extLst>
                    <a:ext uri="{9D8B030D-6E8A-4147-A177-3AD203B41FA5}">
                      <a16:colId xmlns:a16="http://schemas.microsoft.com/office/drawing/2014/main" val="374367942"/>
                    </a:ext>
                  </a:extLst>
                </a:gridCol>
                <a:gridCol w="1401417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Variable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Default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database_server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</a:rPr>
                        <a:t>database_name</a:t>
                      </a:r>
                      <a:endParaRPr lang="en-US" sz="1400" b="1" kern="1200" noProof="1">
                        <a:solidFill>
                          <a:schemeClr val="dk1"/>
                        </a:solidFill>
                        <a:effectLst/>
                        <a:latin typeface="Lucida Console" panose="020B060904050402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0660620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A8C2D-FE3A-4701-1749-9C9F063B1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6F632949-FEEC-DEF6-1199-411E30FFD8E8}"/>
              </a:ext>
            </a:extLst>
          </p:cNvPr>
          <p:cNvGrpSpPr/>
          <p:nvPr/>
        </p:nvGrpSpPr>
        <p:grpSpPr>
          <a:xfrm>
            <a:off x="1351722" y="1182756"/>
            <a:ext cx="10183786" cy="1942281"/>
            <a:chOff x="1664104" y="1182756"/>
            <a:chExt cx="9871404" cy="1942281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3B698D-3A46-0F39-E8C3-EE0ED46C7609}"/>
                </a:ext>
              </a:extLst>
            </p:cNvPr>
            <p:cNvGrpSpPr/>
            <p:nvPr/>
          </p:nvGrpSpPr>
          <p:grpSpPr>
            <a:xfrm>
              <a:off x="1664104" y="1182756"/>
              <a:ext cx="9871404" cy="1942281"/>
              <a:chOff x="1664104" y="773980"/>
              <a:chExt cx="6857927" cy="166707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8BCB1775-D766-2154-B630-602CCBBBA5DB}"/>
                  </a:ext>
                </a:extLst>
              </p:cNvPr>
              <p:cNvSpPr/>
              <p:nvPr/>
            </p:nvSpPr>
            <p:spPr bwMode="auto">
              <a:xfrm>
                <a:off x="1664104" y="773980"/>
                <a:ext cx="1632212" cy="166707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 workspace</a:t>
                </a:r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EBAD41E3-23BF-CCC2-826E-F7CEB57CF786}"/>
                  </a:ext>
                </a:extLst>
              </p:cNvPr>
              <p:cNvSpPr/>
              <p:nvPr/>
            </p:nvSpPr>
            <p:spPr bwMode="auto">
              <a:xfrm>
                <a:off x="4275308" y="797714"/>
                <a:ext cx="1625443" cy="164333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workspace</a:t>
                </a:r>
              </a:p>
            </p:txBody>
          </p:sp>
          <p:sp>
            <p:nvSpPr>
              <p:cNvPr id="4" name="Arrow: Right 3">
                <a:extLst>
                  <a:ext uri="{FF2B5EF4-FFF2-40B4-BE49-F238E27FC236}">
                    <a16:creationId xmlns:a16="http://schemas.microsoft.com/office/drawing/2014/main" id="{C557B895-DB1B-211E-1427-12E77D99C9CF}"/>
                  </a:ext>
                </a:extLst>
              </p:cNvPr>
              <p:cNvSpPr/>
              <p:nvPr/>
            </p:nvSpPr>
            <p:spPr bwMode="auto">
              <a:xfrm>
                <a:off x="3363614" y="1577301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BC67C6E-8CEA-495E-7ABE-6E35CD889B70}"/>
                  </a:ext>
                </a:extLst>
              </p:cNvPr>
              <p:cNvSpPr/>
              <p:nvPr/>
            </p:nvSpPr>
            <p:spPr bwMode="auto">
              <a:xfrm>
                <a:off x="6896588" y="797714"/>
                <a:ext cx="1625443" cy="164333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workspace</a:t>
                </a:r>
              </a:p>
            </p:txBody>
          </p:sp>
          <p:sp>
            <p:nvSpPr>
              <p:cNvPr id="6" name="Arrow: Right 5">
                <a:extLst>
                  <a:ext uri="{FF2B5EF4-FFF2-40B4-BE49-F238E27FC236}">
                    <a16:creationId xmlns:a16="http://schemas.microsoft.com/office/drawing/2014/main" id="{83E12C0A-64CB-6237-4D45-E6B2951781F4}"/>
                  </a:ext>
                </a:extLst>
              </p:cNvPr>
              <p:cNvSpPr/>
              <p:nvPr/>
            </p:nvSpPr>
            <p:spPr bwMode="auto">
              <a:xfrm>
                <a:off x="5984894" y="1577301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EB9C09FA-DD35-2EAC-8E59-0E5A70EC18C9}"/>
                </a:ext>
              </a:extLst>
            </p:cNvPr>
            <p:cNvGrpSpPr/>
            <p:nvPr/>
          </p:nvGrpSpPr>
          <p:grpSpPr>
            <a:xfrm>
              <a:off x="1841151" y="1723984"/>
              <a:ext cx="1995335" cy="1045579"/>
              <a:chOff x="2480209" y="3989407"/>
              <a:chExt cx="2202323" cy="1173115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1514387-BC0A-085C-D194-378514904C10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 (active)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AF45B4D6-940B-3F86-C4C4-B0D9CACA6B70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D5282BC-0D57-27BE-8B49-455E616E7092}"/>
                </a:ext>
              </a:extLst>
            </p:cNvPr>
            <p:cNvGrpSpPr/>
            <p:nvPr/>
          </p:nvGrpSpPr>
          <p:grpSpPr>
            <a:xfrm>
              <a:off x="5607010" y="1723984"/>
              <a:ext cx="1995335" cy="1045579"/>
              <a:chOff x="2480209" y="3989407"/>
              <a:chExt cx="2202323" cy="1173115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C7F5946-ADF8-8E8F-2285-71821DD4422D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</a:t>
                </a:r>
                <a:endParaRPr lang="en-US" sz="900" dirty="0">
                  <a:solidFill>
                    <a:schemeClr val="accent5">
                      <a:lumMod val="75000"/>
                    </a:schemeClr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 (active)</a:t>
                </a:r>
                <a:endParaRPr lang="en-US" sz="900" dirty="0">
                  <a:solidFill>
                    <a:srgbClr val="8A0000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625FED2-207E-64A8-A6BE-9F7432DEA38C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ACFF671F-371E-8446-56C0-81DBC5EF039C}"/>
                </a:ext>
              </a:extLst>
            </p:cNvPr>
            <p:cNvGrpSpPr/>
            <p:nvPr/>
          </p:nvGrpSpPr>
          <p:grpSpPr>
            <a:xfrm>
              <a:off x="9367996" y="1723984"/>
              <a:ext cx="1995335" cy="1045579"/>
              <a:chOff x="2480209" y="3989407"/>
              <a:chExt cx="2202323" cy="11731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80ACAFCD-D270-E16C-F9E8-B01D0DFD0947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</a:t>
                </a:r>
                <a:endParaRPr lang="en-US" sz="900" dirty="0">
                  <a:solidFill>
                    <a:schemeClr val="accent5">
                      <a:lumMod val="75000"/>
                    </a:schemeClr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 (active)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CC425CB-05F8-A582-EA5F-D50237A5B1F7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22355693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24C53AC-84B0-43CF-E373-F2E7FFC9CF3E}"/>
              </a:ext>
            </a:extLst>
          </p:cNvPr>
          <p:cNvSpPr/>
          <p:nvPr/>
        </p:nvSpPr>
        <p:spPr bwMode="auto">
          <a:xfrm>
            <a:off x="1687259" y="1087263"/>
            <a:ext cx="3969470" cy="1039078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82296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Fabric Solution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FA8F121-49B8-7EDB-521B-435EC6A3B551}"/>
              </a:ext>
            </a:extLst>
          </p:cNvPr>
          <p:cNvGrpSpPr/>
          <p:nvPr/>
        </p:nvGrpSpPr>
        <p:grpSpPr>
          <a:xfrm>
            <a:off x="3330755" y="1353539"/>
            <a:ext cx="655911" cy="654509"/>
            <a:chOff x="6295914" y="1428878"/>
            <a:chExt cx="1693119" cy="182535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7231FBD-030F-AEFF-DBB7-361376186B2D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15" name="Picture 14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6B41BEDF-C5B7-E371-C150-6F03E7DAAE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429B994-E364-1FBC-4BEC-B464A0229BAC}"/>
              </a:ext>
            </a:extLst>
          </p:cNvPr>
          <p:cNvGrpSpPr/>
          <p:nvPr/>
        </p:nvGrpSpPr>
        <p:grpSpPr>
          <a:xfrm>
            <a:off x="4089715" y="1353539"/>
            <a:ext cx="657835" cy="654509"/>
            <a:chOff x="6503915" y="831583"/>
            <a:chExt cx="1229935" cy="132599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C0E4FA9-9874-0421-00A7-094E40E45F4A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18" name="Picture 17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1A32AF3E-612A-DB91-644A-24DB597D0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5A92DD1-3300-EDFB-AFC6-9495E4C269EF}"/>
              </a:ext>
            </a:extLst>
          </p:cNvPr>
          <p:cNvGrpSpPr/>
          <p:nvPr/>
        </p:nvGrpSpPr>
        <p:grpSpPr>
          <a:xfrm>
            <a:off x="2568018" y="1353539"/>
            <a:ext cx="659688" cy="658278"/>
            <a:chOff x="1943154" y="2871362"/>
            <a:chExt cx="1229935" cy="1325994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CF3EFBF-FC88-E9E9-D520-FAA3C58CD650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1" name="Picture 20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AB9A7A44-E49B-8A50-9FA3-D22D9703F8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77EC404-EBA5-2E5E-1CEE-0B19E6008845}"/>
              </a:ext>
            </a:extLst>
          </p:cNvPr>
          <p:cNvGrpSpPr/>
          <p:nvPr/>
        </p:nvGrpSpPr>
        <p:grpSpPr>
          <a:xfrm>
            <a:off x="1809058" y="1353539"/>
            <a:ext cx="655911" cy="654509"/>
            <a:chOff x="540799" y="2865453"/>
            <a:chExt cx="1229935" cy="132599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0ACF54E-DF94-8A04-BCCD-0ACB270425F3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24" name="Picture 23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669F21DF-6B63-E20B-E993-410F040F2C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EC54E8B4-09E1-FD08-8D18-7B240CA9141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8026" t="13870" r="5038" b="6019"/>
          <a:stretch>
            <a:fillRect/>
          </a:stretch>
        </p:blipFill>
        <p:spPr>
          <a:xfrm>
            <a:off x="4959479" y="1414647"/>
            <a:ext cx="440073" cy="43228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823282D-B074-5213-F6AE-13DB249FC0E3}"/>
              </a:ext>
            </a:extLst>
          </p:cNvPr>
          <p:cNvSpPr/>
          <p:nvPr/>
        </p:nvSpPr>
        <p:spPr bwMode="auto">
          <a:xfrm>
            <a:off x="4850599" y="1353539"/>
            <a:ext cx="657835" cy="654509"/>
          </a:xfrm>
          <a:prstGeom prst="rect">
            <a:avLst/>
          </a:prstGeom>
          <a:solidFill>
            <a:schemeClr val="bg1">
              <a:alpha val="45000"/>
            </a:schemeClr>
          </a:solidFill>
          <a:ln w="12700"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Variable Library</a:t>
            </a:r>
          </a:p>
        </p:txBody>
      </p:sp>
    </p:spTree>
    <p:extLst>
      <p:ext uri="{BB962C8B-B14F-4D97-AF65-F5344CB8AC3E}">
        <p14:creationId xmlns:p14="http://schemas.microsoft.com/office/powerpoint/2010/main" val="444921670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586AF28-9D48-821A-1CBE-49EFC8CCFF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830" y="1060766"/>
            <a:ext cx="4156671" cy="2129473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437BFD1-D7BA-B06C-5D50-A5E3CEBBB7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Images need to be recreated in PPT objects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C8A7C0-F1DC-65D8-72E8-AD5EFA5E6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830" y="3497262"/>
            <a:ext cx="7170709" cy="3145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740875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E42FD6-2E77-96C8-9E00-9558CDB4E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553" y="509531"/>
            <a:ext cx="7778207" cy="2246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8745845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A146060-8D0C-2C06-0CDC-EC0F093D2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978" y="2230272"/>
            <a:ext cx="2915057" cy="1533739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D4C8E71-CEE0-50C1-645B-CA765C17A8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978" y="612844"/>
            <a:ext cx="3562847" cy="1152686"/>
          </a:xfrm>
          <a:prstGeom prst="rect">
            <a:avLst/>
          </a:prstGeom>
          <a:ln>
            <a:solidFill>
              <a:schemeClr val="accent5">
                <a:lumMod val="75000"/>
              </a:schemeClr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B5D4DE-87E8-EA2A-3760-AC40184D0F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5233" y="521404"/>
            <a:ext cx="4744112" cy="565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797157"/>
      </p:ext>
    </p:extLst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E2E86-1D04-C845-5544-2808F3F87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F11B423-3E41-6DF2-E34B-F4A2299BEA37}"/>
              </a:ext>
            </a:extLst>
          </p:cNvPr>
          <p:cNvSpPr/>
          <p:nvPr/>
        </p:nvSpPr>
        <p:spPr bwMode="auto">
          <a:xfrm>
            <a:off x="819247" y="817606"/>
            <a:ext cx="4148993" cy="291111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0AFE0DB-ACED-2EEA-C8E1-012D44295367}"/>
              </a:ext>
            </a:extLst>
          </p:cNvPr>
          <p:cNvSpPr/>
          <p:nvPr/>
        </p:nvSpPr>
        <p:spPr bwMode="auto">
          <a:xfrm>
            <a:off x="951745" y="2553106"/>
            <a:ext cx="1261062" cy="1048437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BFF8DA-B89C-278A-BEBE-CB9DB020B673}"/>
              </a:ext>
            </a:extLst>
          </p:cNvPr>
          <p:cNvSpPr/>
          <p:nvPr/>
        </p:nvSpPr>
        <p:spPr bwMode="auto">
          <a:xfrm>
            <a:off x="951745" y="952845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BB1AE1A-7300-9C18-30E8-B9FDC3256020}"/>
              </a:ext>
            </a:extLst>
          </p:cNvPr>
          <p:cNvSpPr/>
          <p:nvPr/>
        </p:nvSpPr>
        <p:spPr bwMode="auto">
          <a:xfrm>
            <a:off x="3560908" y="2553106"/>
            <a:ext cx="1261062" cy="104843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F8E38F6-4E04-3A20-4441-3F159F07C268}"/>
              </a:ext>
            </a:extLst>
          </p:cNvPr>
          <p:cNvSpPr/>
          <p:nvPr/>
        </p:nvSpPr>
        <p:spPr bwMode="auto">
          <a:xfrm>
            <a:off x="3538940" y="952845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6" name="Arrow: Up 25">
            <a:extLst>
              <a:ext uri="{FF2B5EF4-FFF2-40B4-BE49-F238E27FC236}">
                <a16:creationId xmlns:a16="http://schemas.microsoft.com/office/drawing/2014/main" id="{C9610086-4CF5-B98D-2D3B-F81FE90CEE11}"/>
              </a:ext>
            </a:extLst>
          </p:cNvPr>
          <p:cNvSpPr/>
          <p:nvPr/>
        </p:nvSpPr>
        <p:spPr bwMode="auto">
          <a:xfrm>
            <a:off x="3863235" y="1818126"/>
            <a:ext cx="612472" cy="734980"/>
          </a:xfrm>
          <a:prstGeom prst="upArrow">
            <a:avLst>
              <a:gd name="adj1" fmla="val 64325"/>
              <a:gd name="adj2" fmla="val 42415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  <a:b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</a:b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Sync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DDE565B7-2844-58F6-93CE-44AE9AB2997B}"/>
              </a:ext>
            </a:extLst>
          </p:cNvPr>
          <p:cNvSpPr/>
          <p:nvPr/>
        </p:nvSpPr>
        <p:spPr bwMode="auto">
          <a:xfrm>
            <a:off x="2241993" y="2819227"/>
            <a:ext cx="1261061" cy="516193"/>
          </a:xfrm>
          <a:prstGeom prst="rightArrow">
            <a:avLst>
              <a:gd name="adj1" fmla="val 61383"/>
              <a:gd name="adj2" fmla="val 60168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508CD9DF-19FD-D646-A8A6-AC102BABD03C}"/>
              </a:ext>
            </a:extLst>
          </p:cNvPr>
          <p:cNvSpPr/>
          <p:nvPr/>
        </p:nvSpPr>
        <p:spPr bwMode="auto">
          <a:xfrm>
            <a:off x="1276040" y="1806653"/>
            <a:ext cx="612472" cy="734980"/>
          </a:xfrm>
          <a:prstGeom prst="downArrow">
            <a:avLst>
              <a:gd name="adj1" fmla="val 64151"/>
              <a:gd name="adj2" fmla="val 4221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  <a:b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</a:b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Sync</a:t>
            </a:r>
          </a:p>
        </p:txBody>
      </p:sp>
    </p:spTree>
    <p:extLst>
      <p:ext uri="{BB962C8B-B14F-4D97-AF65-F5344CB8AC3E}">
        <p14:creationId xmlns:p14="http://schemas.microsoft.com/office/powerpoint/2010/main" val="1518445950"/>
      </p:ext>
    </p:extLst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606FE-4E5B-8171-CEC6-FC35AA660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49891EC-2CDF-2A6F-BD16-17EFB5BA890A}"/>
              </a:ext>
            </a:extLst>
          </p:cNvPr>
          <p:cNvSpPr/>
          <p:nvPr/>
        </p:nvSpPr>
        <p:spPr bwMode="auto">
          <a:xfrm>
            <a:off x="215155" y="1371600"/>
            <a:ext cx="12102352" cy="363967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7BB8096-7BCC-E92B-DE55-AC7F259FA1D6}"/>
              </a:ext>
            </a:extLst>
          </p:cNvPr>
          <p:cNvSpPr/>
          <p:nvPr/>
        </p:nvSpPr>
        <p:spPr bwMode="auto">
          <a:xfrm>
            <a:off x="367171" y="1550894"/>
            <a:ext cx="3695245" cy="330514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environment</a:t>
            </a:r>
          </a:p>
        </p:txBody>
      </p: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89796D99-F212-4D66-0957-576930CBC505}"/>
              </a:ext>
            </a:extLst>
          </p:cNvPr>
          <p:cNvSpPr/>
          <p:nvPr/>
        </p:nvSpPr>
        <p:spPr bwMode="auto">
          <a:xfrm rot="16200000">
            <a:off x="556244" y="2148994"/>
            <a:ext cx="332167" cy="28209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1BA4DAB-12F7-6729-5AF5-BB410B9CAD1A}"/>
              </a:ext>
            </a:extLst>
          </p:cNvPr>
          <p:cNvSpPr/>
          <p:nvPr/>
        </p:nvSpPr>
        <p:spPr bwMode="auto">
          <a:xfrm>
            <a:off x="581279" y="2785019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(F4)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99CE39-BC5E-C848-82AC-DF831E0493AA}"/>
              </a:ext>
            </a:extLst>
          </p:cNvPr>
          <p:cNvSpPr/>
          <p:nvPr/>
        </p:nvSpPr>
        <p:spPr bwMode="auto">
          <a:xfrm>
            <a:off x="581279" y="2078602"/>
            <a:ext cx="3267031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dev data files</a:t>
            </a:r>
            <a:endParaRPr lang="en-US" sz="105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A8B8DF5-BE5F-038D-B61E-4C5C31075991}"/>
              </a:ext>
            </a:extLst>
          </p:cNvPr>
          <p:cNvSpPr/>
          <p:nvPr/>
        </p:nvSpPr>
        <p:spPr bwMode="auto">
          <a:xfrm>
            <a:off x="581279" y="3440232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E7E152-FCFC-E1F4-5F63-76EAAE2CC7A7}"/>
              </a:ext>
            </a:extLst>
          </p:cNvPr>
          <p:cNvSpPr/>
          <p:nvPr/>
        </p:nvSpPr>
        <p:spPr bwMode="auto">
          <a:xfrm>
            <a:off x="581279" y="4095445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connects to dev storage account</a:t>
            </a:r>
            <a:endParaRPr lang="en-US" sz="10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4EF8610-3DC5-CC16-2CB2-84D4197818B7}"/>
              </a:ext>
            </a:extLst>
          </p:cNvPr>
          <p:cNvSpPr/>
          <p:nvPr/>
        </p:nvSpPr>
        <p:spPr bwMode="auto">
          <a:xfrm>
            <a:off x="4441331" y="1550894"/>
            <a:ext cx="3695245" cy="3305144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 environment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D724660B-888A-DA3A-D8F3-0FD866916CBE}"/>
              </a:ext>
            </a:extLst>
          </p:cNvPr>
          <p:cNvSpPr/>
          <p:nvPr/>
        </p:nvSpPr>
        <p:spPr bwMode="auto">
          <a:xfrm rot="16200000">
            <a:off x="4630404" y="2148994"/>
            <a:ext cx="332167" cy="28209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E49C4A3-4EA5-1A11-6F63-C66BE8C4C214}"/>
              </a:ext>
            </a:extLst>
          </p:cNvPr>
          <p:cNvSpPr/>
          <p:nvPr/>
        </p:nvSpPr>
        <p:spPr bwMode="auto">
          <a:xfrm>
            <a:off x="4655439" y="2785019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(F16)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8C28760-2580-5927-0523-511926C7E694}"/>
              </a:ext>
            </a:extLst>
          </p:cNvPr>
          <p:cNvSpPr/>
          <p:nvPr/>
        </p:nvSpPr>
        <p:spPr bwMode="auto">
          <a:xfrm>
            <a:off x="4655439" y="2078602"/>
            <a:ext cx="3267031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test data files</a:t>
            </a:r>
            <a:endParaRPr lang="en-US" sz="105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9913558-5CB8-5B12-B07F-C81BC5E9A719}"/>
              </a:ext>
            </a:extLst>
          </p:cNvPr>
          <p:cNvSpPr/>
          <p:nvPr/>
        </p:nvSpPr>
        <p:spPr bwMode="auto">
          <a:xfrm>
            <a:off x="4655439" y="3440232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CA7EE67-EEBC-4B3F-1335-08363A20F6E8}"/>
              </a:ext>
            </a:extLst>
          </p:cNvPr>
          <p:cNvSpPr/>
          <p:nvPr/>
        </p:nvSpPr>
        <p:spPr bwMode="auto">
          <a:xfrm>
            <a:off x="4655439" y="4095445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connects to test storage account</a:t>
            </a:r>
            <a:endParaRPr lang="en-US" sz="10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74E7D38-5D16-3F7B-A4A5-B6CD4A179864}"/>
              </a:ext>
            </a:extLst>
          </p:cNvPr>
          <p:cNvSpPr/>
          <p:nvPr/>
        </p:nvSpPr>
        <p:spPr bwMode="auto">
          <a:xfrm>
            <a:off x="8472873" y="1550894"/>
            <a:ext cx="3695245" cy="3305144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environment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7D4C24F6-2454-46DD-C538-DF4AE3C2E4F7}"/>
              </a:ext>
            </a:extLst>
          </p:cNvPr>
          <p:cNvSpPr/>
          <p:nvPr/>
        </p:nvSpPr>
        <p:spPr bwMode="auto">
          <a:xfrm rot="16200000">
            <a:off x="8661946" y="2148994"/>
            <a:ext cx="332167" cy="28209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337624F-F018-6717-6544-A6529659A05D}"/>
              </a:ext>
            </a:extLst>
          </p:cNvPr>
          <p:cNvSpPr/>
          <p:nvPr/>
        </p:nvSpPr>
        <p:spPr bwMode="auto">
          <a:xfrm>
            <a:off x="8686981" y="2785019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(F64)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026E45D-5A68-66F9-64E5-489BF5265106}"/>
              </a:ext>
            </a:extLst>
          </p:cNvPr>
          <p:cNvSpPr/>
          <p:nvPr/>
        </p:nvSpPr>
        <p:spPr bwMode="auto">
          <a:xfrm>
            <a:off x="8686981" y="2078602"/>
            <a:ext cx="3267031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prod data files</a:t>
            </a:r>
            <a:endParaRPr lang="en-US" sz="105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6753AA2-EB4A-7801-1477-807FA126C32A}"/>
              </a:ext>
            </a:extLst>
          </p:cNvPr>
          <p:cNvSpPr/>
          <p:nvPr/>
        </p:nvSpPr>
        <p:spPr bwMode="auto">
          <a:xfrm>
            <a:off x="8686981" y="3440232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176E9F3-003D-3C3D-8FD1-81D7818147F0}"/>
              </a:ext>
            </a:extLst>
          </p:cNvPr>
          <p:cNvSpPr/>
          <p:nvPr/>
        </p:nvSpPr>
        <p:spPr bwMode="auto">
          <a:xfrm>
            <a:off x="8686981" y="4095445"/>
            <a:ext cx="3267030" cy="567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connects to prod storage account</a:t>
            </a:r>
            <a:endParaRPr lang="en-US" sz="10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0694079"/>
      </p:ext>
    </p:extLst>
  </p:cSld>
  <p:clrMapOvr>
    <a:masterClrMapping/>
  </p:clrMapOvr>
  <p:transition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78374-6D93-DE30-C294-CAB3A37D2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21ECCAD9-6A29-E075-CA34-9A2388C8D4A2}"/>
              </a:ext>
            </a:extLst>
          </p:cNvPr>
          <p:cNvSpPr/>
          <p:nvPr/>
        </p:nvSpPr>
        <p:spPr bwMode="auto">
          <a:xfrm>
            <a:off x="1102660" y="217216"/>
            <a:ext cx="9739598" cy="275458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9E129A-F40B-78A4-043F-1056A6D0C222}"/>
              </a:ext>
            </a:extLst>
          </p:cNvPr>
          <p:cNvSpPr/>
          <p:nvPr/>
        </p:nvSpPr>
        <p:spPr bwMode="auto">
          <a:xfrm>
            <a:off x="8395478" y="359323"/>
            <a:ext cx="2306563" cy="24725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APIs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B6F30E5-16DC-279A-BDDC-0611B6C67311}"/>
              </a:ext>
            </a:extLst>
          </p:cNvPr>
          <p:cNvSpPr/>
          <p:nvPr/>
        </p:nvSpPr>
        <p:spPr bwMode="auto">
          <a:xfrm>
            <a:off x="5017089" y="487447"/>
            <a:ext cx="3338635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Item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4ABE7D-AAC0-AFB8-9310-162C1BFC9235}"/>
              </a:ext>
            </a:extLst>
          </p:cNvPr>
          <p:cNvSpPr/>
          <p:nvPr/>
        </p:nvSpPr>
        <p:spPr bwMode="auto">
          <a:xfrm>
            <a:off x="3756027" y="359323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965275D0-E57E-F23F-150C-87A4131E1139}"/>
              </a:ext>
            </a:extLst>
          </p:cNvPr>
          <p:cNvSpPr/>
          <p:nvPr/>
        </p:nvSpPr>
        <p:spPr bwMode="auto">
          <a:xfrm>
            <a:off x="5017088" y="1333212"/>
            <a:ext cx="3338635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Update Item Definition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951EE0-647B-370E-0532-777F5D9ED590}"/>
              </a:ext>
            </a:extLst>
          </p:cNvPr>
          <p:cNvSpPr/>
          <p:nvPr/>
        </p:nvSpPr>
        <p:spPr bwMode="auto">
          <a:xfrm>
            <a:off x="3756027" y="1223087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1A651E6-CB03-ACCC-5C30-1A32B01C2494}"/>
              </a:ext>
            </a:extLst>
          </p:cNvPr>
          <p:cNvSpPr/>
          <p:nvPr/>
        </p:nvSpPr>
        <p:spPr bwMode="auto">
          <a:xfrm flipH="1">
            <a:off x="3756026" y="2086847"/>
            <a:ext cx="4493451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Get Item Definition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1E8C06-1A67-530B-739A-5B8C2D07F5F2}"/>
              </a:ext>
            </a:extLst>
          </p:cNvPr>
          <p:cNvSpPr/>
          <p:nvPr/>
        </p:nvSpPr>
        <p:spPr bwMode="auto">
          <a:xfrm>
            <a:off x="6988414" y="1972632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CFD038-1BA4-BB33-13D9-8532F83DF339}"/>
              </a:ext>
            </a:extLst>
          </p:cNvPr>
          <p:cNvSpPr/>
          <p:nvPr/>
        </p:nvSpPr>
        <p:spPr bwMode="auto">
          <a:xfrm>
            <a:off x="1303462" y="343712"/>
            <a:ext cx="2306563" cy="2472518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Your Code</a:t>
            </a:r>
          </a:p>
        </p:txBody>
      </p:sp>
    </p:spTree>
    <p:extLst>
      <p:ext uri="{BB962C8B-B14F-4D97-AF65-F5344CB8AC3E}">
        <p14:creationId xmlns:p14="http://schemas.microsoft.com/office/powerpoint/2010/main" val="3515172411"/>
      </p:ext>
    </p:extLst>
  </p:cSld>
  <p:clrMapOvr>
    <a:masterClrMapping/>
  </p:clrMapOvr>
  <p:transition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42EC8-C543-B01B-255A-8274FCD1E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5B3CE59-91FB-FD1E-5254-1F02B3829DB1}"/>
              </a:ext>
            </a:extLst>
          </p:cNvPr>
          <p:cNvSpPr/>
          <p:nvPr/>
        </p:nvSpPr>
        <p:spPr bwMode="auto">
          <a:xfrm>
            <a:off x="2698376" y="2481404"/>
            <a:ext cx="6171304" cy="126327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A716621-77CA-1DAA-EF81-07D7C1ABA7AB}"/>
              </a:ext>
            </a:extLst>
          </p:cNvPr>
          <p:cNvSpPr/>
          <p:nvPr/>
        </p:nvSpPr>
        <p:spPr bwMode="auto">
          <a:xfrm>
            <a:off x="2841812" y="2591375"/>
            <a:ext cx="1951490" cy="1043333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custom code for 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 process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3547F79-CF55-3D8C-A6B1-2E81F1B66ED9}"/>
              </a:ext>
            </a:extLst>
          </p:cNvPr>
          <p:cNvSpPr/>
          <p:nvPr/>
        </p:nvSpPr>
        <p:spPr bwMode="auto">
          <a:xfrm>
            <a:off x="7475325" y="2591375"/>
            <a:ext cx="1261061" cy="104333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8F8A8BF-6BD4-B004-BED9-AEA6A1A60FC8}"/>
              </a:ext>
            </a:extLst>
          </p:cNvPr>
          <p:cNvGrpSpPr/>
          <p:nvPr/>
        </p:nvGrpSpPr>
        <p:grpSpPr>
          <a:xfrm>
            <a:off x="4912660" y="2722880"/>
            <a:ext cx="2493980" cy="804862"/>
            <a:chOff x="4862504" y="2833855"/>
            <a:chExt cx="2033199" cy="663407"/>
          </a:xfrm>
        </p:grpSpPr>
        <p:sp>
          <p:nvSpPr>
            <p:cNvPr id="29" name="Arrow: Right 28">
              <a:extLst>
                <a:ext uri="{FF2B5EF4-FFF2-40B4-BE49-F238E27FC236}">
                  <a16:creationId xmlns:a16="http://schemas.microsoft.com/office/drawing/2014/main" id="{D8CB168B-B7ED-3D89-588F-7132701DE342}"/>
                </a:ext>
              </a:extLst>
            </p:cNvPr>
            <p:cNvSpPr/>
            <p:nvPr/>
          </p:nvSpPr>
          <p:spPr bwMode="auto">
            <a:xfrm>
              <a:off x="4862504" y="2833855"/>
              <a:ext cx="2021254" cy="279187"/>
            </a:xfrm>
            <a:prstGeom prst="rightArrow">
              <a:avLst>
                <a:gd name="adj1" fmla="val 73858"/>
                <a:gd name="adj2" fmla="val 77367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3152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1. Call Update from GIT</a:t>
              </a:r>
            </a:p>
          </p:txBody>
        </p:sp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510EFE0B-5866-86CE-1CFB-519ED5BD9E1D}"/>
                </a:ext>
              </a:extLst>
            </p:cNvPr>
            <p:cNvSpPr/>
            <p:nvPr/>
          </p:nvSpPr>
          <p:spPr bwMode="auto">
            <a:xfrm>
              <a:off x="4874449" y="3218075"/>
              <a:ext cx="2021254" cy="279187"/>
            </a:xfrm>
            <a:prstGeom prst="rightArrow">
              <a:avLst>
                <a:gd name="adj1" fmla="val 73858"/>
                <a:gd name="adj2" fmla="val 76355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3152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2. Run post-sync operations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48239690"/>
      </p:ext>
    </p:extLst>
  </p:cSld>
  <p:clrMapOvr>
    <a:masterClrMapping/>
  </p:clrMapOvr>
  <p:transition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5E951C4-C2FF-92FC-22F4-14F6824C4C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90" t="38099" r="29504" b="22737"/>
          <a:stretch>
            <a:fillRect/>
          </a:stretch>
        </p:blipFill>
        <p:spPr>
          <a:xfrm>
            <a:off x="2483224" y="2922494"/>
            <a:ext cx="5486400" cy="189155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1605428"/>
      </p:ext>
    </p:extLst>
  </p:cSld>
  <p:clrMapOvr>
    <a:masterClrMapping/>
  </p:clrMapOvr>
  <p:transition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9F193DB-5FDC-723C-D2DF-E2F27B0D6A5C}"/>
              </a:ext>
            </a:extLst>
          </p:cNvPr>
          <p:cNvSpPr/>
          <p:nvPr/>
        </p:nvSpPr>
        <p:spPr bwMode="auto">
          <a:xfrm>
            <a:off x="783570" y="806385"/>
            <a:ext cx="8919230" cy="281057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4B877A-65A5-93DF-3498-B3703CBB131E}"/>
              </a:ext>
            </a:extLst>
          </p:cNvPr>
          <p:cNvSpPr/>
          <p:nvPr/>
        </p:nvSpPr>
        <p:spPr bwMode="auto">
          <a:xfrm>
            <a:off x="948467" y="970615"/>
            <a:ext cx="2952973" cy="25266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 branch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E8EA83-5A03-5784-E1C2-A3E365090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36" y="1262953"/>
            <a:ext cx="2754433" cy="2061668"/>
          </a:xfrm>
          <a:prstGeom prst="rect">
            <a:avLst/>
          </a:prstGeom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1B60D661-BBD1-FA4C-9264-98EC813BFC4F}"/>
              </a:ext>
            </a:extLst>
          </p:cNvPr>
          <p:cNvSpPr/>
          <p:nvPr/>
        </p:nvSpPr>
        <p:spPr bwMode="auto">
          <a:xfrm>
            <a:off x="3901438" y="1996608"/>
            <a:ext cx="2133600" cy="635525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API-driven 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 process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F2B241-309C-EC20-83ED-0FE4555D610E}"/>
              </a:ext>
            </a:extLst>
          </p:cNvPr>
          <p:cNvSpPr/>
          <p:nvPr/>
        </p:nvSpPr>
        <p:spPr bwMode="auto">
          <a:xfrm>
            <a:off x="6035038" y="970614"/>
            <a:ext cx="3454402" cy="2526647"/>
          </a:xfrm>
          <a:prstGeom prst="rect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target workspace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7C88C79-09FB-F3D1-803F-DB897C26BB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0972" y="1254771"/>
            <a:ext cx="3163577" cy="2069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383652"/>
      </p:ext>
    </p:extLst>
  </p:cSld>
  <p:clrMapOvr>
    <a:masterClrMapping/>
  </p:clrMapOvr>
  <p:transition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8C79D-BF78-AC57-3E27-8FA378FD1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B21A243-9727-9F05-65D5-228F2C85169F}"/>
              </a:ext>
            </a:extLst>
          </p:cNvPr>
          <p:cNvSpPr/>
          <p:nvPr/>
        </p:nvSpPr>
        <p:spPr bwMode="auto">
          <a:xfrm>
            <a:off x="708135" y="465608"/>
            <a:ext cx="8120905" cy="227360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: Top Corners Rounded 1">
            <a:extLst>
              <a:ext uri="{FF2B5EF4-FFF2-40B4-BE49-F238E27FC236}">
                <a16:creationId xmlns:a16="http://schemas.microsoft.com/office/drawing/2014/main" id="{6CA6B813-D356-65B8-CB63-AC2BFC4D741E}"/>
              </a:ext>
            </a:extLst>
          </p:cNvPr>
          <p:cNvSpPr/>
          <p:nvPr/>
        </p:nvSpPr>
        <p:spPr bwMode="auto">
          <a:xfrm>
            <a:off x="4260604" y="632613"/>
            <a:ext cx="2038595" cy="1980230"/>
          </a:xfrm>
          <a:prstGeom prst="round2SameRect">
            <a:avLst>
              <a:gd name="adj1" fmla="val 8009"/>
              <a:gd name="adj2" fmla="val 0"/>
            </a:avLst>
          </a:prstGeom>
          <a:solidFill>
            <a:schemeClr val="bg1"/>
          </a:solidFill>
          <a:ln>
            <a:solidFill>
              <a:schemeClr val="accent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73152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fabric-cicd </a:t>
            </a:r>
            <a:r>
              <a:rPr lang="en-US" sz="10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processing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2A0C0A-88F9-5B96-6542-E1E12CAAA8E7}"/>
              </a:ext>
            </a:extLst>
          </p:cNvPr>
          <p:cNvSpPr/>
          <p:nvPr/>
        </p:nvSpPr>
        <p:spPr bwMode="auto">
          <a:xfrm>
            <a:off x="6404073" y="599319"/>
            <a:ext cx="2259959" cy="2004747"/>
          </a:xfrm>
          <a:prstGeom prst="rect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target workspace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A39AA3D-26A3-3237-9A9B-1ABE3EF5F6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584" r="39007" b="16195"/>
          <a:stretch>
            <a:fillRect/>
          </a:stretch>
        </p:blipFill>
        <p:spPr>
          <a:xfrm>
            <a:off x="6501093" y="941935"/>
            <a:ext cx="1996252" cy="152512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7890D58-3EED-7469-67F4-88B905EA479E}"/>
              </a:ext>
            </a:extLst>
          </p:cNvPr>
          <p:cNvSpPr/>
          <p:nvPr/>
        </p:nvSpPr>
        <p:spPr bwMode="auto">
          <a:xfrm>
            <a:off x="807978" y="618120"/>
            <a:ext cx="3365767" cy="1989009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Folder with Item Definitions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566F4C-DA4B-08EF-C3E5-E8490785AE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18154"/>
          <a:stretch>
            <a:fillRect/>
          </a:stretch>
        </p:blipFill>
        <p:spPr>
          <a:xfrm>
            <a:off x="945276" y="962002"/>
            <a:ext cx="3091173" cy="1505059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6291F422-9C48-A878-D325-883A7785C9C5}"/>
              </a:ext>
            </a:extLst>
          </p:cNvPr>
          <p:cNvSpPr/>
          <p:nvPr/>
        </p:nvSpPr>
        <p:spPr bwMode="auto">
          <a:xfrm>
            <a:off x="4358220" y="997861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E83B46A8-6969-267F-DCE3-8EA464EFDFE9}"/>
              </a:ext>
            </a:extLst>
          </p:cNvPr>
          <p:cNvSpPr/>
          <p:nvPr/>
        </p:nvSpPr>
        <p:spPr bwMode="auto">
          <a:xfrm>
            <a:off x="4358220" y="1311482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70A7F71E-E129-BCCD-923B-EA88E74719DB}"/>
              </a:ext>
            </a:extLst>
          </p:cNvPr>
          <p:cNvSpPr/>
          <p:nvPr/>
        </p:nvSpPr>
        <p:spPr bwMode="auto">
          <a:xfrm>
            <a:off x="4358220" y="1625103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BFE54A35-9C90-F51E-75F3-914880EC1ED8}"/>
              </a:ext>
            </a:extLst>
          </p:cNvPr>
          <p:cNvSpPr/>
          <p:nvPr/>
        </p:nvSpPr>
        <p:spPr bwMode="auto">
          <a:xfrm>
            <a:off x="4358220" y="1938724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08F56CC5-A4EC-B30F-F68A-AC29DD67FFB5}"/>
              </a:ext>
            </a:extLst>
          </p:cNvPr>
          <p:cNvSpPr/>
          <p:nvPr/>
        </p:nvSpPr>
        <p:spPr bwMode="auto">
          <a:xfrm>
            <a:off x="4358220" y="2252343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</p:spTree>
    <p:extLst>
      <p:ext uri="{BB962C8B-B14F-4D97-AF65-F5344CB8AC3E}">
        <p14:creationId xmlns:p14="http://schemas.microsoft.com/office/powerpoint/2010/main" val="1783259338"/>
      </p:ext>
    </p:extLst>
  </p:cSld>
  <p:clrMapOvr>
    <a:masterClrMapping/>
  </p:clrMapOvr>
  <p:transition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BFCB159-38E7-96CC-1742-12A4A7A17566}"/>
              </a:ext>
            </a:extLst>
          </p:cNvPr>
          <p:cNvSpPr/>
          <p:nvPr/>
        </p:nvSpPr>
        <p:spPr bwMode="auto">
          <a:xfrm>
            <a:off x="780440" y="880560"/>
            <a:ext cx="4194971" cy="345835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2E9F250-624B-F6C4-CC97-F964E9677E47}"/>
              </a:ext>
            </a:extLst>
          </p:cNvPr>
          <p:cNvSpPr/>
          <p:nvPr/>
        </p:nvSpPr>
        <p:spPr bwMode="auto">
          <a:xfrm>
            <a:off x="921927" y="2492755"/>
            <a:ext cx="1261062" cy="1756516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1FD56A-5CAF-8C13-5FF0-F155E1438F0F}"/>
              </a:ext>
            </a:extLst>
          </p:cNvPr>
          <p:cNvSpPr/>
          <p:nvPr/>
        </p:nvSpPr>
        <p:spPr bwMode="auto">
          <a:xfrm>
            <a:off x="921927" y="1032978"/>
            <a:ext cx="1261062" cy="74405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298BB-E057-804E-5B43-B1B7F300EF2B}"/>
              </a:ext>
            </a:extLst>
          </p:cNvPr>
          <p:cNvSpPr/>
          <p:nvPr/>
        </p:nvSpPr>
        <p:spPr bwMode="auto">
          <a:xfrm>
            <a:off x="3567681" y="2573440"/>
            <a:ext cx="1261062" cy="74405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892D57F7-84D1-03BD-D959-22CE7D8938B4}"/>
              </a:ext>
            </a:extLst>
          </p:cNvPr>
          <p:cNvSpPr/>
          <p:nvPr/>
        </p:nvSpPr>
        <p:spPr bwMode="auto">
          <a:xfrm>
            <a:off x="2276436" y="2770689"/>
            <a:ext cx="1249708" cy="383871"/>
          </a:xfrm>
          <a:prstGeom prst="rightArrow">
            <a:avLst>
              <a:gd name="adj1" fmla="val 61383"/>
              <a:gd name="adj2" fmla="val 59341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noProof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fabric-cicd</a:t>
            </a: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32E039CF-D10D-1B9A-2B15-2B6A1918167A}"/>
              </a:ext>
            </a:extLst>
          </p:cNvPr>
          <p:cNvSpPr/>
          <p:nvPr/>
        </p:nvSpPr>
        <p:spPr bwMode="auto">
          <a:xfrm>
            <a:off x="1206882" y="1777031"/>
            <a:ext cx="691152" cy="690715"/>
          </a:xfrm>
          <a:prstGeom prst="downArrow">
            <a:avLst>
              <a:gd name="adj1" fmla="val 64151"/>
              <a:gd name="adj2" fmla="val 4221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  <a:b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</a:b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Sync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98D3F6-CC81-FD23-E0D7-3F12180A2274}"/>
              </a:ext>
            </a:extLst>
          </p:cNvPr>
          <p:cNvSpPr/>
          <p:nvPr/>
        </p:nvSpPr>
        <p:spPr bwMode="auto">
          <a:xfrm>
            <a:off x="3580062" y="3465148"/>
            <a:ext cx="1261062" cy="74405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696F8A8B-3683-E5D0-E7ED-24A7A82C6A0B}"/>
              </a:ext>
            </a:extLst>
          </p:cNvPr>
          <p:cNvSpPr/>
          <p:nvPr/>
        </p:nvSpPr>
        <p:spPr bwMode="auto">
          <a:xfrm>
            <a:off x="2294494" y="3611814"/>
            <a:ext cx="1249708" cy="383871"/>
          </a:xfrm>
          <a:prstGeom prst="rightArrow">
            <a:avLst>
              <a:gd name="adj1" fmla="val 61383"/>
              <a:gd name="adj2" fmla="val 59341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noProof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fabric-cicd</a:t>
            </a:r>
            <a:endParaRPr lang="en-US" sz="1000" b="1" noProof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3770261"/>
      </p:ext>
    </p:extLst>
  </p:cSld>
  <p:clrMapOvr>
    <a:masterClrMapping/>
  </p:clrMapOvr>
  <p:transition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35D4F04-13B2-73A5-76FF-D5264DE08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5276" y="962001"/>
            <a:ext cx="3091173" cy="183888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19123483"/>
      </p:ext>
    </p:extLst>
  </p:cSld>
  <p:clrMapOvr>
    <a:masterClrMapping/>
  </p:clrMapOvr>
  <p:transition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1BCC36B-13B7-308D-5CE2-436D5116C5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908" y="358379"/>
            <a:ext cx="7373379" cy="566816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83112187"/>
      </p:ext>
    </p:extLst>
  </p:cSld>
  <p:clrMapOvr>
    <a:masterClrMapping/>
  </p:clrMapOvr>
  <p:transition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62AF20-7495-721F-2F6E-7E59BFFF8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522" y="939416"/>
            <a:ext cx="8935278" cy="37897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4043978"/>
      </p:ext>
    </p:extLst>
  </p:cSld>
  <p:clrMapOvr>
    <a:masterClrMapping/>
  </p:clrMapOvr>
  <p:transition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EFD4667-A9C6-C6C6-5B08-6DBFBB40FD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967"/>
          <a:stretch>
            <a:fillRect/>
          </a:stretch>
        </p:blipFill>
        <p:spPr>
          <a:xfrm>
            <a:off x="494131" y="428887"/>
            <a:ext cx="4514716" cy="28324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D124EC3-66F9-F096-52F7-0E801B6EB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296" y="428887"/>
            <a:ext cx="4117893" cy="2832473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DD000D-2265-C42F-BAB9-7016DA6D5B2E}"/>
              </a:ext>
            </a:extLst>
          </p:cNvPr>
          <p:cNvCxnSpPr>
            <a:cxnSpLocks/>
          </p:cNvCxnSpPr>
          <p:nvPr/>
        </p:nvCxnSpPr>
        <p:spPr>
          <a:xfrm>
            <a:off x="3810000" y="1933481"/>
            <a:ext cx="1808480" cy="0"/>
          </a:xfrm>
          <a:prstGeom prst="straightConnector1">
            <a:avLst/>
          </a:prstGeom>
          <a:ln w="57150">
            <a:solidFill>
              <a:srgbClr val="EE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9241603"/>
      </p:ext>
    </p:extLst>
  </p:cSld>
  <p:clrMapOvr>
    <a:masterClrMapping/>
  </p:clrMapOvr>
  <p:transition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90ACC60-1FA3-2FDB-C7CD-B15D0C141C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33" y="657931"/>
            <a:ext cx="9764488" cy="352474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20952068"/>
      </p:ext>
    </p:extLst>
  </p:cSld>
  <p:clrMapOvr>
    <a:masterClrMapping/>
  </p:clrMapOvr>
  <p:transition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92654F-B93D-DC3A-EBC5-23D16FB3A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960" y="766267"/>
            <a:ext cx="11044555" cy="457560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95108337"/>
      </p:ext>
    </p:extLst>
  </p:cSld>
  <p:clrMapOvr>
    <a:masterClrMapping/>
  </p:clrMapOvr>
  <p:transition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FB95F66-9CD1-A3E6-142E-0BBFD0E6FB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316" y="489239"/>
            <a:ext cx="7629811" cy="3357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727211"/>
      </p:ext>
    </p:extLst>
  </p:cSld>
  <p:clrMapOvr>
    <a:masterClrMapping/>
  </p:clrMapOvr>
  <p:transition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B794D19-378E-08ED-3FBC-5E4D99773D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429" y="969617"/>
            <a:ext cx="5430742" cy="4407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45727"/>
      </p:ext>
    </p:extLst>
  </p:cSld>
  <p:clrMapOvr>
    <a:masterClrMapping/>
  </p:clrMapOvr>
  <p:transition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208BD1-97C7-3E4C-1108-B120C3D914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572" y="2254076"/>
            <a:ext cx="10069330" cy="248637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6629105"/>
      </p:ext>
    </p:extLst>
  </p:cSld>
  <p:clrMapOvr>
    <a:masterClrMapping/>
  </p:clrMapOvr>
  <p:transition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A974CD2-6211-1219-8E01-BDBEF2920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95" y="868440"/>
            <a:ext cx="8478433" cy="482032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10849097"/>
      </p:ext>
    </p:extLst>
  </p:cSld>
  <p:clrMapOvr>
    <a:masterClrMapping/>
  </p:clrMapOvr>
  <p:transition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D2A8E2-B35E-6464-2B99-6444D98B3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762" y="999396"/>
            <a:ext cx="10631384" cy="352474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86910088"/>
      </p:ext>
    </p:extLst>
  </p:cSld>
  <p:clrMapOvr>
    <a:masterClrMapping/>
  </p:clrMapOvr>
  <p:transition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86B019-F44B-0CCB-46D3-037548512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7758" y="1101390"/>
            <a:ext cx="7220958" cy="479174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83614765"/>
      </p:ext>
    </p:extLst>
  </p:cSld>
  <p:clrMapOvr>
    <a:masterClrMapping/>
  </p:clrMapOvr>
  <p:transition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45F5A-9845-5E89-E5FD-D047C1CAB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8FDBD1B-880F-663B-D471-B2DE746562A6}"/>
              </a:ext>
            </a:extLst>
          </p:cNvPr>
          <p:cNvSpPr/>
          <p:nvPr/>
        </p:nvSpPr>
        <p:spPr bwMode="auto">
          <a:xfrm>
            <a:off x="1941885" y="1047507"/>
            <a:ext cx="1742421" cy="191435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Dev Workspace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8EBC1AE-8902-6432-81F3-4746F893F8DF}"/>
              </a:ext>
            </a:extLst>
          </p:cNvPr>
          <p:cNvGrpSpPr/>
          <p:nvPr/>
        </p:nvGrpSpPr>
        <p:grpSpPr>
          <a:xfrm>
            <a:off x="2131875" y="1353539"/>
            <a:ext cx="655911" cy="654509"/>
            <a:chOff x="6295914" y="1428878"/>
            <a:chExt cx="1693119" cy="182535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8FB22A1-9162-7D2F-D3AC-5B725D7D1805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15" name="Picture 14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8E0BC2AE-3AE0-E094-5105-C43E604421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BEC2ACE-4FF2-B20F-0061-D40090714EA0}"/>
              </a:ext>
            </a:extLst>
          </p:cNvPr>
          <p:cNvGrpSpPr/>
          <p:nvPr/>
        </p:nvGrpSpPr>
        <p:grpSpPr>
          <a:xfrm>
            <a:off x="2890835" y="1353539"/>
            <a:ext cx="657835" cy="654509"/>
            <a:chOff x="6503915" y="831583"/>
            <a:chExt cx="1229935" cy="132599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6A22345-4A0D-F77F-4FFF-B49051C7FE3A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18" name="Picture 17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0C5E69C6-9E50-4738-D020-CCF27398AE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88090DA-2D75-CF9E-0A43-21DD6DA266BC}"/>
              </a:ext>
            </a:extLst>
          </p:cNvPr>
          <p:cNvGrpSpPr/>
          <p:nvPr/>
        </p:nvGrpSpPr>
        <p:grpSpPr>
          <a:xfrm>
            <a:off x="2879884" y="2168548"/>
            <a:ext cx="659688" cy="658278"/>
            <a:chOff x="1943154" y="2871362"/>
            <a:chExt cx="1229935" cy="1325994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A8DC213-1BAE-A9EB-9781-A4B1C96CD859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1" name="Picture 20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CE0FF270-E74F-A8BB-1B64-C2BAFBBE21B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A3B1245-6D16-29CB-E15E-6C96F7FE0039}"/>
              </a:ext>
            </a:extLst>
          </p:cNvPr>
          <p:cNvGrpSpPr/>
          <p:nvPr/>
        </p:nvGrpSpPr>
        <p:grpSpPr>
          <a:xfrm>
            <a:off x="2120924" y="2168548"/>
            <a:ext cx="655911" cy="654509"/>
            <a:chOff x="540799" y="2865453"/>
            <a:chExt cx="1229935" cy="132599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23B5B3-3B57-713C-71B4-7DCF9D2593CA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24" name="Picture 23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73011EC3-7B80-6FC6-092D-FFED5B6CAA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22DE4400-1AB0-E791-E22A-64C96E8DA711}"/>
              </a:ext>
            </a:extLst>
          </p:cNvPr>
          <p:cNvSpPr/>
          <p:nvPr/>
        </p:nvSpPr>
        <p:spPr bwMode="auto">
          <a:xfrm>
            <a:off x="5017936" y="1050871"/>
            <a:ext cx="1742421" cy="191435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Test Workspace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21F0DE3-6E73-8747-35DD-67168F67775B}"/>
              </a:ext>
            </a:extLst>
          </p:cNvPr>
          <p:cNvGrpSpPr/>
          <p:nvPr/>
        </p:nvGrpSpPr>
        <p:grpSpPr>
          <a:xfrm>
            <a:off x="5207926" y="1356903"/>
            <a:ext cx="655911" cy="654509"/>
            <a:chOff x="6295914" y="1428878"/>
            <a:chExt cx="1693119" cy="182535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EEB100B-36B3-A710-58FD-EA24EAEF893D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5" name="Picture 4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EBBAF3A1-2229-B561-E426-084D23527F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56CD15EF-B23B-B857-28D7-A22A65D8066E}"/>
              </a:ext>
            </a:extLst>
          </p:cNvPr>
          <p:cNvGrpSpPr/>
          <p:nvPr/>
        </p:nvGrpSpPr>
        <p:grpSpPr>
          <a:xfrm>
            <a:off x="5966886" y="1356903"/>
            <a:ext cx="657835" cy="654509"/>
            <a:chOff x="6503915" y="831583"/>
            <a:chExt cx="1229935" cy="132599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6BA4F5-69D8-D752-9A5B-B8EDEC7A4A8E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8" name="Picture 7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92936BCB-5EA4-5D97-DF48-34C6AD6FE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52593E4A-4ECF-8327-45DF-BAE074105A24}"/>
              </a:ext>
            </a:extLst>
          </p:cNvPr>
          <p:cNvGrpSpPr/>
          <p:nvPr/>
        </p:nvGrpSpPr>
        <p:grpSpPr>
          <a:xfrm>
            <a:off x="5955935" y="2171912"/>
            <a:ext cx="659688" cy="658278"/>
            <a:chOff x="1943154" y="2871362"/>
            <a:chExt cx="1229935" cy="132599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BABA33C-D171-BE59-D5A7-0DFDA6B24DFF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1" name="Picture 10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75042CEC-DA51-7C65-F730-D9EB8933F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71EEB7C-83B2-21A6-D906-F632A34437A0}"/>
              </a:ext>
            </a:extLst>
          </p:cNvPr>
          <p:cNvGrpSpPr/>
          <p:nvPr/>
        </p:nvGrpSpPr>
        <p:grpSpPr>
          <a:xfrm>
            <a:off x="5196975" y="2171912"/>
            <a:ext cx="655911" cy="654509"/>
            <a:chOff x="540799" y="2865453"/>
            <a:chExt cx="1229935" cy="1325994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B203EB38-93B3-2810-7528-A1E3D440A81A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27" name="Picture 26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04671681-8833-6786-CE6A-05A866D3E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14DB4231-7106-4165-0076-7D46A9055C3D}"/>
              </a:ext>
            </a:extLst>
          </p:cNvPr>
          <p:cNvSpPr/>
          <p:nvPr/>
        </p:nvSpPr>
        <p:spPr bwMode="auto">
          <a:xfrm>
            <a:off x="8104147" y="1047507"/>
            <a:ext cx="1742421" cy="191435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Prod Workspace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9C755D2-DC79-DB88-7955-A368BA8361F3}"/>
              </a:ext>
            </a:extLst>
          </p:cNvPr>
          <p:cNvGrpSpPr/>
          <p:nvPr/>
        </p:nvGrpSpPr>
        <p:grpSpPr>
          <a:xfrm>
            <a:off x="8294137" y="1353539"/>
            <a:ext cx="655911" cy="654509"/>
            <a:chOff x="6295914" y="1428878"/>
            <a:chExt cx="1693119" cy="1825354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AC2A7C3-A0F5-B1F8-BF38-16E0A928668D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31" name="Picture 30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A140B9E2-27C9-89DC-705B-F1348C972C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C8694A7-9840-00B5-D659-30BD4055B85B}"/>
              </a:ext>
            </a:extLst>
          </p:cNvPr>
          <p:cNvGrpSpPr/>
          <p:nvPr/>
        </p:nvGrpSpPr>
        <p:grpSpPr>
          <a:xfrm>
            <a:off x="9053097" y="1353539"/>
            <a:ext cx="657835" cy="654509"/>
            <a:chOff x="6503915" y="831583"/>
            <a:chExt cx="1229935" cy="1325994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E11D1F1-ED0A-220C-11E7-FB376654D3C7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34" name="Picture 33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2C0FD1C6-9C1C-8079-AC50-091835B086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8326EE7-39D9-58D7-1768-F66F78865F6F}"/>
              </a:ext>
            </a:extLst>
          </p:cNvPr>
          <p:cNvGrpSpPr/>
          <p:nvPr/>
        </p:nvGrpSpPr>
        <p:grpSpPr>
          <a:xfrm>
            <a:off x="9042146" y="2168548"/>
            <a:ext cx="659688" cy="658278"/>
            <a:chOff x="1943154" y="2871362"/>
            <a:chExt cx="1229935" cy="1325994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384C313-AAB7-9247-F7C3-348D4BB6EFD8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7" name="Picture 36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2BE7ACA8-3994-8662-88FE-C64F7BFA3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78737FB-EA6B-193B-4C43-25712BA4DF65}"/>
              </a:ext>
            </a:extLst>
          </p:cNvPr>
          <p:cNvGrpSpPr/>
          <p:nvPr/>
        </p:nvGrpSpPr>
        <p:grpSpPr>
          <a:xfrm>
            <a:off x="8283186" y="2168548"/>
            <a:ext cx="655911" cy="654509"/>
            <a:chOff x="540799" y="2865453"/>
            <a:chExt cx="1229935" cy="1325994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86AF671-8B85-05C1-1778-0603DE3E3B0B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40" name="Picture 39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7D9C4484-2301-DC95-08DD-C3DFDA67026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302BE8EE-2C7D-03A6-2772-69DFA7FD869A}"/>
              </a:ext>
            </a:extLst>
          </p:cNvPr>
          <p:cNvSpPr/>
          <p:nvPr/>
        </p:nvSpPr>
        <p:spPr bwMode="auto">
          <a:xfrm>
            <a:off x="3793951" y="1635844"/>
            <a:ext cx="1174127" cy="751136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changes</a:t>
            </a: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491C9813-958B-F335-9A87-9343D5D35CA4}"/>
              </a:ext>
            </a:extLst>
          </p:cNvPr>
          <p:cNvSpPr/>
          <p:nvPr/>
        </p:nvSpPr>
        <p:spPr bwMode="auto">
          <a:xfrm>
            <a:off x="6872431" y="1635844"/>
            <a:ext cx="1174127" cy="751136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changes</a:t>
            </a:r>
          </a:p>
        </p:txBody>
      </p:sp>
    </p:spTree>
    <p:extLst>
      <p:ext uri="{BB962C8B-B14F-4D97-AF65-F5344CB8AC3E}">
        <p14:creationId xmlns:p14="http://schemas.microsoft.com/office/powerpoint/2010/main" val="2516019051"/>
      </p:ext>
    </p:extLst>
  </p:cSld>
  <p:clrMapOvr>
    <a:masterClrMapping/>
  </p:clrMapOvr>
  <p:transition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1075-D850-9317-DD2F-7327A9A33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2C65CC7-7B4E-E704-28B0-67313FBE9FBC}"/>
              </a:ext>
            </a:extLst>
          </p:cNvPr>
          <p:cNvSpPr/>
          <p:nvPr/>
        </p:nvSpPr>
        <p:spPr bwMode="auto">
          <a:xfrm>
            <a:off x="240883" y="3395448"/>
            <a:ext cx="3581050" cy="187020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 workspace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5F9E2E5-BAF2-7D61-3F15-DB0841EB7AB3}"/>
              </a:ext>
            </a:extLst>
          </p:cNvPr>
          <p:cNvSpPr/>
          <p:nvPr/>
        </p:nvSpPr>
        <p:spPr bwMode="auto">
          <a:xfrm>
            <a:off x="4399396" y="3395447"/>
            <a:ext cx="3562811" cy="187020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workspace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AC3D105B-3470-8B36-4C3B-5F5E0061B2F3}"/>
              </a:ext>
            </a:extLst>
          </p:cNvPr>
          <p:cNvSpPr/>
          <p:nvPr/>
        </p:nvSpPr>
        <p:spPr bwMode="auto">
          <a:xfrm>
            <a:off x="3832093" y="3688847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>
              <a:lumMod val="40000"/>
              <a:lumOff val="6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2760DE-724B-9D79-5792-CC63CCB121F6}"/>
              </a:ext>
            </a:extLst>
          </p:cNvPr>
          <p:cNvSpPr/>
          <p:nvPr/>
        </p:nvSpPr>
        <p:spPr bwMode="auto">
          <a:xfrm>
            <a:off x="8571317" y="3395447"/>
            <a:ext cx="3581049" cy="18702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workspace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E7483D0-A50A-1877-0B22-999049351619}"/>
              </a:ext>
            </a:extLst>
          </p:cNvPr>
          <p:cNvSpPr/>
          <p:nvPr/>
        </p:nvSpPr>
        <p:spPr bwMode="auto">
          <a:xfrm>
            <a:off x="352613" y="3718095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272691AE-C066-77EE-E0FA-C0E0C766E9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752772"/>
              </p:ext>
            </p:extLst>
          </p:nvPr>
        </p:nvGraphicFramePr>
        <p:xfrm>
          <a:off x="352614" y="3945848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5053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11111111-1111-1111-1111-111111111111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1" name="Arrow: Right 30">
            <a:extLst>
              <a:ext uri="{FF2B5EF4-FFF2-40B4-BE49-F238E27FC236}">
                <a16:creationId xmlns:a16="http://schemas.microsoft.com/office/drawing/2014/main" id="{B726F6A9-4A0E-E546-260C-AF8B24D2B3F5}"/>
              </a:ext>
            </a:extLst>
          </p:cNvPr>
          <p:cNvSpPr/>
          <p:nvPr/>
        </p:nvSpPr>
        <p:spPr bwMode="auto">
          <a:xfrm>
            <a:off x="8005900" y="3688846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>
              <a:lumMod val="40000"/>
              <a:lumOff val="6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63BB88E-706C-9AD8-9B57-033C0C2C10CB}"/>
              </a:ext>
            </a:extLst>
          </p:cNvPr>
          <p:cNvSpPr/>
          <p:nvPr/>
        </p:nvSpPr>
        <p:spPr bwMode="auto">
          <a:xfrm>
            <a:off x="4550892" y="3722514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B1322248-9356-46EE-DEAF-0E9065AC8B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8248294"/>
              </p:ext>
            </p:extLst>
          </p:nvPr>
        </p:nvGraphicFramePr>
        <p:xfrm>
          <a:off x="4550893" y="3950267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781853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22222222-2222-2222-2222-222222222222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4" name="Rectangle 33">
            <a:extLst>
              <a:ext uri="{FF2B5EF4-FFF2-40B4-BE49-F238E27FC236}">
                <a16:creationId xmlns:a16="http://schemas.microsoft.com/office/drawing/2014/main" id="{191B6C03-4E38-70FE-A965-A643C054AAE7}"/>
              </a:ext>
            </a:extLst>
          </p:cNvPr>
          <p:cNvSpPr/>
          <p:nvPr/>
        </p:nvSpPr>
        <p:spPr bwMode="auto">
          <a:xfrm>
            <a:off x="8718689" y="3715890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8BD3F71B-1124-4357-201A-7210FEB1E8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115040"/>
              </p:ext>
            </p:extLst>
          </p:nvPr>
        </p:nvGraphicFramePr>
        <p:xfrm>
          <a:off x="8718690" y="3943643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534725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33333333-3333-3333-3333-333333333333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6" name="Rectangle 35">
            <a:extLst>
              <a:ext uri="{FF2B5EF4-FFF2-40B4-BE49-F238E27FC236}">
                <a16:creationId xmlns:a16="http://schemas.microsoft.com/office/drawing/2014/main" id="{E0209436-E9A6-D0C0-5E55-28C30492401A}"/>
              </a:ext>
            </a:extLst>
          </p:cNvPr>
          <p:cNvSpPr/>
          <p:nvPr/>
        </p:nvSpPr>
        <p:spPr bwMode="auto">
          <a:xfrm>
            <a:off x="278318" y="797920"/>
            <a:ext cx="3581050" cy="1512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 workspace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D88422C-4499-A255-979E-898CED480233}"/>
              </a:ext>
            </a:extLst>
          </p:cNvPr>
          <p:cNvSpPr/>
          <p:nvPr/>
        </p:nvSpPr>
        <p:spPr bwMode="auto">
          <a:xfrm>
            <a:off x="4436831" y="797919"/>
            <a:ext cx="3562811" cy="15123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workspace</a:t>
            </a:r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2EEEEEB1-7570-0AF3-C34B-FDDE434F8DD8}"/>
              </a:ext>
            </a:extLst>
          </p:cNvPr>
          <p:cNvSpPr/>
          <p:nvPr/>
        </p:nvSpPr>
        <p:spPr bwMode="auto">
          <a:xfrm>
            <a:off x="3859368" y="1182295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6ACDB4C-85A6-24F4-4265-C59D07BAF736}"/>
              </a:ext>
            </a:extLst>
          </p:cNvPr>
          <p:cNvSpPr/>
          <p:nvPr/>
        </p:nvSpPr>
        <p:spPr bwMode="auto">
          <a:xfrm>
            <a:off x="8608752" y="797918"/>
            <a:ext cx="3581049" cy="15123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workspace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7BB852-7C90-DDBF-243D-FD8E8E918323}"/>
              </a:ext>
            </a:extLst>
          </p:cNvPr>
          <p:cNvSpPr/>
          <p:nvPr/>
        </p:nvSpPr>
        <p:spPr bwMode="auto">
          <a:xfrm>
            <a:off x="420528" y="1150583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A4071E35-3A74-D1A5-7A65-C04C2A8822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3117659"/>
              </p:ext>
            </p:extLst>
          </p:nvPr>
        </p:nvGraphicFramePr>
        <p:xfrm>
          <a:off x="420529" y="1378336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88611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11111111-1111-1111-1111-111111111111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2" name="Arrow: Right 41">
            <a:extLst>
              <a:ext uri="{FF2B5EF4-FFF2-40B4-BE49-F238E27FC236}">
                <a16:creationId xmlns:a16="http://schemas.microsoft.com/office/drawing/2014/main" id="{8DDFD746-B450-FDE4-D8C6-104305D80B95}"/>
              </a:ext>
            </a:extLst>
          </p:cNvPr>
          <p:cNvSpPr/>
          <p:nvPr/>
        </p:nvSpPr>
        <p:spPr bwMode="auto">
          <a:xfrm>
            <a:off x="8024819" y="1116502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37DF1DF-9FE3-5BEB-9AC7-E9724DC32682}"/>
              </a:ext>
            </a:extLst>
          </p:cNvPr>
          <p:cNvSpPr/>
          <p:nvPr/>
        </p:nvSpPr>
        <p:spPr bwMode="auto">
          <a:xfrm>
            <a:off x="4588327" y="1104202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951ECB2E-2278-9F1D-27B3-9B11FB2789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9885191"/>
              </p:ext>
            </p:extLst>
          </p:nvPr>
        </p:nvGraphicFramePr>
        <p:xfrm>
          <a:off x="4588328" y="1331955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8168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22222222-2222-2222-2222-222222222222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5" name="Rectangle 44">
            <a:extLst>
              <a:ext uri="{FF2B5EF4-FFF2-40B4-BE49-F238E27FC236}">
                <a16:creationId xmlns:a16="http://schemas.microsoft.com/office/drawing/2014/main" id="{EC047CCF-EA65-B2A1-69E3-0088CBE8020E}"/>
              </a:ext>
            </a:extLst>
          </p:cNvPr>
          <p:cNvSpPr/>
          <p:nvPr/>
        </p:nvSpPr>
        <p:spPr bwMode="auto">
          <a:xfrm>
            <a:off x="8756124" y="1097578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6" name="Table 45">
            <a:extLst>
              <a:ext uri="{FF2B5EF4-FFF2-40B4-BE49-F238E27FC236}">
                <a16:creationId xmlns:a16="http://schemas.microsoft.com/office/drawing/2014/main" id="{53AAC975-295F-82DE-2607-A6F9043A3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09236"/>
              </p:ext>
            </p:extLst>
          </p:nvPr>
        </p:nvGraphicFramePr>
        <p:xfrm>
          <a:off x="8756125" y="1325331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024127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33333333-3333-3333-3333-333333333333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7" name="Rectangle 46">
            <a:extLst>
              <a:ext uri="{FF2B5EF4-FFF2-40B4-BE49-F238E27FC236}">
                <a16:creationId xmlns:a16="http://schemas.microsoft.com/office/drawing/2014/main" id="{9BDAAA28-E6D3-C112-5EA1-6CC90650D56E}"/>
              </a:ext>
            </a:extLst>
          </p:cNvPr>
          <p:cNvSpPr/>
          <p:nvPr/>
        </p:nvSpPr>
        <p:spPr bwMode="auto">
          <a:xfrm>
            <a:off x="324150" y="4766261"/>
            <a:ext cx="11738929" cy="260117"/>
          </a:xfrm>
          <a:prstGeom prst="rect">
            <a:avLst/>
          </a:prstGeom>
          <a:noFill/>
          <a:ln w="38100">
            <a:solidFill>
              <a:srgbClr val="EE0000"/>
            </a:solidFill>
            <a:prstDash val="sysDash"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273068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Fabric Theme">
  <a:themeElements>
    <a:clrScheme name="Custom 4">
      <a:dk1>
        <a:srgbClr val="3C3C41"/>
      </a:dk1>
      <a:lt1>
        <a:srgbClr val="FFFFFF"/>
      </a:lt1>
      <a:dk2>
        <a:srgbClr val="002060"/>
      </a:dk2>
      <a:lt2>
        <a:srgbClr val="FFFFFF"/>
      </a:lt2>
      <a:accent1>
        <a:srgbClr val="F2C80F"/>
      </a:accent1>
      <a:accent2>
        <a:srgbClr val="0045D6"/>
      </a:accent2>
      <a:accent3>
        <a:srgbClr val="008D7B"/>
      </a:accent3>
      <a:accent4>
        <a:srgbClr val="002166"/>
      </a:accent4>
      <a:accent5>
        <a:srgbClr val="002D89"/>
      </a:accent5>
      <a:accent6>
        <a:srgbClr val="1BFFE2"/>
      </a:accent6>
      <a:hlink>
        <a:srgbClr val="0078D4"/>
      </a:hlink>
      <a:folHlink>
        <a:srgbClr val="0078D4"/>
      </a:folHlink>
    </a:clrScheme>
    <a:fontScheme name="Dynamics 36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4" id="{8EF47BD7-F710-45A9-8AE8-D03654F6711E}" vid="{3CF6A8A8-DA63-4A8A-A544-BAFFF90A76CB}"/>
    </a:ext>
  </a:extLst>
</a:theme>
</file>

<file path=ppt/theme/theme2.xml><?xml version="1.0" encoding="utf-8"?>
<a:theme xmlns:a="http://schemas.openxmlformats.org/drawingml/2006/main" name="Theme1">
  <a:themeElements>
    <a:clrScheme name="Custom 10">
      <a:dk1>
        <a:srgbClr val="3C3C41"/>
      </a:dk1>
      <a:lt1>
        <a:srgbClr val="FFFFFF"/>
      </a:lt1>
      <a:dk2>
        <a:srgbClr val="002060"/>
      </a:dk2>
      <a:lt2>
        <a:srgbClr val="FFFFFF"/>
      </a:lt2>
      <a:accent1>
        <a:srgbClr val="008D7B"/>
      </a:accent1>
      <a:accent2>
        <a:srgbClr val="0045D6"/>
      </a:accent2>
      <a:accent3>
        <a:srgbClr val="FFFFCC"/>
      </a:accent3>
      <a:accent4>
        <a:srgbClr val="990099"/>
      </a:accent4>
      <a:accent5>
        <a:srgbClr val="900000"/>
      </a:accent5>
      <a:accent6>
        <a:srgbClr val="FFC000"/>
      </a:accent6>
      <a:hlink>
        <a:srgbClr val="C00000"/>
      </a:hlink>
      <a:folHlink>
        <a:srgbClr val="C00000"/>
      </a:folHlink>
    </a:clrScheme>
    <a:fontScheme name="Dynamics 36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heme1" id="{278F993C-81DB-4FF5-BCAA-CBB0E0CCC442}" vid="{58D1AD11-405F-4081-B6AE-91DD6BC4897F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F692671-1E95-4751-B591-81D3AFC057E8}">
  <we:reference id="wa200005566" version="3.0.0.2" store="en-US" storeType="OMEX"/>
  <we:alternateReferences>
    <we:reference id="WA200005566" version="3.0.0.2" store="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_activity xmlns="3c10a0e8-556e-4c2d-9121-1181542ea83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63AD2D799A0384499DFA8618B2D06C3" ma:contentTypeVersion="19" ma:contentTypeDescription="Create a new document." ma:contentTypeScope="" ma:versionID="4ad8bb11041bccc4900be347311affd5">
  <xsd:schema xmlns:xsd="http://www.w3.org/2001/XMLSchema" xmlns:xs="http://www.w3.org/2001/XMLSchema" xmlns:p="http://schemas.microsoft.com/office/2006/metadata/properties" xmlns:ns1="http://schemas.microsoft.com/sharepoint/v3" xmlns:ns3="3c10a0e8-556e-4c2d-9121-1181542ea83c" xmlns:ns4="91f22b01-9196-48cc-8d58-ee179122dd75" targetNamespace="http://schemas.microsoft.com/office/2006/metadata/properties" ma:root="true" ma:fieldsID="55cc422832b79ebb748bec44d447ca3b" ns1:_="" ns3:_="" ns4:_="">
    <xsd:import namespace="http://schemas.microsoft.com/sharepoint/v3"/>
    <xsd:import namespace="3c10a0e8-556e-4c2d-9121-1181542ea83c"/>
    <xsd:import namespace="91f22b01-9196-48cc-8d58-ee179122dd7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1:_ip_UnifiedCompliancePolicyProperties" minOccurs="0"/>
                <xsd:element ref="ns1:_ip_UnifiedCompliancePolicyUIAction" minOccurs="0"/>
                <xsd:element ref="ns3:MediaServiceDateTaken" minOccurs="0"/>
                <xsd:element ref="ns3:MediaLengthInSeconds" minOccurs="0"/>
                <xsd:element ref="ns3:_activity" minOccurs="0"/>
                <xsd:element ref="ns3:MediaServiceOCR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8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9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10a0e8-556e-4c2d-9121-1181542ea83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6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f22b01-9196-48cc-8d58-ee179122dd7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terms/"/>
    <ds:schemaRef ds:uri="http://schemas.microsoft.com/sharepoint/v3"/>
    <ds:schemaRef ds:uri="http://www.w3.org/XML/1998/namespace"/>
    <ds:schemaRef ds:uri="http://schemas.microsoft.com/office/infopath/2007/PartnerControls"/>
    <ds:schemaRef ds:uri="91f22b01-9196-48cc-8d58-ee179122dd75"/>
    <ds:schemaRef ds:uri="3c10a0e8-556e-4c2d-9121-1181542ea83c"/>
  </ds:schemaRefs>
</ds:datastoreItem>
</file>

<file path=customXml/itemProps2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2411704-DA91-4A2A-81D1-00044852D0BE}">
  <ds:schemaRefs>
    <ds:schemaRef ds:uri="3c10a0e8-556e-4c2d-9121-1181542ea83c"/>
    <ds:schemaRef ds:uri="91f22b01-9196-48cc-8d58-ee179122dd7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15544</TotalTime>
  <Words>562</Words>
  <Application>Microsoft Office PowerPoint</Application>
  <PresentationFormat>Custom</PresentationFormat>
  <Paragraphs>317</Paragraphs>
  <Slides>58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58</vt:i4>
      </vt:variant>
    </vt:vector>
  </HeadingPairs>
  <TitlesOfParts>
    <vt:vector size="66" baseType="lpstr">
      <vt:lpstr>Arial</vt:lpstr>
      <vt:lpstr>Lucida Console</vt:lpstr>
      <vt:lpstr>Segoe UI</vt:lpstr>
      <vt:lpstr>Segoe UI Light</vt:lpstr>
      <vt:lpstr>Segoe UI Semibold</vt:lpstr>
      <vt:lpstr>Wingdings</vt:lpstr>
      <vt:lpstr>Fabric Theme</vt:lpstr>
      <vt:lpstr>Theme1</vt:lpstr>
      <vt:lpstr>Chapter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Images need to be recreated in PPT objects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&lt;Speech title here&gt;</dc:subject>
  <dc:creator>Arvind Dutta;Ted.Pattison@microsoft.com</dc:creator>
  <cp:keywords/>
  <dc:description>Template: Ariel Butz; ZUM Communications
Formatting: 
Audience Type:</dc:description>
  <cp:lastModifiedBy>Ted Pattison</cp:lastModifiedBy>
  <cp:revision>50</cp:revision>
  <cp:lastPrinted>2025-03-29T10:59:42Z</cp:lastPrinted>
  <dcterms:created xsi:type="dcterms:W3CDTF">2018-09-21T01:16:59Z</dcterms:created>
  <dcterms:modified xsi:type="dcterms:W3CDTF">2026-02-03T21:19:06Z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0x010100B63AD2D799A0384499DFA8618B2D06C3</vt:lpwstr>
  </property>
  <property fmtid="{D5CDD505-2E9C-101B-9397-08002B2CF9AE}" pid="3" name="Product">
    <vt:lpwstr/>
  </property>
  <property fmtid="{D5CDD505-2E9C-101B-9397-08002B2CF9AE}" pid="4" name="Event1">
    <vt:lpwstr>622;#Unassigned|2c8af875-f38a-40b8-a0a9-056aed3fc8c0</vt:lpwstr>
  </property>
  <property fmtid="{D5CDD505-2E9C-101B-9397-08002B2CF9AE}" pid="5" name="Audience">
    <vt:lpwstr/>
  </property>
  <property fmtid="{D5CDD505-2E9C-101B-9397-08002B2CF9AE}" pid="6" name="Event Venue">
    <vt:lpwstr/>
  </property>
  <property fmtid="{D5CDD505-2E9C-101B-9397-08002B2CF9AE}" pid="7" name="Track">
    <vt:lpwstr/>
  </property>
  <property fmtid="{D5CDD505-2E9C-101B-9397-08002B2CF9AE}" pid="8" name="Event Location">
    <vt:lpwstr/>
  </property>
  <property fmtid="{D5CDD505-2E9C-101B-9397-08002B2CF9AE}" pid="9" name="Campaign">
    <vt:lpwstr/>
  </property>
  <property fmtid="{D5CDD505-2E9C-101B-9397-08002B2CF9AE}" pid="10" name="IsMyDocuments">
    <vt:bool>true</vt:bool>
  </property>
  <property fmtid="{D5CDD505-2E9C-101B-9397-08002B2CF9AE}" pid="11" name="AuthorIds_UIVersion_47104">
    <vt:lpwstr>18</vt:lpwstr>
  </property>
  <property fmtid="{D5CDD505-2E9C-101B-9397-08002B2CF9AE}" pid="12" name="MSIP_Label_87867195-f2b8-4ac2-b0b6-6bb73cb33afc_Enabled">
    <vt:lpwstr>true</vt:lpwstr>
  </property>
  <property fmtid="{D5CDD505-2E9C-101B-9397-08002B2CF9AE}" pid="13" name="MSIP_Label_87867195-f2b8-4ac2-b0b6-6bb73cb33afc_SetDate">
    <vt:lpwstr>2021-11-16T15:21:41Z</vt:lpwstr>
  </property>
  <property fmtid="{D5CDD505-2E9C-101B-9397-08002B2CF9AE}" pid="14" name="MSIP_Label_87867195-f2b8-4ac2-b0b6-6bb73cb33afc_Method">
    <vt:lpwstr>Privileged</vt:lpwstr>
  </property>
  <property fmtid="{D5CDD505-2E9C-101B-9397-08002B2CF9AE}" pid="15" name="MSIP_Label_87867195-f2b8-4ac2-b0b6-6bb73cb33afc_Name">
    <vt:lpwstr>Not Restricted</vt:lpwstr>
  </property>
  <property fmtid="{D5CDD505-2E9C-101B-9397-08002B2CF9AE}" pid="16" name="MSIP_Label_87867195-f2b8-4ac2-b0b6-6bb73cb33afc_SiteId">
    <vt:lpwstr>72f988bf-86f1-41af-91ab-2d7cd011db47</vt:lpwstr>
  </property>
  <property fmtid="{D5CDD505-2E9C-101B-9397-08002B2CF9AE}" pid="17" name="MSIP_Label_87867195-f2b8-4ac2-b0b6-6bb73cb33afc_ActionId">
    <vt:lpwstr>9942a4e6-ac4e-4ace-9fe2-0b1ceecd1d50</vt:lpwstr>
  </property>
  <property fmtid="{D5CDD505-2E9C-101B-9397-08002B2CF9AE}" pid="18" name="MSIP_Label_87867195-f2b8-4ac2-b0b6-6bb73cb33afc_ContentBits">
    <vt:lpwstr>0</vt:lpwstr>
  </property>
</Properties>
</file>