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60"/>
  </p:notesMasterIdLst>
  <p:handoutMasterIdLst>
    <p:handoutMasterId r:id="rId61"/>
  </p:handoutMasterIdLst>
  <p:sldIdLst>
    <p:sldId id="2147482125" r:id="rId6"/>
    <p:sldId id="2147482159" r:id="rId7"/>
    <p:sldId id="2147482112" r:id="rId8"/>
    <p:sldId id="2147482100" r:id="rId9"/>
    <p:sldId id="2147482173" r:id="rId10"/>
    <p:sldId id="2147482101" r:id="rId11"/>
    <p:sldId id="2147482113" r:id="rId12"/>
    <p:sldId id="2147482102" r:id="rId13"/>
    <p:sldId id="2147482162" r:id="rId14"/>
    <p:sldId id="2147482163" r:id="rId15"/>
    <p:sldId id="2147482168" r:id="rId16"/>
    <p:sldId id="2147482164" r:id="rId17"/>
    <p:sldId id="2147482165" r:id="rId18"/>
    <p:sldId id="2147482114" r:id="rId19"/>
    <p:sldId id="2147482166" r:id="rId20"/>
    <p:sldId id="2147482170" r:id="rId21"/>
    <p:sldId id="2147482172" r:id="rId22"/>
    <p:sldId id="2147482169" r:id="rId23"/>
    <p:sldId id="2147482171" r:id="rId24"/>
    <p:sldId id="2147482176" r:id="rId25"/>
    <p:sldId id="2147482167" r:id="rId26"/>
    <p:sldId id="2147482116" r:id="rId27"/>
    <p:sldId id="2147482132" r:id="rId28"/>
    <p:sldId id="2147482174" r:id="rId29"/>
    <p:sldId id="2147482118" r:id="rId30"/>
    <p:sldId id="2147482139" r:id="rId31"/>
    <p:sldId id="2147482124" r:id="rId32"/>
    <p:sldId id="2147482121" r:id="rId33"/>
    <p:sldId id="2147482122" r:id="rId34"/>
    <p:sldId id="2147482120" r:id="rId35"/>
    <p:sldId id="2147482119" r:id="rId36"/>
    <p:sldId id="2147482146" r:id="rId37"/>
    <p:sldId id="2147482140" r:id="rId38"/>
    <p:sldId id="2147482141" r:id="rId39"/>
    <p:sldId id="2147482177" r:id="rId40"/>
    <p:sldId id="2147482179" r:id="rId41"/>
    <p:sldId id="2147482161" r:id="rId42"/>
    <p:sldId id="2147482180" r:id="rId43"/>
    <p:sldId id="2147482178" r:id="rId44"/>
    <p:sldId id="2147482160" r:id="rId45"/>
    <p:sldId id="2147482147" r:id="rId46"/>
    <p:sldId id="2147482148" r:id="rId47"/>
    <p:sldId id="2147482155" r:id="rId48"/>
    <p:sldId id="2147482152" r:id="rId49"/>
    <p:sldId id="2147482150" r:id="rId50"/>
    <p:sldId id="2147482153" r:id="rId51"/>
    <p:sldId id="2147482154" r:id="rId52"/>
    <p:sldId id="2147482156" r:id="rId53"/>
    <p:sldId id="2147482151" r:id="rId54"/>
    <p:sldId id="2147482149" r:id="rId55"/>
    <p:sldId id="2147482157" r:id="rId56"/>
    <p:sldId id="2147482158" r:id="rId57"/>
    <p:sldId id="2147482175" r:id="rId58"/>
    <p:sldId id="2147482123" r:id="rId59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100"/>
            <p14:sldId id="2147482173"/>
            <p14:sldId id="2147482101"/>
            <p14:sldId id="2147482113"/>
            <p14:sldId id="2147482102"/>
            <p14:sldId id="2147482162"/>
            <p14:sldId id="2147482163"/>
            <p14:sldId id="2147482168"/>
            <p14:sldId id="2147482164"/>
            <p14:sldId id="2147482165"/>
            <p14:sldId id="2147482114"/>
            <p14:sldId id="2147482166"/>
            <p14:sldId id="2147482170"/>
            <p14:sldId id="2147482172"/>
            <p14:sldId id="2147482169"/>
            <p14:sldId id="2147482171"/>
            <p14:sldId id="2147482176"/>
            <p14:sldId id="2147482167"/>
            <p14:sldId id="2147482116"/>
            <p14:sldId id="2147482132"/>
            <p14:sldId id="2147482174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140"/>
            <p14:sldId id="2147482141"/>
            <p14:sldId id="2147482177"/>
            <p14:sldId id="2147482179"/>
            <p14:sldId id="2147482161"/>
            <p14:sldId id="2147482180"/>
            <p14:sldId id="2147482178"/>
            <p14:sldId id="2147482160"/>
            <p14:sldId id="2147482147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B9FF"/>
    <a:srgbClr val="FFFFFF"/>
    <a:srgbClr val="6C0000"/>
    <a:srgbClr val="8A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75" d="100"/>
          <a:sy n="75" d="100"/>
        </p:scale>
        <p:origin x="82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1558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63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microsoft.com/office/2018/10/relationships/authors" Target="author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notesMaster" Target="notesMasters/notesMaster1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1/29/2026 3:45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34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143E-4C4B-8E9E-83AE-CDE43693A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F78E9-C70F-5C30-7D12-757905CBB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40508-F234-F916-1C50-1E63CB028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3E61A1E-DC28-5F64-D97B-CD72DF147DA7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CFBF9-0BC9-5F9E-3CC1-1A2A3BE10F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CB7EC-4014-A326-A04F-B8D864E6A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685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110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66893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15377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15377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5905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1293359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DAC804-1FA6-153B-71B7-A4A921D89442}"/>
              </a:ext>
            </a:extLst>
          </p:cNvPr>
          <p:cNvSpPr/>
          <p:nvPr/>
        </p:nvSpPr>
        <p:spPr bwMode="auto">
          <a:xfrm>
            <a:off x="254017" y="657648"/>
            <a:ext cx="11702757" cy="2920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CC52C1-218D-5D86-DAC7-49730A9AD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72" y="797926"/>
            <a:ext cx="5449713" cy="2639882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27B48C-57B7-EC6A-8F3A-9DF2071D2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520" y="797926"/>
            <a:ext cx="4694307" cy="263988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252CDF10-60ED-AC54-F0AD-23E1E950168E}"/>
              </a:ext>
            </a:extLst>
          </p:cNvPr>
          <p:cNvSpPr/>
          <p:nvPr/>
        </p:nvSpPr>
        <p:spPr bwMode="auto">
          <a:xfrm>
            <a:off x="5560454" y="1980344"/>
            <a:ext cx="2471921" cy="776453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API-driven Release Process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3279912" y="2494722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2819341" y="3137261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C60118-8AC6-95D2-7BB0-E9F8635023F8}"/>
              </a:ext>
            </a:extLst>
          </p:cNvPr>
          <p:cNvSpPr/>
          <p:nvPr/>
        </p:nvSpPr>
        <p:spPr bwMode="auto">
          <a:xfrm>
            <a:off x="883253" y="2485205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ACEF9D8-8627-DEFA-5740-1740AA20F0DD}"/>
              </a:ext>
            </a:extLst>
          </p:cNvPr>
          <p:cNvSpPr/>
          <p:nvPr/>
        </p:nvSpPr>
        <p:spPr bwMode="auto">
          <a:xfrm flipH="1">
            <a:off x="2278761" y="2797651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456951-C80F-CB66-E93B-F661DEEE96A9}"/>
              </a:ext>
            </a:extLst>
          </p:cNvPr>
          <p:cNvSpPr/>
          <p:nvPr/>
        </p:nvSpPr>
        <p:spPr bwMode="auto">
          <a:xfrm>
            <a:off x="4134936" y="2648647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7CFE12-DA85-A691-F43B-551B8DBDADBC}"/>
              </a:ext>
            </a:extLst>
          </p:cNvPr>
          <p:cNvSpPr/>
          <p:nvPr/>
        </p:nvSpPr>
        <p:spPr bwMode="auto">
          <a:xfrm>
            <a:off x="1007792" y="2648650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8869CF-BC28-F842-5080-3DF2563282EE}"/>
              </a:ext>
            </a:extLst>
          </p:cNvPr>
          <p:cNvSpPr/>
          <p:nvPr/>
        </p:nvSpPr>
        <p:spPr bwMode="auto">
          <a:xfrm>
            <a:off x="883253" y="4348143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AFD7186-4F6F-D7FE-6CEB-1C87D92B7737}"/>
              </a:ext>
            </a:extLst>
          </p:cNvPr>
          <p:cNvSpPr/>
          <p:nvPr/>
        </p:nvSpPr>
        <p:spPr bwMode="auto">
          <a:xfrm flipH="1">
            <a:off x="2278761" y="4660589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 from GIT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257883-F6E8-97D6-E336-7F8A4EC8994D}"/>
              </a:ext>
            </a:extLst>
          </p:cNvPr>
          <p:cNvSpPr/>
          <p:nvPr/>
        </p:nvSpPr>
        <p:spPr bwMode="auto">
          <a:xfrm>
            <a:off x="4134936" y="4511585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65065B-B098-406F-C5B7-F0A36B399733}"/>
              </a:ext>
            </a:extLst>
          </p:cNvPr>
          <p:cNvSpPr/>
          <p:nvPr/>
        </p:nvSpPr>
        <p:spPr bwMode="auto">
          <a:xfrm>
            <a:off x="1007792" y="4511588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empty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2281C2-BA13-4798-7326-DEF2D6FE30D6}"/>
              </a:ext>
            </a:extLst>
          </p:cNvPr>
          <p:cNvSpPr/>
          <p:nvPr/>
        </p:nvSpPr>
        <p:spPr bwMode="auto">
          <a:xfrm>
            <a:off x="883253" y="785709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1889D95D-8331-BFB3-79F0-B72D808D895A}"/>
              </a:ext>
            </a:extLst>
          </p:cNvPr>
          <p:cNvSpPr/>
          <p:nvPr/>
        </p:nvSpPr>
        <p:spPr bwMode="auto">
          <a:xfrm>
            <a:off x="2268855" y="1098155"/>
            <a:ext cx="1866081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E6258E-CFD4-4EA8-220E-30AEE1DE1C83}"/>
              </a:ext>
            </a:extLst>
          </p:cNvPr>
          <p:cNvSpPr/>
          <p:nvPr/>
        </p:nvSpPr>
        <p:spPr bwMode="auto">
          <a:xfrm>
            <a:off x="4134936" y="949151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B8CE51-9B39-FFAA-D399-298A420EFE7A}"/>
              </a:ext>
            </a:extLst>
          </p:cNvPr>
          <p:cNvSpPr/>
          <p:nvPr/>
        </p:nvSpPr>
        <p:spPr bwMode="auto">
          <a:xfrm>
            <a:off x="1007792" y="94915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77090633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17918-5E98-8836-773F-EFCF928C6015}"/>
              </a:ext>
            </a:extLst>
          </p:cNvPr>
          <p:cNvSpPr/>
          <p:nvPr/>
        </p:nvSpPr>
        <p:spPr bwMode="auto">
          <a:xfrm>
            <a:off x="6105939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7397D7-316D-9F8F-7DAC-CA1967B653E1}"/>
              </a:ext>
            </a:extLst>
          </p:cNvPr>
          <p:cNvSpPr/>
          <p:nvPr/>
        </p:nvSpPr>
        <p:spPr bwMode="auto">
          <a:xfrm>
            <a:off x="8025336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1ADAD0-65E9-449E-52ED-750E6CC93DA2}"/>
              </a:ext>
            </a:extLst>
          </p:cNvPr>
          <p:cNvSpPr/>
          <p:nvPr/>
        </p:nvSpPr>
        <p:spPr bwMode="auto">
          <a:xfrm>
            <a:off x="8011610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FDE53D-8356-EE12-531C-BFB0A067B581}"/>
              </a:ext>
            </a:extLst>
          </p:cNvPr>
          <p:cNvSpPr/>
          <p:nvPr/>
        </p:nvSpPr>
        <p:spPr bwMode="auto">
          <a:xfrm>
            <a:off x="6232172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81879F1-89E0-D509-1D7A-EA9685184ECE}"/>
              </a:ext>
            </a:extLst>
          </p:cNvPr>
          <p:cNvSpPr/>
          <p:nvPr/>
        </p:nvSpPr>
        <p:spPr bwMode="auto">
          <a:xfrm rot="5400000" flipH="1" flipV="1">
            <a:off x="8375204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6A6ED45-51D0-2F4D-A552-936EF99C8CD5}"/>
              </a:ext>
            </a:extLst>
          </p:cNvPr>
          <p:cNvSpPr/>
          <p:nvPr/>
        </p:nvSpPr>
        <p:spPr bwMode="auto">
          <a:xfrm>
            <a:off x="7509160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D190EF-F2A9-959D-30FA-ED5976470A50}"/>
              </a:ext>
            </a:extLst>
          </p:cNvPr>
          <p:cNvSpPr/>
          <p:nvPr/>
        </p:nvSpPr>
        <p:spPr bwMode="auto">
          <a:xfrm>
            <a:off x="3932046" y="3790051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357134-E5F0-6E27-CA67-033E485A5B42}"/>
              </a:ext>
            </a:extLst>
          </p:cNvPr>
          <p:cNvSpPr/>
          <p:nvPr/>
        </p:nvSpPr>
        <p:spPr bwMode="auto">
          <a:xfrm>
            <a:off x="5851443" y="533423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B6B03A-63F0-7E91-B586-DCF034B1F9DA}"/>
              </a:ext>
            </a:extLst>
          </p:cNvPr>
          <p:cNvSpPr/>
          <p:nvPr/>
        </p:nvSpPr>
        <p:spPr bwMode="auto">
          <a:xfrm>
            <a:off x="5837717" y="3927788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883C74-B389-58A3-0F9E-5B3FE6485934}"/>
              </a:ext>
            </a:extLst>
          </p:cNvPr>
          <p:cNvSpPr/>
          <p:nvPr/>
        </p:nvSpPr>
        <p:spPr bwMode="auto">
          <a:xfrm>
            <a:off x="4058279" y="533423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B8E3AFB-E614-8B71-BB0B-4BA8C318E092}"/>
              </a:ext>
            </a:extLst>
          </p:cNvPr>
          <p:cNvSpPr/>
          <p:nvPr/>
        </p:nvSpPr>
        <p:spPr bwMode="auto">
          <a:xfrm rot="16200000" flipH="1">
            <a:off x="6201311" y="4854152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DB15D02-E882-8A2D-49AB-B67D3C967E2A}"/>
              </a:ext>
            </a:extLst>
          </p:cNvPr>
          <p:cNvSpPr/>
          <p:nvPr/>
        </p:nvSpPr>
        <p:spPr bwMode="auto">
          <a:xfrm>
            <a:off x="5335267" y="5585703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769F347C-B5FD-249C-64C7-41D651965B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6658" y="5334235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84E3BD8-CD04-38F5-13F8-6822EB428B33}"/>
              </a:ext>
            </a:extLst>
          </p:cNvPr>
          <p:cNvSpPr/>
          <p:nvPr/>
        </p:nvSpPr>
        <p:spPr bwMode="auto">
          <a:xfrm flipH="1">
            <a:off x="2463799" y="766344"/>
            <a:ext cx="4179515" cy="9163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49E81B-E252-61F1-E3B5-FF2CCE5DAECE}"/>
              </a:ext>
            </a:extLst>
          </p:cNvPr>
          <p:cNvSpPr/>
          <p:nvPr/>
        </p:nvSpPr>
        <p:spPr bwMode="auto">
          <a:xfrm>
            <a:off x="5116405" y="871453"/>
            <a:ext cx="1409157" cy="70613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5E2F17-4E3D-E61E-EA70-FE34E0ADFA16}"/>
              </a:ext>
            </a:extLst>
          </p:cNvPr>
          <p:cNvSpPr/>
          <p:nvPr/>
        </p:nvSpPr>
        <p:spPr bwMode="auto">
          <a:xfrm>
            <a:off x="2610625" y="871453"/>
            <a:ext cx="1409157" cy="706132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B025234D-1840-1435-423D-7F4152794A02}"/>
              </a:ext>
            </a:extLst>
          </p:cNvPr>
          <p:cNvSpPr/>
          <p:nvPr/>
        </p:nvSpPr>
        <p:spPr bwMode="auto">
          <a:xfrm>
            <a:off x="4015209" y="1016136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A4931A-08F1-28FF-BCC2-D3A5E41604F5}"/>
              </a:ext>
            </a:extLst>
          </p:cNvPr>
          <p:cNvSpPr/>
          <p:nvPr/>
        </p:nvSpPr>
        <p:spPr bwMode="auto">
          <a:xfrm>
            <a:off x="775253" y="852860"/>
            <a:ext cx="3474975" cy="29637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F5B037-D4F1-8E47-60C0-BACD79E56D07}"/>
              </a:ext>
            </a:extLst>
          </p:cNvPr>
          <p:cNvGrpSpPr/>
          <p:nvPr/>
        </p:nvGrpSpPr>
        <p:grpSpPr>
          <a:xfrm>
            <a:off x="921927" y="1013791"/>
            <a:ext cx="1261062" cy="2601961"/>
            <a:chOff x="5239777" y="695739"/>
            <a:chExt cx="1261062" cy="260196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22EAFC-5123-14A5-1397-7936B6CE4AA4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28062B-B605-F225-8404-ABA8845BCC26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FDAA4910-813A-B3B4-1E9D-E167A8085D70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ADFB1F-17FA-C7F9-9A75-9993B813B788}"/>
              </a:ext>
            </a:extLst>
          </p:cNvPr>
          <p:cNvGrpSpPr/>
          <p:nvPr/>
        </p:nvGrpSpPr>
        <p:grpSpPr>
          <a:xfrm>
            <a:off x="2855790" y="1013791"/>
            <a:ext cx="1261062" cy="2601961"/>
            <a:chOff x="5239777" y="695739"/>
            <a:chExt cx="1261062" cy="260196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9C99F46-C04E-B270-DA61-063B4AC5A842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BDE3C57-59D7-8F29-7CD2-60C6983FAD6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78E118AF-27DA-883D-7A92-331484A33B66}"/>
                </a:ext>
              </a:extLst>
            </p:cNvPr>
            <p:cNvSpPr/>
            <p:nvPr/>
          </p:nvSpPr>
          <p:spPr bwMode="auto">
            <a:xfrm rot="5400000" flipV="1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ACC4CEC-CEEE-FFD5-3AF7-A1C423F543A1}"/>
              </a:ext>
            </a:extLst>
          </p:cNvPr>
          <p:cNvSpPr/>
          <p:nvPr/>
        </p:nvSpPr>
        <p:spPr bwMode="auto">
          <a:xfrm flipH="1">
            <a:off x="2238964" y="2771705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A81DDA98-4825-3921-6F0B-696CE3501D6D}"/>
              </a:ext>
            </a:extLst>
          </p:cNvPr>
          <p:cNvSpPr/>
          <p:nvPr/>
        </p:nvSpPr>
        <p:spPr bwMode="auto">
          <a:xfrm flipH="1">
            <a:off x="1977886" y="1175361"/>
            <a:ext cx="6669158" cy="23219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98B2A83-4564-52E5-22F7-DDF892336EC5}"/>
              </a:ext>
            </a:extLst>
          </p:cNvPr>
          <p:cNvSpPr/>
          <p:nvPr/>
        </p:nvSpPr>
        <p:spPr bwMode="auto">
          <a:xfrm>
            <a:off x="7094291" y="1313887"/>
            <a:ext cx="1409157" cy="2054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4CD762-EA8E-00DE-6D9A-96A9231765F1}"/>
              </a:ext>
            </a:extLst>
          </p:cNvPr>
          <p:cNvGrpSpPr/>
          <p:nvPr/>
        </p:nvGrpSpPr>
        <p:grpSpPr>
          <a:xfrm>
            <a:off x="2082733" y="1313888"/>
            <a:ext cx="4952043" cy="616415"/>
            <a:chOff x="1416811" y="3878184"/>
            <a:chExt cx="4952043" cy="61641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140A259-408C-88D5-5936-1933949BDB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CAEC50-BE3D-1C89-F9B0-F46AB8D3892D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999A10B0-4F22-0404-DF5E-1ACDABDD623F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FAA8980D-D811-36BA-4738-8FA746E5D57B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A97CE6D-EC9E-FAF3-6307-7251AA253E38}"/>
              </a:ext>
            </a:extLst>
          </p:cNvPr>
          <p:cNvGrpSpPr/>
          <p:nvPr/>
        </p:nvGrpSpPr>
        <p:grpSpPr>
          <a:xfrm>
            <a:off x="2082733" y="2030127"/>
            <a:ext cx="4952043" cy="616415"/>
            <a:chOff x="1416811" y="3878184"/>
            <a:chExt cx="4952043" cy="616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D8481D-EA1C-F0DA-BC7A-1C4B8EDDBCF4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F59C0FB-B20F-E0F0-6FD1-C4F4CDDFC7C8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D00F47C6-5F64-DA04-F132-E1B3430539EB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1AD8180A-556E-88B9-715E-50B79156C345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06EC83E-E5C7-D107-9855-13D4C4E205EE}"/>
              </a:ext>
            </a:extLst>
          </p:cNvPr>
          <p:cNvGrpSpPr/>
          <p:nvPr/>
        </p:nvGrpSpPr>
        <p:grpSpPr>
          <a:xfrm>
            <a:off x="2082733" y="2757873"/>
            <a:ext cx="4952043" cy="616415"/>
            <a:chOff x="1416811" y="3878184"/>
            <a:chExt cx="4952043" cy="61641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9E051BF-9CA4-080B-63D6-C7B7165D52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C4778A-0E85-08B9-E943-20B86201F592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DEEA3F44-DFF7-0EA7-2410-E957845295BD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7B59C191-EF88-4306-3BF1-CF7A81A57CDD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62C5-A0F4-FC06-949E-0FD454D5E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FC08A7-A42F-5420-F05D-998FFC01DE98}"/>
              </a:ext>
            </a:extLst>
          </p:cNvPr>
          <p:cNvSpPr/>
          <p:nvPr/>
        </p:nvSpPr>
        <p:spPr bwMode="auto">
          <a:xfrm>
            <a:off x="824950" y="821731"/>
            <a:ext cx="4035286" cy="26755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315CB2-FE9C-53CF-24E7-4E484CCDB463}"/>
              </a:ext>
            </a:extLst>
          </p:cNvPr>
          <p:cNvSpPr/>
          <p:nvPr/>
        </p:nvSpPr>
        <p:spPr bwMode="auto">
          <a:xfrm>
            <a:off x="951745" y="2279860"/>
            <a:ext cx="1261062" cy="104843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B2213A-B6F1-AEC1-FAEF-1E2EDF2312B0}"/>
              </a:ext>
            </a:extLst>
          </p:cNvPr>
          <p:cNvSpPr/>
          <p:nvPr/>
        </p:nvSpPr>
        <p:spPr bwMode="auto">
          <a:xfrm>
            <a:off x="951745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A353246-EDA1-3426-4EF8-3E9FD2A2A4FF}"/>
              </a:ext>
            </a:extLst>
          </p:cNvPr>
          <p:cNvSpPr/>
          <p:nvPr/>
        </p:nvSpPr>
        <p:spPr bwMode="auto">
          <a:xfrm rot="5400000" flipV="1">
            <a:off x="1378736" y="1921070"/>
            <a:ext cx="407079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82129E4-1055-8370-3A57-FC8783F0B5AD}"/>
              </a:ext>
            </a:extLst>
          </p:cNvPr>
          <p:cNvSpPr/>
          <p:nvPr/>
        </p:nvSpPr>
        <p:spPr bwMode="auto">
          <a:xfrm>
            <a:off x="3422323" y="2279860"/>
            <a:ext cx="1261062" cy="104843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AB3C5C-7872-DF49-11A5-BDC8CE6A12A4}"/>
              </a:ext>
            </a:extLst>
          </p:cNvPr>
          <p:cNvSpPr/>
          <p:nvPr/>
        </p:nvSpPr>
        <p:spPr bwMode="auto">
          <a:xfrm>
            <a:off x="3422323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C61FD346-61D8-9906-1F8A-1355B4A5F90F}"/>
              </a:ext>
            </a:extLst>
          </p:cNvPr>
          <p:cNvSpPr/>
          <p:nvPr/>
        </p:nvSpPr>
        <p:spPr bwMode="auto">
          <a:xfrm rot="16200000">
            <a:off x="3849314" y="1921070"/>
            <a:ext cx="407079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3D586940-331D-D5EF-2A4D-3454485C825E}"/>
              </a:ext>
            </a:extLst>
          </p:cNvPr>
          <p:cNvSpPr/>
          <p:nvPr/>
        </p:nvSpPr>
        <p:spPr bwMode="auto">
          <a:xfrm>
            <a:off x="2283302" y="2595694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308318340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E2C6A7-E089-61F2-FF44-24CE6A9B23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42"/>
          <a:stretch>
            <a:fillRect/>
          </a:stretch>
        </p:blipFill>
        <p:spPr>
          <a:xfrm>
            <a:off x="6619461" y="2471279"/>
            <a:ext cx="3983458" cy="36295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5223D1-0C2B-C4A9-CE2F-2C17A0D89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00" y="737487"/>
            <a:ext cx="4020111" cy="17337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5377E7AE-A247-C0C2-3DD7-081BC42A2AF7}"/>
              </a:ext>
            </a:extLst>
          </p:cNvPr>
          <p:cNvSpPr/>
          <p:nvPr/>
        </p:nvSpPr>
        <p:spPr bwMode="auto">
          <a:xfrm>
            <a:off x="3852724" y="1318960"/>
            <a:ext cx="602167" cy="2854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D0F33B-8E66-1EB2-4DAA-184BF5512580}"/>
              </a:ext>
            </a:extLst>
          </p:cNvPr>
          <p:cNvSpPr/>
          <p:nvPr/>
        </p:nvSpPr>
        <p:spPr bwMode="auto">
          <a:xfrm>
            <a:off x="1560561" y="1963080"/>
            <a:ext cx="7334961" cy="19827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CF202-AF18-D659-48DB-6819A02237EC}"/>
              </a:ext>
            </a:extLst>
          </p:cNvPr>
          <p:cNvSpPr/>
          <p:nvPr/>
        </p:nvSpPr>
        <p:spPr bwMode="auto">
          <a:xfrm>
            <a:off x="1763495" y="2095884"/>
            <a:ext cx="1632212" cy="166707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6395A-8706-C849-1610-FE141D412E02}"/>
              </a:ext>
            </a:extLst>
          </p:cNvPr>
          <p:cNvSpPr/>
          <p:nvPr/>
        </p:nvSpPr>
        <p:spPr bwMode="auto">
          <a:xfrm>
            <a:off x="4374699" y="2119618"/>
            <a:ext cx="1625443" cy="164333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DB05AD7-634E-1912-1EBB-121F6F7075B7}"/>
              </a:ext>
            </a:extLst>
          </p:cNvPr>
          <p:cNvSpPr/>
          <p:nvPr/>
        </p:nvSpPr>
        <p:spPr bwMode="auto">
          <a:xfrm>
            <a:off x="346300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5CF38-891D-F18A-09D9-3A52030CDEF3}"/>
              </a:ext>
            </a:extLst>
          </p:cNvPr>
          <p:cNvSpPr/>
          <p:nvPr/>
        </p:nvSpPr>
        <p:spPr bwMode="auto">
          <a:xfrm>
            <a:off x="6995979" y="2119618"/>
            <a:ext cx="1625443" cy="164333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2724F3B-5267-3854-B51F-EF7F6C960F64}"/>
              </a:ext>
            </a:extLst>
          </p:cNvPr>
          <p:cNvSpPr/>
          <p:nvPr/>
        </p:nvSpPr>
        <p:spPr bwMode="auto">
          <a:xfrm>
            <a:off x="608428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9420B-62C3-1701-E3B1-B37EE5822221}"/>
              </a:ext>
            </a:extLst>
          </p:cNvPr>
          <p:cNvSpPr/>
          <p:nvPr/>
        </p:nvSpPr>
        <p:spPr bwMode="auto">
          <a:xfrm>
            <a:off x="1560561" y="1570383"/>
            <a:ext cx="7334961" cy="39269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52AF17F-08B3-CAFC-4143-7AB6EA4AFADE}"/>
              </a:ext>
            </a:extLst>
          </p:cNvPr>
          <p:cNvGrpSpPr/>
          <p:nvPr/>
        </p:nvGrpSpPr>
        <p:grpSpPr>
          <a:xfrm>
            <a:off x="4324094" y="808481"/>
            <a:ext cx="7583557" cy="4383629"/>
            <a:chOff x="4324094" y="808481"/>
            <a:chExt cx="7583557" cy="428098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A8740D2-F051-D967-20A0-F49481439CFD}"/>
                </a:ext>
              </a:extLst>
            </p:cNvPr>
            <p:cNvSpPr/>
            <p:nvPr/>
          </p:nvSpPr>
          <p:spPr bwMode="auto">
            <a:xfrm>
              <a:off x="4324094" y="808481"/>
              <a:ext cx="7583557" cy="42809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F014FA5-1AE2-3BF2-BE0C-6FAEFD270B42}"/>
                </a:ext>
              </a:extLst>
            </p:cNvPr>
            <p:cNvGrpSpPr/>
            <p:nvPr/>
          </p:nvGrpSpPr>
          <p:grpSpPr>
            <a:xfrm>
              <a:off x="4452848" y="1386610"/>
              <a:ext cx="7334961" cy="1806436"/>
              <a:chOff x="4452848" y="1386609"/>
              <a:chExt cx="7334961" cy="2280194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3EDB799-4EDC-6DA7-6DC6-63624D4C63B5}"/>
                  </a:ext>
                </a:extLst>
              </p:cNvPr>
              <p:cNvSpPr/>
              <p:nvPr/>
            </p:nvSpPr>
            <p:spPr bwMode="auto">
              <a:xfrm>
                <a:off x="4452848" y="1386609"/>
                <a:ext cx="7334961" cy="2280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4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1CBE36-F47C-A3C7-44EE-DF777A5BF25B}"/>
                  </a:ext>
                </a:extLst>
              </p:cNvPr>
              <p:cNvSpPr/>
              <p:nvPr/>
            </p:nvSpPr>
            <p:spPr bwMode="auto">
              <a:xfrm>
                <a:off x="4655782" y="1519414"/>
                <a:ext cx="1632212" cy="1667071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77D81F3-53BD-F0CF-973A-69AAF5701F42}"/>
                  </a:ext>
                </a:extLst>
              </p:cNvPr>
              <p:cNvSpPr/>
              <p:nvPr/>
            </p:nvSpPr>
            <p:spPr bwMode="auto">
              <a:xfrm>
                <a:off x="7266986" y="1543148"/>
                <a:ext cx="1625443" cy="164333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F1406E28-9EF8-74BC-3746-836227367A4B}"/>
                  </a:ext>
                </a:extLst>
              </p:cNvPr>
              <p:cNvSpPr/>
              <p:nvPr/>
            </p:nvSpPr>
            <p:spPr bwMode="auto">
              <a:xfrm>
                <a:off x="635529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DC150BE-B485-0129-3C80-BFCC1B591EF6}"/>
                  </a:ext>
                </a:extLst>
              </p:cNvPr>
              <p:cNvSpPr/>
              <p:nvPr/>
            </p:nvSpPr>
            <p:spPr bwMode="auto">
              <a:xfrm>
                <a:off x="9888266" y="1543148"/>
                <a:ext cx="1625443" cy="164333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0A9AAFB-6719-2827-27AA-B3C525AE6906}"/>
                  </a:ext>
                </a:extLst>
              </p:cNvPr>
              <p:cNvSpPr/>
              <p:nvPr/>
            </p:nvSpPr>
            <p:spPr bwMode="auto">
              <a:xfrm>
                <a:off x="897657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FCE019-1553-9442-81F3-76DDBE8CABC0}"/>
                </a:ext>
              </a:extLst>
            </p:cNvPr>
            <p:cNvSpPr/>
            <p:nvPr/>
          </p:nvSpPr>
          <p:spPr bwMode="auto">
            <a:xfrm>
              <a:off x="4452848" y="993913"/>
              <a:ext cx="733496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Deployment Pipeline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C4B5E6-17B4-6FE2-CD22-63802EAF1AC0}"/>
                </a:ext>
              </a:extLst>
            </p:cNvPr>
            <p:cNvSpPr/>
            <p:nvPr/>
          </p:nvSpPr>
          <p:spPr bwMode="auto">
            <a:xfrm>
              <a:off x="4655782" y="3972908"/>
              <a:ext cx="1632212" cy="93182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277234A2-F2B2-37F3-6DE7-70DFCF5FE6A9}"/>
                </a:ext>
              </a:extLst>
            </p:cNvPr>
            <p:cNvSpPr/>
            <p:nvPr/>
          </p:nvSpPr>
          <p:spPr bwMode="auto">
            <a:xfrm rot="5400000">
              <a:off x="5091391" y="2953869"/>
              <a:ext cx="760993" cy="478304"/>
            </a:xfrm>
            <a:prstGeom prst="leftRightArrow">
              <a:avLst>
                <a:gd name="adj1" fmla="val 66908"/>
                <a:gd name="adj2" fmla="val 514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73BE42-1D32-00CD-9777-FF0CCBB50605}"/>
                </a:ext>
              </a:extLst>
            </p:cNvPr>
            <p:cNvSpPr/>
            <p:nvPr/>
          </p:nvSpPr>
          <p:spPr bwMode="auto">
            <a:xfrm>
              <a:off x="4655783" y="3584030"/>
              <a:ext cx="163221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 Repository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1337079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43F9C-33CA-1C56-5C54-7352475F6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2469B2-5B21-6D86-B94B-DDBD5023790E}"/>
              </a:ext>
            </a:extLst>
          </p:cNvPr>
          <p:cNvSpPr/>
          <p:nvPr/>
        </p:nvSpPr>
        <p:spPr bwMode="auto">
          <a:xfrm>
            <a:off x="1749061" y="1242723"/>
            <a:ext cx="5818388" cy="323396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CB22B-84A0-C895-8F5F-B203A380B3AF}"/>
              </a:ext>
            </a:extLst>
          </p:cNvPr>
          <p:cNvGrpSpPr/>
          <p:nvPr/>
        </p:nvGrpSpPr>
        <p:grpSpPr>
          <a:xfrm>
            <a:off x="5686561" y="1603187"/>
            <a:ext cx="1675063" cy="2646380"/>
            <a:chOff x="5696841" y="1410613"/>
            <a:chExt cx="1675063" cy="432858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806468F-531B-1771-A675-1F153D09FC72}"/>
                </a:ext>
              </a:extLst>
            </p:cNvPr>
            <p:cNvSpPr/>
            <p:nvPr/>
          </p:nvSpPr>
          <p:spPr bwMode="auto">
            <a:xfrm>
              <a:off x="5696841" y="1410613"/>
              <a:ext cx="1632212" cy="1352368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D51B0D-F45F-0438-D09C-C180E474357F}"/>
                </a:ext>
              </a:extLst>
            </p:cNvPr>
            <p:cNvSpPr/>
            <p:nvPr/>
          </p:nvSpPr>
          <p:spPr bwMode="auto">
            <a:xfrm>
              <a:off x="5703610" y="2917975"/>
              <a:ext cx="1625443" cy="133311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4B64C16-6AF4-83D8-3AE4-3EF2F66377F3}"/>
                </a:ext>
              </a:extLst>
            </p:cNvPr>
            <p:cNvSpPr/>
            <p:nvPr/>
          </p:nvSpPr>
          <p:spPr bwMode="auto">
            <a:xfrm>
              <a:off x="5746461" y="4406086"/>
              <a:ext cx="1625443" cy="1333114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9AEA2A-C174-9A7D-C858-AE31A1BD456D}"/>
              </a:ext>
            </a:extLst>
          </p:cNvPr>
          <p:cNvSpPr/>
          <p:nvPr/>
        </p:nvSpPr>
        <p:spPr bwMode="auto">
          <a:xfrm>
            <a:off x="3565100" y="184680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9297A0-7AAC-3901-3CBB-525EC7514B92}"/>
              </a:ext>
            </a:extLst>
          </p:cNvPr>
          <p:cNvSpPr/>
          <p:nvPr/>
        </p:nvSpPr>
        <p:spPr bwMode="auto">
          <a:xfrm>
            <a:off x="1932889" y="1353298"/>
            <a:ext cx="163221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Repository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70F1EF7-93BE-8483-07E5-0F5FB667598A}"/>
              </a:ext>
            </a:extLst>
          </p:cNvPr>
          <p:cNvSpPr/>
          <p:nvPr/>
        </p:nvSpPr>
        <p:spPr bwMode="auto">
          <a:xfrm>
            <a:off x="3565099" y="269171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A943DEA-FD42-F4E9-91FF-F4E311B388F9}"/>
              </a:ext>
            </a:extLst>
          </p:cNvPr>
          <p:cNvSpPr/>
          <p:nvPr/>
        </p:nvSpPr>
        <p:spPr bwMode="auto">
          <a:xfrm>
            <a:off x="3565099" y="357682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A9E269-0F89-71F1-CB9F-381021FEDDF9}"/>
              </a:ext>
            </a:extLst>
          </p:cNvPr>
          <p:cNvSpPr/>
          <p:nvPr/>
        </p:nvSpPr>
        <p:spPr bwMode="auto">
          <a:xfrm>
            <a:off x="1932888" y="1751500"/>
            <a:ext cx="1632212" cy="2577881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279585727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OneLake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7910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1687259" y="1087263"/>
            <a:ext cx="3195927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Solution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3075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68018" y="1353539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809058" y="1353539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86AF28-9D48-821A-1CBE-49EFC8CC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" y="1060766"/>
            <a:ext cx="4156671" cy="212947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437BFD1-D7BA-B06C-5D50-A5E3CEBB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 need to be recreated in PPT objects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C8A7C0-F1DC-65D8-72E8-AD5EFA5E6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" y="3497262"/>
            <a:ext cx="7170709" cy="314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46060-8D0C-2C06-0CDC-EC0F093D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8" y="2230272"/>
            <a:ext cx="2915057" cy="15337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4C8E71-CEE0-50C1-645B-CA765C17A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8" y="612844"/>
            <a:ext cx="3562847" cy="11526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5D4DE-87E8-EA2A-3760-AC40184D0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33" y="521404"/>
            <a:ext cx="4744112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11B423-3E41-6DF2-E34B-F4A2299BEA37}"/>
              </a:ext>
            </a:extLst>
          </p:cNvPr>
          <p:cNvSpPr/>
          <p:nvPr/>
        </p:nvSpPr>
        <p:spPr bwMode="auto">
          <a:xfrm>
            <a:off x="819247" y="817606"/>
            <a:ext cx="4148993" cy="29111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AFE0DB-ACED-2EEA-C8E1-012D44295367}"/>
              </a:ext>
            </a:extLst>
          </p:cNvPr>
          <p:cNvSpPr/>
          <p:nvPr/>
        </p:nvSpPr>
        <p:spPr bwMode="auto">
          <a:xfrm>
            <a:off x="951745" y="2553106"/>
            <a:ext cx="1261062" cy="104843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BFF8DA-B89C-278A-BEBE-CB9DB020B673}"/>
              </a:ext>
            </a:extLst>
          </p:cNvPr>
          <p:cNvSpPr/>
          <p:nvPr/>
        </p:nvSpPr>
        <p:spPr bwMode="auto">
          <a:xfrm>
            <a:off x="951745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BB1AE1A-7300-9C18-30E8-B9FDC3256020}"/>
              </a:ext>
            </a:extLst>
          </p:cNvPr>
          <p:cNvSpPr/>
          <p:nvPr/>
        </p:nvSpPr>
        <p:spPr bwMode="auto">
          <a:xfrm>
            <a:off x="3560908" y="2553106"/>
            <a:ext cx="1261062" cy="104843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8E38F6-4E04-3A20-4441-3F159F07C268}"/>
              </a:ext>
            </a:extLst>
          </p:cNvPr>
          <p:cNvSpPr/>
          <p:nvPr/>
        </p:nvSpPr>
        <p:spPr bwMode="auto">
          <a:xfrm>
            <a:off x="3538940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C9610086-4CF5-B98D-2D3B-F81FE90CEE11}"/>
              </a:ext>
            </a:extLst>
          </p:cNvPr>
          <p:cNvSpPr/>
          <p:nvPr/>
        </p:nvSpPr>
        <p:spPr bwMode="auto">
          <a:xfrm>
            <a:off x="3863235" y="1818126"/>
            <a:ext cx="612472" cy="734980"/>
          </a:xfrm>
          <a:prstGeom prst="upArrow">
            <a:avLst>
              <a:gd name="adj1" fmla="val 64325"/>
              <a:gd name="adj2" fmla="val 4241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DDE565B7-2844-58F6-93CE-44AE9AB2997B}"/>
              </a:ext>
            </a:extLst>
          </p:cNvPr>
          <p:cNvSpPr/>
          <p:nvPr/>
        </p:nvSpPr>
        <p:spPr bwMode="auto">
          <a:xfrm>
            <a:off x="2241993" y="2819227"/>
            <a:ext cx="1261061" cy="516193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08CD9DF-19FD-D646-A8A6-AC102BABD03C}"/>
              </a:ext>
            </a:extLst>
          </p:cNvPr>
          <p:cNvSpPr/>
          <p:nvPr/>
        </p:nvSpPr>
        <p:spPr bwMode="auto">
          <a:xfrm>
            <a:off x="1276040" y="1806653"/>
            <a:ext cx="612472" cy="734980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9891EC-2CDF-2A6F-BD16-17EFB5BA890A}"/>
              </a:ext>
            </a:extLst>
          </p:cNvPr>
          <p:cNvSpPr/>
          <p:nvPr/>
        </p:nvSpPr>
        <p:spPr bwMode="auto">
          <a:xfrm>
            <a:off x="215155" y="1371600"/>
            <a:ext cx="12102352" cy="363967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BB8096-7BCC-E92B-DE55-AC7F259FA1D6}"/>
              </a:ext>
            </a:extLst>
          </p:cNvPr>
          <p:cNvSpPr/>
          <p:nvPr/>
        </p:nvSpPr>
        <p:spPr bwMode="auto">
          <a:xfrm>
            <a:off x="367171" y="1550894"/>
            <a:ext cx="3695245" cy="330514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89796D99-F212-4D66-0957-576930CBC505}"/>
              </a:ext>
            </a:extLst>
          </p:cNvPr>
          <p:cNvSpPr/>
          <p:nvPr/>
        </p:nvSpPr>
        <p:spPr bwMode="auto">
          <a:xfrm rot="16200000">
            <a:off x="55624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1BA4DAB-12F7-6729-5AF5-BB410B9CAD1A}"/>
              </a:ext>
            </a:extLst>
          </p:cNvPr>
          <p:cNvSpPr/>
          <p:nvPr/>
        </p:nvSpPr>
        <p:spPr bwMode="auto">
          <a:xfrm>
            <a:off x="58127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9CE39-BC5E-C848-82AC-DF831E0493AA}"/>
              </a:ext>
            </a:extLst>
          </p:cNvPr>
          <p:cNvSpPr/>
          <p:nvPr/>
        </p:nvSpPr>
        <p:spPr bwMode="auto">
          <a:xfrm>
            <a:off x="58127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8B8DF5-BE5F-038D-B61E-4C5C31075991}"/>
              </a:ext>
            </a:extLst>
          </p:cNvPr>
          <p:cNvSpPr/>
          <p:nvPr/>
        </p:nvSpPr>
        <p:spPr bwMode="auto">
          <a:xfrm>
            <a:off x="58127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E7E152-FCFC-E1F4-5F63-76EAAE2CC7A7}"/>
              </a:ext>
            </a:extLst>
          </p:cNvPr>
          <p:cNvSpPr/>
          <p:nvPr/>
        </p:nvSpPr>
        <p:spPr bwMode="auto">
          <a:xfrm>
            <a:off x="58127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EF8610-3DC5-CC16-2CB2-84D4197818B7}"/>
              </a:ext>
            </a:extLst>
          </p:cNvPr>
          <p:cNvSpPr/>
          <p:nvPr/>
        </p:nvSpPr>
        <p:spPr bwMode="auto">
          <a:xfrm>
            <a:off x="4441331" y="1550894"/>
            <a:ext cx="3695245" cy="330514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724660B-888A-DA3A-D8F3-0FD866916CBE}"/>
              </a:ext>
            </a:extLst>
          </p:cNvPr>
          <p:cNvSpPr/>
          <p:nvPr/>
        </p:nvSpPr>
        <p:spPr bwMode="auto">
          <a:xfrm rot="16200000">
            <a:off x="463040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9C4A3-4EA5-1A11-6F63-C66BE8C4C214}"/>
              </a:ext>
            </a:extLst>
          </p:cNvPr>
          <p:cNvSpPr/>
          <p:nvPr/>
        </p:nvSpPr>
        <p:spPr bwMode="auto">
          <a:xfrm>
            <a:off x="465543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C28760-2580-5927-0523-511926C7E694}"/>
              </a:ext>
            </a:extLst>
          </p:cNvPr>
          <p:cNvSpPr/>
          <p:nvPr/>
        </p:nvSpPr>
        <p:spPr bwMode="auto">
          <a:xfrm>
            <a:off x="465543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913558-5CB8-5B12-B07F-C81BC5E9A719}"/>
              </a:ext>
            </a:extLst>
          </p:cNvPr>
          <p:cNvSpPr/>
          <p:nvPr/>
        </p:nvSpPr>
        <p:spPr bwMode="auto">
          <a:xfrm>
            <a:off x="465543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CA7EE67-EEBC-4B3F-1335-08363A20F6E8}"/>
              </a:ext>
            </a:extLst>
          </p:cNvPr>
          <p:cNvSpPr/>
          <p:nvPr/>
        </p:nvSpPr>
        <p:spPr bwMode="auto">
          <a:xfrm>
            <a:off x="465543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4E7D38-5D16-3F7B-A4A5-B6CD4A179864}"/>
              </a:ext>
            </a:extLst>
          </p:cNvPr>
          <p:cNvSpPr/>
          <p:nvPr/>
        </p:nvSpPr>
        <p:spPr bwMode="auto">
          <a:xfrm>
            <a:off x="8472873" y="1550894"/>
            <a:ext cx="3695245" cy="330514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7D4C24F6-2454-46DD-C538-DF4AE3C2E4F7}"/>
              </a:ext>
            </a:extLst>
          </p:cNvPr>
          <p:cNvSpPr/>
          <p:nvPr/>
        </p:nvSpPr>
        <p:spPr bwMode="auto">
          <a:xfrm rot="16200000">
            <a:off x="8661946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37624F-F018-6717-6544-A6529659A05D}"/>
              </a:ext>
            </a:extLst>
          </p:cNvPr>
          <p:cNvSpPr/>
          <p:nvPr/>
        </p:nvSpPr>
        <p:spPr bwMode="auto">
          <a:xfrm>
            <a:off x="8686981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026E45D-5A68-66F9-64E5-489BF5265106}"/>
              </a:ext>
            </a:extLst>
          </p:cNvPr>
          <p:cNvSpPr/>
          <p:nvPr/>
        </p:nvSpPr>
        <p:spPr bwMode="auto">
          <a:xfrm>
            <a:off x="8686981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753AA2-EB4A-7801-1477-807FA126C32A}"/>
              </a:ext>
            </a:extLst>
          </p:cNvPr>
          <p:cNvSpPr/>
          <p:nvPr/>
        </p:nvSpPr>
        <p:spPr bwMode="auto">
          <a:xfrm>
            <a:off x="8686981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176E9F3-003D-3C3D-8FD1-81D7818147F0}"/>
              </a:ext>
            </a:extLst>
          </p:cNvPr>
          <p:cNvSpPr/>
          <p:nvPr/>
        </p:nvSpPr>
        <p:spPr bwMode="auto">
          <a:xfrm>
            <a:off x="8686981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3446534" y="2481404"/>
            <a:ext cx="4896187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3532240" y="2591375"/>
            <a:ext cx="1261062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6920110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862504" y="2781338"/>
            <a:ext cx="2033199" cy="663407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Script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EF9C11-F613-A8F0-4743-59AA494610EA}"/>
              </a:ext>
            </a:extLst>
          </p:cNvPr>
          <p:cNvSpPr/>
          <p:nvPr/>
        </p:nvSpPr>
        <p:spPr bwMode="auto">
          <a:xfrm>
            <a:off x="1373965" y="755393"/>
            <a:ext cx="8765715" cy="296316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5199F46-1443-BEC9-F5D3-50ABF028ACB0}"/>
              </a:ext>
            </a:extLst>
          </p:cNvPr>
          <p:cNvSpPr/>
          <p:nvPr/>
        </p:nvSpPr>
        <p:spPr bwMode="auto">
          <a:xfrm>
            <a:off x="6357977" y="1374216"/>
            <a:ext cx="3446423" cy="20497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9DACAB-97C4-D0D3-9B92-DD464DA398D5}"/>
              </a:ext>
            </a:extLst>
          </p:cNvPr>
          <p:cNvGrpSpPr/>
          <p:nvPr/>
        </p:nvGrpSpPr>
        <p:grpSpPr>
          <a:xfrm>
            <a:off x="1686560" y="979629"/>
            <a:ext cx="3181884" cy="2444291"/>
            <a:chOff x="7567016" y="187149"/>
            <a:chExt cx="4439582" cy="284053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D428E9-F1DC-C03A-1B8B-1D0F31477B1A}"/>
                </a:ext>
              </a:extLst>
            </p:cNvPr>
            <p:cNvSpPr/>
            <p:nvPr/>
          </p:nvSpPr>
          <p:spPr bwMode="auto">
            <a:xfrm>
              <a:off x="7567017" y="645702"/>
              <a:ext cx="4439581" cy="23819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59AC6E-B55E-FF8A-9F2B-2524A3A9A081}"/>
                </a:ext>
              </a:extLst>
            </p:cNvPr>
            <p:cNvSpPr/>
            <p:nvPr/>
          </p:nvSpPr>
          <p:spPr bwMode="auto">
            <a:xfrm>
              <a:off x="7567016" y="187149"/>
              <a:ext cx="4439581" cy="47608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DevOps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C047008-EBBC-AEFC-6061-8583AA25B840}"/>
              </a:ext>
            </a:extLst>
          </p:cNvPr>
          <p:cNvSpPr/>
          <p:nvPr/>
        </p:nvSpPr>
        <p:spPr bwMode="auto">
          <a:xfrm>
            <a:off x="6357976" y="979629"/>
            <a:ext cx="3446423" cy="40967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Environment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F8896-D87B-6CFB-3A9F-8DFFC22A08DA}"/>
              </a:ext>
            </a:extLst>
          </p:cNvPr>
          <p:cNvSpPr/>
          <p:nvPr/>
        </p:nvSpPr>
        <p:spPr bwMode="auto">
          <a:xfrm>
            <a:off x="6977122" y="1996213"/>
            <a:ext cx="2231436" cy="896074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Notebook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26160E5-20F5-5BBE-EBE6-2CE7BBACD8C8}"/>
              </a:ext>
            </a:extLst>
          </p:cNvPr>
          <p:cNvSpPr/>
          <p:nvPr/>
        </p:nvSpPr>
        <p:spPr bwMode="auto">
          <a:xfrm>
            <a:off x="6657128" y="1529199"/>
            <a:ext cx="2778080" cy="327118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6B59101-2828-FBAC-DE26-1E28B177E45B}"/>
              </a:ext>
            </a:extLst>
          </p:cNvPr>
          <p:cNvSpPr/>
          <p:nvPr/>
        </p:nvSpPr>
        <p:spPr bwMode="auto">
          <a:xfrm>
            <a:off x="6657128" y="1840739"/>
            <a:ext cx="2778080" cy="1254769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0543BD79-DF3A-AB27-19EB-61C5FB2CC55C}"/>
              </a:ext>
            </a:extLst>
          </p:cNvPr>
          <p:cNvSpPr/>
          <p:nvPr/>
        </p:nvSpPr>
        <p:spPr bwMode="auto">
          <a:xfrm>
            <a:off x="4421391" y="2154457"/>
            <a:ext cx="2487409" cy="507463"/>
          </a:xfrm>
          <a:prstGeom prst="rightArrow">
            <a:avLst>
              <a:gd name="adj1" fmla="val 62758"/>
              <a:gd name="adj2" fmla="val 72023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Run Notebook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B343B0-7F70-4B44-6CB0-25A75E440737}"/>
              </a:ext>
            </a:extLst>
          </p:cNvPr>
          <p:cNvSpPr/>
          <p:nvPr/>
        </p:nvSpPr>
        <p:spPr bwMode="auto">
          <a:xfrm>
            <a:off x="1971303" y="1702624"/>
            <a:ext cx="2450088" cy="13928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Pipeline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C665592-CA6C-B5E7-246F-A6269EC08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861" y="4919472"/>
            <a:ext cx="1733792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ACC60-1FA3-2FDB-C7CD-B15D0C141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33" y="657931"/>
            <a:ext cx="9764488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14772</TotalTime>
  <Words>560</Words>
  <Application>Microsoft Office PowerPoint</Application>
  <PresentationFormat>Custom</PresentationFormat>
  <Paragraphs>329</Paragraphs>
  <Slides>54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need to be recreated in PPT objects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47</cp:revision>
  <cp:lastPrinted>2025-03-29T10:59:42Z</cp:lastPrinted>
  <dcterms:created xsi:type="dcterms:W3CDTF">2018-09-21T01:16:59Z</dcterms:created>
  <dcterms:modified xsi:type="dcterms:W3CDTF">2026-01-29T21:07:12Z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